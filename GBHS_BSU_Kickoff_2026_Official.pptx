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9" r:id="rId4"/>
    <p:sldMasterId id="2147483710" r:id="rId5"/>
    <p:sldMasterId id="2147483711" r:id="rId6"/>
  </p:sldMasterIdLst>
  <p:notesMasterIdLst>
    <p:notesMasterId r:id="rId7"/>
  </p:notesMasterIdLst>
  <p:sldIdLst>
    <p:sldId id="256" r:id="rId8"/>
    <p:sldId id="257" r:id="rId9"/>
    <p:sldId id="258" r:id="rId10"/>
    <p:sldId id="259" r:id="rId11"/>
    <p:sldId id="263" r:id="rId31"/>
    <p:sldId id="264" r:id="rId32"/>
    <p:sldId id="260" r:id="rId12"/>
    <p:sldId id="261" r:id="rId13"/>
    <p:sldId id="265" r:id="rId33"/>
    <p:sldId id="262" r:id="rId14"/>
  </p:sldIdLst>
  <p:sldSz cy="5143500" cx="9144000"/>
  <p:notesSz cx="6858000" cy="9144000"/>
  <p:embeddedFontLst>
    <p:embeddedFont>
      <p:font typeface="Hammersmith One"/>
      <p:regular r:id="rId15"/>
    </p:embeddedFont>
    <p:embeddedFont>
      <p:font typeface="Montserrat Medium"/>
      <p:regular r:id="rId16"/>
      <p:bold r:id="rId17"/>
      <p:italic r:id="rId18"/>
      <p:boldItalic r:id="rId19"/>
    </p:embeddedFont>
    <p:embeddedFont>
      <p:font typeface="Didact Gothic"/>
      <p:regular r:id="rId20"/>
    </p:embeddedFont>
    <p:embeddedFont>
      <p:font typeface="Antic Slab"/>
      <p:regular r:id="rId21"/>
    </p:embeddedFont>
    <p:embeddedFont>
      <p:font typeface="Epilogue"/>
      <p:regular r:id="rId22"/>
      <p:bold r:id="rId23"/>
      <p:italic r:id="rId24"/>
      <p:boldItalic r:id="rId25"/>
    </p:embeddedFont>
    <p:embeddedFont>
      <p:font typeface="Graduate"/>
      <p:regular r:id="rId26"/>
    </p:embeddedFont>
    <p:embeddedFont>
      <p:font typeface="DM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font" Target="fonts/HammersmithOne-regular.fntdata"/><Relationship Id="rId16" Type="http://schemas.openxmlformats.org/officeDocument/2006/relationships/font" Target="fonts/MontserratMedium-regular.fntdata"/><Relationship Id="rId17" Type="http://schemas.openxmlformats.org/officeDocument/2006/relationships/font" Target="fonts/MontserratMedium-bold.fntdata"/><Relationship Id="rId18" Type="http://schemas.openxmlformats.org/officeDocument/2006/relationships/font" Target="fonts/MontserratMedium-italic.fntdata"/><Relationship Id="rId19" Type="http://schemas.openxmlformats.org/officeDocument/2006/relationships/font" Target="fonts/MontserratMedium-boldItalic.fntdata"/><Relationship Id="rId20" Type="http://schemas.openxmlformats.org/officeDocument/2006/relationships/font" Target="fonts/DidactGothic-regular.fntdata"/><Relationship Id="rId21" Type="http://schemas.openxmlformats.org/officeDocument/2006/relationships/font" Target="fonts/AnticSlab-regular.fntdata"/><Relationship Id="rId22" Type="http://schemas.openxmlformats.org/officeDocument/2006/relationships/font" Target="fonts/Epilogue-regular.fntdata"/><Relationship Id="rId23" Type="http://schemas.openxmlformats.org/officeDocument/2006/relationships/font" Target="fonts/Epilogue-bold.fntdata"/><Relationship Id="rId24" Type="http://schemas.openxmlformats.org/officeDocument/2006/relationships/font" Target="fonts/Epilogue-italic.fntdata"/><Relationship Id="rId25" Type="http://schemas.openxmlformats.org/officeDocument/2006/relationships/font" Target="fonts/Epilogue-boldItalic.fntdata"/><Relationship Id="rId26" Type="http://schemas.openxmlformats.org/officeDocument/2006/relationships/font" Target="fonts/Graduate-regular.fntdata"/><Relationship Id="rId27" Type="http://schemas.openxmlformats.org/officeDocument/2006/relationships/font" Target="fonts/DMSans-regular.fntdata"/><Relationship Id="rId28" Type="http://schemas.openxmlformats.org/officeDocument/2006/relationships/font" Target="fonts/DMSans-bold.fntdata"/><Relationship Id="rId29" Type="http://schemas.openxmlformats.org/officeDocument/2006/relationships/font" Target="fonts/DMSans-italic.fntdata"/><Relationship Id="rId30" Type="http://schemas.openxmlformats.org/officeDocument/2006/relationships/font" Target="fonts/DMSans-boldItalic.fntdata"/><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2" name="Shape 3732"/>
        <p:cNvGrpSpPr/>
        <p:nvPr/>
      </p:nvGrpSpPr>
      <p:grpSpPr>
        <a:xfrm>
          <a:off x="0" y="0"/>
          <a:ext cx="0" cy="0"/>
          <a:chOff x="0" y="0"/>
          <a:chExt cx="0" cy="0"/>
        </a:xfrm>
      </p:grpSpPr>
      <p:sp>
        <p:nvSpPr>
          <p:cNvPr id="3733" name="Google Shape;3733;g3fa390fc948_0_11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4" name="Google Shape;3734;g3fa390fc948_0_11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6" name="Shape 3746"/>
        <p:cNvGrpSpPr/>
        <p:nvPr/>
      </p:nvGrpSpPr>
      <p:grpSpPr>
        <a:xfrm>
          <a:off x="0" y="0"/>
          <a:ext cx="0" cy="0"/>
          <a:chOff x="0" y="0"/>
          <a:chExt cx="0" cy="0"/>
        </a:xfrm>
      </p:grpSpPr>
      <p:sp>
        <p:nvSpPr>
          <p:cNvPr id="3747" name="Google Shape;3747;g3fa390fc948_0_7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8" name="Google Shape;3748;g3fa390fc948_0_7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6" name="Shape 3756"/>
        <p:cNvGrpSpPr/>
        <p:nvPr/>
      </p:nvGrpSpPr>
      <p:grpSpPr>
        <a:xfrm>
          <a:off x="0" y="0"/>
          <a:ext cx="0" cy="0"/>
          <a:chOff x="0" y="0"/>
          <a:chExt cx="0" cy="0"/>
        </a:xfrm>
      </p:grpSpPr>
      <p:sp>
        <p:nvSpPr>
          <p:cNvPr id="3757" name="Google Shape;3757;g3fa390fc948_0_7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8" name="Google Shape;3758;g3fa390fc948_0_7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2" name="Shape 3772"/>
        <p:cNvGrpSpPr/>
        <p:nvPr/>
      </p:nvGrpSpPr>
      <p:grpSpPr>
        <a:xfrm>
          <a:off x="0" y="0"/>
          <a:ext cx="0" cy="0"/>
          <a:chOff x="0" y="0"/>
          <a:chExt cx="0" cy="0"/>
        </a:xfrm>
      </p:grpSpPr>
      <p:sp>
        <p:nvSpPr>
          <p:cNvPr id="3773" name="Google Shape;3773;g3fa390fc948_0_12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4" name="Google Shape;3774;g3fa390fc948_0_12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9" name="Shape 3779"/>
        <p:cNvGrpSpPr/>
        <p:nvPr/>
      </p:nvGrpSpPr>
      <p:grpSpPr>
        <a:xfrm>
          <a:off x="0" y="0"/>
          <a:ext cx="0" cy="0"/>
          <a:chOff x="0" y="0"/>
          <a:chExt cx="0" cy="0"/>
        </a:xfrm>
      </p:grpSpPr>
      <p:sp>
        <p:nvSpPr>
          <p:cNvPr id="3780" name="Google Shape;3780;g3fa390fc948_0_7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1" name="Google Shape;3781;g3fa390fc948_0_7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6" name="Shape 3786"/>
        <p:cNvGrpSpPr/>
        <p:nvPr/>
      </p:nvGrpSpPr>
      <p:grpSpPr>
        <a:xfrm>
          <a:off x="0" y="0"/>
          <a:ext cx="0" cy="0"/>
          <a:chOff x="0" y="0"/>
          <a:chExt cx="0" cy="0"/>
        </a:xfrm>
      </p:grpSpPr>
      <p:sp>
        <p:nvSpPr>
          <p:cNvPr id="3787" name="Google Shape;3787;g3fa390fc948_0_7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8" name="Google Shape;3788;g3fa390fc948_0_7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4" name="Shape 3794"/>
        <p:cNvGrpSpPr/>
        <p:nvPr/>
      </p:nvGrpSpPr>
      <p:grpSpPr>
        <a:xfrm>
          <a:off x="0" y="0"/>
          <a:ext cx="0" cy="0"/>
          <a:chOff x="0" y="0"/>
          <a:chExt cx="0" cy="0"/>
        </a:xfrm>
      </p:grpSpPr>
      <p:sp>
        <p:nvSpPr>
          <p:cNvPr id="3795" name="Google Shape;3795;g3fa390fc948_0_7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6" name="Google Shape;3796;g3fa390fc948_0_7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713225" y="1466363"/>
            <a:ext cx="4690500" cy="1816500"/>
          </a:xfrm>
          <a:prstGeom prst="rect">
            <a:avLst/>
          </a:prstGeom>
        </p:spPr>
        <p:txBody>
          <a:bodyPr anchorCtr="0" anchor="ctr" bIns="91425" lIns="91425" spcFirstLastPara="1" rIns="91425" wrap="square" tIns="91425">
            <a:noAutofit/>
          </a:bodyPr>
          <a:lstStyle>
            <a:lvl1pPr lvl="0">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55" name="Google Shape;55;p14"/>
          <p:cNvSpPr txBox="1"/>
          <p:nvPr>
            <p:ph idx="1" type="subTitle"/>
          </p:nvPr>
        </p:nvSpPr>
        <p:spPr>
          <a:xfrm>
            <a:off x="713225" y="3222763"/>
            <a:ext cx="4690500" cy="469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15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56" name="Google Shape;56;p14"/>
          <p:cNvSpPr/>
          <p:nvPr>
            <p:ph idx="2" type="pic"/>
          </p:nvPr>
        </p:nvSpPr>
        <p:spPr>
          <a:xfrm>
            <a:off x="5564475" y="442063"/>
            <a:ext cx="3590700" cy="4265400"/>
          </a:xfrm>
          <a:prstGeom prst="rect">
            <a:avLst/>
          </a:prstGeom>
          <a:noFill/>
          <a:ln cap="flat" cmpd="sng" w="28575">
            <a:solidFill>
              <a:schemeClr val="accent1"/>
            </a:solidFill>
            <a:prstDash val="solid"/>
            <a:round/>
            <a:headEnd len="sm" w="sm" type="none"/>
            <a:tailEnd len="sm" w="sm" type="none"/>
          </a:ln>
        </p:spPr>
      </p:sp>
      <p:grpSp>
        <p:nvGrpSpPr>
          <p:cNvPr id="57" name="Google Shape;57;p14"/>
          <p:cNvGrpSpPr/>
          <p:nvPr/>
        </p:nvGrpSpPr>
        <p:grpSpPr>
          <a:xfrm>
            <a:off x="-20500" y="4701273"/>
            <a:ext cx="9219895" cy="461615"/>
            <a:chOff x="150" y="4701117"/>
            <a:chExt cx="9144000" cy="461615"/>
          </a:xfrm>
        </p:grpSpPr>
        <p:sp>
          <p:nvSpPr>
            <p:cNvPr id="58" name="Google Shape;58;p14"/>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59" name="Google Shape;59;p14"/>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60" name="Google Shape;60;p14"/>
          <p:cNvGrpSpPr/>
          <p:nvPr/>
        </p:nvGrpSpPr>
        <p:grpSpPr>
          <a:xfrm flipH="1" rot="10800000">
            <a:off x="-20500" y="-15158"/>
            <a:ext cx="9219895" cy="461615"/>
            <a:chOff x="150" y="4701117"/>
            <a:chExt cx="9144000" cy="461615"/>
          </a:xfrm>
        </p:grpSpPr>
        <p:sp>
          <p:nvSpPr>
            <p:cNvPr id="61" name="Google Shape;61;p14"/>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62" name="Google Shape;62;p14"/>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63" name="Google Shape;63;p14"/>
          <p:cNvGrpSpPr/>
          <p:nvPr/>
        </p:nvGrpSpPr>
        <p:grpSpPr>
          <a:xfrm>
            <a:off x="186263" y="89406"/>
            <a:ext cx="8839635" cy="272350"/>
            <a:chOff x="186263" y="89406"/>
            <a:chExt cx="8839635" cy="272350"/>
          </a:xfrm>
        </p:grpSpPr>
        <p:grpSp>
          <p:nvGrpSpPr>
            <p:cNvPr id="64" name="Google Shape;64;p14"/>
            <p:cNvGrpSpPr/>
            <p:nvPr/>
          </p:nvGrpSpPr>
          <p:grpSpPr>
            <a:xfrm>
              <a:off x="806397" y="108979"/>
              <a:ext cx="344874" cy="246093"/>
              <a:chOff x="2509616" y="1928763"/>
              <a:chExt cx="1327970" cy="947605"/>
            </a:xfrm>
          </p:grpSpPr>
          <p:sp>
            <p:nvSpPr>
              <p:cNvPr id="65" name="Google Shape;65;p14"/>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14"/>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14"/>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14"/>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14"/>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14"/>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14"/>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14"/>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14"/>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14"/>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14"/>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14"/>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14"/>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8" name="Google Shape;78;p14"/>
            <p:cNvGrpSpPr/>
            <p:nvPr/>
          </p:nvGrpSpPr>
          <p:grpSpPr>
            <a:xfrm rot="5400000">
              <a:off x="1329853" y="82673"/>
              <a:ext cx="235464" cy="298700"/>
              <a:chOff x="4443093" y="1867585"/>
              <a:chExt cx="726740" cy="921628"/>
            </a:xfrm>
          </p:grpSpPr>
          <p:sp>
            <p:nvSpPr>
              <p:cNvPr id="79" name="Google Shape;79;p14"/>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14"/>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1" name="Google Shape;81;p14"/>
            <p:cNvSpPr/>
            <p:nvPr/>
          </p:nvSpPr>
          <p:spPr>
            <a:xfrm>
              <a:off x="1743875" y="8940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2" name="Google Shape;82;p14"/>
            <p:cNvGrpSpPr/>
            <p:nvPr/>
          </p:nvGrpSpPr>
          <p:grpSpPr>
            <a:xfrm rot="5400000">
              <a:off x="2512383" y="38260"/>
              <a:ext cx="65949" cy="365580"/>
              <a:chOff x="7486891" y="2067545"/>
              <a:chExt cx="143805" cy="797165"/>
            </a:xfrm>
          </p:grpSpPr>
          <p:sp>
            <p:nvSpPr>
              <p:cNvPr id="83" name="Google Shape;83;p14"/>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 name="Google Shape;84;p14"/>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5" name="Google Shape;85;p14"/>
            <p:cNvGrpSpPr/>
            <p:nvPr/>
          </p:nvGrpSpPr>
          <p:grpSpPr>
            <a:xfrm rot="5400000">
              <a:off x="2894699" y="82686"/>
              <a:ext cx="259475" cy="298664"/>
              <a:chOff x="8627678" y="2059919"/>
              <a:chExt cx="737775" cy="849201"/>
            </a:xfrm>
          </p:grpSpPr>
          <p:sp>
            <p:nvSpPr>
              <p:cNvPr id="86" name="Google Shape;86;p14"/>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 name="Google Shape;87;p14"/>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 name="Google Shape;88;p14"/>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 name="Google Shape;89;p14"/>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14"/>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 name="Google Shape;91;p14"/>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 name="Google Shape;92;p14"/>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14"/>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14"/>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14"/>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14"/>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14"/>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14"/>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 name="Google Shape;99;p14"/>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0" name="Google Shape;100;p14"/>
            <p:cNvGrpSpPr/>
            <p:nvPr/>
          </p:nvGrpSpPr>
          <p:grpSpPr>
            <a:xfrm rot="-5400000">
              <a:off x="314890" y="-4570"/>
              <a:ext cx="215942" cy="473196"/>
              <a:chOff x="1293873" y="1704092"/>
              <a:chExt cx="470872" cy="1031828"/>
            </a:xfrm>
          </p:grpSpPr>
          <p:sp>
            <p:nvSpPr>
              <p:cNvPr id="101" name="Google Shape;101;p14"/>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14"/>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14"/>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14"/>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14"/>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14"/>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7" name="Google Shape;107;p14"/>
            <p:cNvGrpSpPr/>
            <p:nvPr/>
          </p:nvGrpSpPr>
          <p:grpSpPr>
            <a:xfrm>
              <a:off x="3955272" y="108979"/>
              <a:ext cx="344874" cy="246093"/>
              <a:chOff x="2509616" y="1928763"/>
              <a:chExt cx="1327970" cy="947605"/>
            </a:xfrm>
          </p:grpSpPr>
          <p:sp>
            <p:nvSpPr>
              <p:cNvPr id="108" name="Google Shape;108;p14"/>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14"/>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 name="Google Shape;110;p14"/>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14"/>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14"/>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14"/>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14"/>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 name="Google Shape;115;p14"/>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 name="Google Shape;116;p14"/>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 name="Google Shape;117;p14"/>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 name="Google Shape;118;p14"/>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 name="Google Shape;119;p14"/>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14"/>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1" name="Google Shape;121;p14"/>
            <p:cNvGrpSpPr/>
            <p:nvPr/>
          </p:nvGrpSpPr>
          <p:grpSpPr>
            <a:xfrm rot="5400000">
              <a:off x="4478728" y="82673"/>
              <a:ext cx="235464" cy="298700"/>
              <a:chOff x="4443093" y="1867585"/>
              <a:chExt cx="726740" cy="921628"/>
            </a:xfrm>
          </p:grpSpPr>
          <p:sp>
            <p:nvSpPr>
              <p:cNvPr id="122" name="Google Shape;122;p14"/>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14"/>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4" name="Google Shape;124;p14"/>
            <p:cNvSpPr/>
            <p:nvPr/>
          </p:nvSpPr>
          <p:spPr>
            <a:xfrm>
              <a:off x="4892750" y="8940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5" name="Google Shape;125;p14"/>
            <p:cNvGrpSpPr/>
            <p:nvPr/>
          </p:nvGrpSpPr>
          <p:grpSpPr>
            <a:xfrm rot="5400000">
              <a:off x="5661258" y="38260"/>
              <a:ext cx="65949" cy="365580"/>
              <a:chOff x="7486891" y="2067545"/>
              <a:chExt cx="143805" cy="797165"/>
            </a:xfrm>
          </p:grpSpPr>
          <p:sp>
            <p:nvSpPr>
              <p:cNvPr id="126" name="Google Shape;126;p14"/>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14"/>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8" name="Google Shape;128;p14"/>
            <p:cNvGrpSpPr/>
            <p:nvPr/>
          </p:nvGrpSpPr>
          <p:grpSpPr>
            <a:xfrm rot="5400000">
              <a:off x="6043574" y="82686"/>
              <a:ext cx="259475" cy="298664"/>
              <a:chOff x="8627678" y="2059919"/>
              <a:chExt cx="737775" cy="849201"/>
            </a:xfrm>
          </p:grpSpPr>
          <p:sp>
            <p:nvSpPr>
              <p:cNvPr id="129" name="Google Shape;129;p14"/>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14"/>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14"/>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14"/>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14"/>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 name="Google Shape;134;p14"/>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 name="Google Shape;135;p14"/>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 name="Google Shape;136;p14"/>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14"/>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14"/>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14"/>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14"/>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14"/>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14"/>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3" name="Google Shape;143;p14"/>
            <p:cNvGrpSpPr/>
            <p:nvPr/>
          </p:nvGrpSpPr>
          <p:grpSpPr>
            <a:xfrm rot="-5400000">
              <a:off x="3463765" y="-4570"/>
              <a:ext cx="215942" cy="473196"/>
              <a:chOff x="1293873" y="1704092"/>
              <a:chExt cx="470872" cy="1031828"/>
            </a:xfrm>
          </p:grpSpPr>
          <p:sp>
            <p:nvSpPr>
              <p:cNvPr id="144" name="Google Shape;144;p14"/>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 name="Google Shape;145;p14"/>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 name="Google Shape;146;p14"/>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14"/>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 name="Google Shape;148;p14"/>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 name="Google Shape;149;p14"/>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0" name="Google Shape;150;p14"/>
            <p:cNvGrpSpPr/>
            <p:nvPr/>
          </p:nvGrpSpPr>
          <p:grpSpPr>
            <a:xfrm>
              <a:off x="7104147" y="108979"/>
              <a:ext cx="344874" cy="246093"/>
              <a:chOff x="2509616" y="1928763"/>
              <a:chExt cx="1327970" cy="947605"/>
            </a:xfrm>
          </p:grpSpPr>
          <p:sp>
            <p:nvSpPr>
              <p:cNvPr id="151" name="Google Shape;151;p14"/>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 name="Google Shape;152;p14"/>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 name="Google Shape;153;p14"/>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14"/>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14"/>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14"/>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14"/>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14"/>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14"/>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14"/>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14"/>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14"/>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14"/>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4" name="Google Shape;164;p14"/>
            <p:cNvGrpSpPr/>
            <p:nvPr/>
          </p:nvGrpSpPr>
          <p:grpSpPr>
            <a:xfrm rot="5400000">
              <a:off x="7627603" y="82673"/>
              <a:ext cx="235464" cy="298700"/>
              <a:chOff x="4443093" y="1867585"/>
              <a:chExt cx="726740" cy="921628"/>
            </a:xfrm>
          </p:grpSpPr>
          <p:sp>
            <p:nvSpPr>
              <p:cNvPr id="165" name="Google Shape;165;p14"/>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14"/>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67" name="Google Shape;167;p14"/>
            <p:cNvSpPr/>
            <p:nvPr/>
          </p:nvSpPr>
          <p:spPr>
            <a:xfrm>
              <a:off x="8041625" y="8940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68" name="Google Shape;168;p14"/>
            <p:cNvGrpSpPr/>
            <p:nvPr/>
          </p:nvGrpSpPr>
          <p:grpSpPr>
            <a:xfrm rot="5400000">
              <a:off x="8810133" y="38260"/>
              <a:ext cx="65949" cy="365580"/>
              <a:chOff x="7486891" y="2067545"/>
              <a:chExt cx="143805" cy="797165"/>
            </a:xfrm>
          </p:grpSpPr>
          <p:sp>
            <p:nvSpPr>
              <p:cNvPr id="169" name="Google Shape;169;p14"/>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14"/>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1" name="Google Shape;171;p14"/>
            <p:cNvGrpSpPr/>
            <p:nvPr/>
          </p:nvGrpSpPr>
          <p:grpSpPr>
            <a:xfrm rot="-5400000">
              <a:off x="6612640" y="-4570"/>
              <a:ext cx="215942" cy="473196"/>
              <a:chOff x="1293873" y="1704092"/>
              <a:chExt cx="470872" cy="1031828"/>
            </a:xfrm>
          </p:grpSpPr>
          <p:sp>
            <p:nvSpPr>
              <p:cNvPr id="172" name="Google Shape;172;p14"/>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14"/>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14"/>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14"/>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14"/>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14"/>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78" name="Google Shape;178;p14"/>
          <p:cNvGrpSpPr/>
          <p:nvPr/>
        </p:nvGrpSpPr>
        <p:grpSpPr>
          <a:xfrm>
            <a:off x="186263" y="4797531"/>
            <a:ext cx="8839635" cy="272350"/>
            <a:chOff x="186263" y="4797531"/>
            <a:chExt cx="8839635" cy="272350"/>
          </a:xfrm>
        </p:grpSpPr>
        <p:grpSp>
          <p:nvGrpSpPr>
            <p:cNvPr id="179" name="Google Shape;179;p14"/>
            <p:cNvGrpSpPr/>
            <p:nvPr/>
          </p:nvGrpSpPr>
          <p:grpSpPr>
            <a:xfrm flipH="1">
              <a:off x="8060890" y="4817104"/>
              <a:ext cx="344874" cy="246093"/>
              <a:chOff x="2509616" y="1928763"/>
              <a:chExt cx="1327970" cy="947605"/>
            </a:xfrm>
          </p:grpSpPr>
          <p:sp>
            <p:nvSpPr>
              <p:cNvPr id="180" name="Google Shape;180;p14"/>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14"/>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14"/>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14"/>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14"/>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 name="Google Shape;185;p14"/>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14"/>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14"/>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 name="Google Shape;188;p14"/>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 name="Google Shape;189;p14"/>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14"/>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14"/>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14"/>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3" name="Google Shape;193;p14"/>
            <p:cNvGrpSpPr/>
            <p:nvPr/>
          </p:nvGrpSpPr>
          <p:grpSpPr>
            <a:xfrm flipH="1" rot="-5400000">
              <a:off x="7646844" y="4790798"/>
              <a:ext cx="235464" cy="298700"/>
              <a:chOff x="4443093" y="1867585"/>
              <a:chExt cx="726740" cy="921628"/>
            </a:xfrm>
          </p:grpSpPr>
          <p:sp>
            <p:nvSpPr>
              <p:cNvPr id="194" name="Google Shape;194;p14"/>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14"/>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6" name="Google Shape;196;p14"/>
            <p:cNvSpPr/>
            <p:nvPr/>
          </p:nvSpPr>
          <p:spPr>
            <a:xfrm flipH="1">
              <a:off x="6996542" y="4797531"/>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7" name="Google Shape;197;p14"/>
            <p:cNvGrpSpPr/>
            <p:nvPr/>
          </p:nvGrpSpPr>
          <p:grpSpPr>
            <a:xfrm flipH="1" rot="-5400000">
              <a:off x="6057986" y="4790811"/>
              <a:ext cx="259475" cy="298664"/>
              <a:chOff x="8627678" y="2059919"/>
              <a:chExt cx="737775" cy="849201"/>
            </a:xfrm>
          </p:grpSpPr>
          <p:sp>
            <p:nvSpPr>
              <p:cNvPr id="198" name="Google Shape;198;p14"/>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14"/>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14"/>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14"/>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14"/>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14"/>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14"/>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14"/>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14"/>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14"/>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14"/>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14"/>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14"/>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14"/>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2" name="Google Shape;212;p14"/>
            <p:cNvGrpSpPr/>
            <p:nvPr/>
          </p:nvGrpSpPr>
          <p:grpSpPr>
            <a:xfrm flipH="1" rot="5400000">
              <a:off x="8681329" y="4703555"/>
              <a:ext cx="215942" cy="473196"/>
              <a:chOff x="1293873" y="1704092"/>
              <a:chExt cx="470872" cy="1031828"/>
            </a:xfrm>
          </p:grpSpPr>
          <p:sp>
            <p:nvSpPr>
              <p:cNvPr id="213" name="Google Shape;213;p14"/>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14"/>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14"/>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14"/>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14"/>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14"/>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9" name="Google Shape;219;p14"/>
            <p:cNvGrpSpPr/>
            <p:nvPr/>
          </p:nvGrpSpPr>
          <p:grpSpPr>
            <a:xfrm flipH="1">
              <a:off x="4912015" y="4817104"/>
              <a:ext cx="344874" cy="246093"/>
              <a:chOff x="2509616" y="1928763"/>
              <a:chExt cx="1327970" cy="947605"/>
            </a:xfrm>
          </p:grpSpPr>
          <p:sp>
            <p:nvSpPr>
              <p:cNvPr id="220" name="Google Shape;220;p14"/>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 name="Google Shape;221;p14"/>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14"/>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 name="Google Shape;223;p14"/>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 name="Google Shape;224;p14"/>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14"/>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14"/>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 name="Google Shape;227;p14"/>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 name="Google Shape;228;p14"/>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14"/>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 name="Google Shape;230;p14"/>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 name="Google Shape;231;p14"/>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 name="Google Shape;232;p14"/>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3" name="Google Shape;233;p14"/>
            <p:cNvGrpSpPr/>
            <p:nvPr/>
          </p:nvGrpSpPr>
          <p:grpSpPr>
            <a:xfrm flipH="1" rot="-5400000">
              <a:off x="4497969" y="4790798"/>
              <a:ext cx="235464" cy="298700"/>
              <a:chOff x="4443093" y="1867585"/>
              <a:chExt cx="726740" cy="921628"/>
            </a:xfrm>
          </p:grpSpPr>
          <p:sp>
            <p:nvSpPr>
              <p:cNvPr id="234" name="Google Shape;234;p14"/>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 name="Google Shape;235;p14"/>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36" name="Google Shape;236;p14"/>
            <p:cNvSpPr/>
            <p:nvPr/>
          </p:nvSpPr>
          <p:spPr>
            <a:xfrm flipH="1">
              <a:off x="3847667" y="4797531"/>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37" name="Google Shape;237;p14"/>
            <p:cNvGrpSpPr/>
            <p:nvPr/>
          </p:nvGrpSpPr>
          <p:grpSpPr>
            <a:xfrm flipH="1" rot="-5400000">
              <a:off x="2909111" y="4790811"/>
              <a:ext cx="259475" cy="298664"/>
              <a:chOff x="8627678" y="2059919"/>
              <a:chExt cx="737775" cy="849201"/>
            </a:xfrm>
          </p:grpSpPr>
          <p:sp>
            <p:nvSpPr>
              <p:cNvPr id="238" name="Google Shape;238;p14"/>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 name="Google Shape;239;p14"/>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 name="Google Shape;240;p14"/>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 name="Google Shape;241;p14"/>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 name="Google Shape;242;p14"/>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 name="Google Shape;243;p14"/>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4" name="Google Shape;244;p14"/>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 name="Google Shape;245;p14"/>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14"/>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 name="Google Shape;247;p14"/>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 name="Google Shape;248;p14"/>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 name="Google Shape;249;p14"/>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 name="Google Shape;250;p14"/>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 name="Google Shape;251;p14"/>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2" name="Google Shape;252;p14"/>
            <p:cNvGrpSpPr/>
            <p:nvPr/>
          </p:nvGrpSpPr>
          <p:grpSpPr>
            <a:xfrm flipH="1" rot="5400000">
              <a:off x="5532454" y="4703555"/>
              <a:ext cx="215942" cy="473196"/>
              <a:chOff x="1293873" y="1704092"/>
              <a:chExt cx="470872" cy="1031828"/>
            </a:xfrm>
          </p:grpSpPr>
          <p:sp>
            <p:nvSpPr>
              <p:cNvPr id="253" name="Google Shape;253;p14"/>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 name="Google Shape;254;p14"/>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 name="Google Shape;255;p14"/>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14"/>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14"/>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14"/>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9" name="Google Shape;259;p14"/>
            <p:cNvGrpSpPr/>
            <p:nvPr/>
          </p:nvGrpSpPr>
          <p:grpSpPr>
            <a:xfrm flipH="1">
              <a:off x="1763140" y="4817104"/>
              <a:ext cx="344874" cy="246093"/>
              <a:chOff x="2509616" y="1928763"/>
              <a:chExt cx="1327970" cy="947605"/>
            </a:xfrm>
          </p:grpSpPr>
          <p:sp>
            <p:nvSpPr>
              <p:cNvPr id="260" name="Google Shape;260;p14"/>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14"/>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 name="Google Shape;262;p14"/>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 name="Google Shape;263;p14"/>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 name="Google Shape;264;p14"/>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 name="Google Shape;265;p14"/>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14"/>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 name="Google Shape;267;p14"/>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 name="Google Shape;268;p14"/>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 name="Google Shape;269;p14"/>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 name="Google Shape;270;p14"/>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 name="Google Shape;271;p14"/>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 name="Google Shape;272;p14"/>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3" name="Google Shape;273;p14"/>
            <p:cNvGrpSpPr/>
            <p:nvPr/>
          </p:nvGrpSpPr>
          <p:grpSpPr>
            <a:xfrm flipH="1" rot="-5400000">
              <a:off x="1349094" y="4790798"/>
              <a:ext cx="235464" cy="298700"/>
              <a:chOff x="4443093" y="1867585"/>
              <a:chExt cx="726740" cy="921628"/>
            </a:xfrm>
          </p:grpSpPr>
          <p:sp>
            <p:nvSpPr>
              <p:cNvPr id="274" name="Google Shape;274;p14"/>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14"/>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76" name="Google Shape;276;p14"/>
            <p:cNvSpPr/>
            <p:nvPr/>
          </p:nvSpPr>
          <p:spPr>
            <a:xfrm flipH="1">
              <a:off x="698792" y="4797531"/>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7" name="Google Shape;277;p14"/>
            <p:cNvGrpSpPr/>
            <p:nvPr/>
          </p:nvGrpSpPr>
          <p:grpSpPr>
            <a:xfrm flipH="1" rot="-5400000">
              <a:off x="336079" y="4746385"/>
              <a:ext cx="65949" cy="365580"/>
              <a:chOff x="7486891" y="2067545"/>
              <a:chExt cx="143805" cy="797165"/>
            </a:xfrm>
          </p:grpSpPr>
          <p:sp>
            <p:nvSpPr>
              <p:cNvPr id="278" name="Google Shape;278;p14"/>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 name="Google Shape;279;p14"/>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0" name="Google Shape;280;p14"/>
            <p:cNvGrpSpPr/>
            <p:nvPr/>
          </p:nvGrpSpPr>
          <p:grpSpPr>
            <a:xfrm flipH="1" rot="5400000">
              <a:off x="2383579" y="4703555"/>
              <a:ext cx="215942" cy="473196"/>
              <a:chOff x="1293873" y="1704092"/>
              <a:chExt cx="470872" cy="1031828"/>
            </a:xfrm>
          </p:grpSpPr>
          <p:sp>
            <p:nvSpPr>
              <p:cNvPr id="281" name="Google Shape;281;p14"/>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 name="Google Shape;282;p14"/>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 name="Google Shape;283;p14"/>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 name="Google Shape;284;p14"/>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14"/>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 name="Google Shape;286;p14"/>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7" name="Shape 287"/>
        <p:cNvGrpSpPr/>
        <p:nvPr/>
      </p:nvGrpSpPr>
      <p:grpSpPr>
        <a:xfrm>
          <a:off x="0" y="0"/>
          <a:ext cx="0" cy="0"/>
          <a:chOff x="0" y="0"/>
          <a:chExt cx="0" cy="0"/>
        </a:xfrm>
      </p:grpSpPr>
      <p:sp>
        <p:nvSpPr>
          <p:cNvPr id="288" name="Google Shape;288;p15"/>
          <p:cNvSpPr txBox="1"/>
          <p:nvPr>
            <p:ph type="title"/>
          </p:nvPr>
        </p:nvSpPr>
        <p:spPr>
          <a:xfrm>
            <a:off x="713221" y="2038050"/>
            <a:ext cx="4288500" cy="17055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89" name="Google Shape;289;p15"/>
          <p:cNvSpPr txBox="1"/>
          <p:nvPr>
            <p:ph hasCustomPrompt="1" idx="2" type="title"/>
          </p:nvPr>
        </p:nvSpPr>
        <p:spPr>
          <a:xfrm>
            <a:off x="2361421" y="931350"/>
            <a:ext cx="992100" cy="1106700"/>
          </a:xfrm>
          <a:prstGeom prst="rect">
            <a:avLst/>
          </a:prstGeom>
          <a:solidFill>
            <a:schemeClr val="accent1"/>
          </a:solidFill>
        </p:spPr>
        <p:txBody>
          <a:bodyPr anchorCtr="0" anchor="b" bIns="91425" lIns="91425" spcFirstLastPara="1" rIns="91425" wrap="square" tIns="91425">
            <a:noAutofit/>
          </a:bodyPr>
          <a:lstStyle>
            <a:lvl1pPr lvl="0" algn="ctr">
              <a:spcBef>
                <a:spcPts val="0"/>
              </a:spcBef>
              <a:spcAft>
                <a:spcPts val="0"/>
              </a:spcAft>
              <a:buSzPts val="6000"/>
              <a:buNone/>
              <a:defRPr sz="56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90" name="Google Shape;290;p15"/>
          <p:cNvSpPr txBox="1"/>
          <p:nvPr>
            <p:ph idx="1" type="subTitle"/>
          </p:nvPr>
        </p:nvSpPr>
        <p:spPr>
          <a:xfrm>
            <a:off x="713221" y="3743550"/>
            <a:ext cx="4288500" cy="4686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1" name="Google Shape;291;p15"/>
          <p:cNvSpPr/>
          <p:nvPr>
            <p:ph idx="3" type="pic"/>
          </p:nvPr>
        </p:nvSpPr>
        <p:spPr>
          <a:xfrm>
            <a:off x="5567601" y="443700"/>
            <a:ext cx="3565200" cy="4258200"/>
          </a:xfrm>
          <a:prstGeom prst="rect">
            <a:avLst/>
          </a:prstGeom>
          <a:noFill/>
          <a:ln cap="flat" cmpd="sng" w="28575">
            <a:solidFill>
              <a:schemeClr val="accent1"/>
            </a:solidFill>
            <a:prstDash val="solid"/>
            <a:round/>
            <a:headEnd len="sm" w="sm" type="none"/>
            <a:tailEnd len="sm" w="sm" type="none"/>
          </a:ln>
        </p:spPr>
      </p:sp>
      <p:grpSp>
        <p:nvGrpSpPr>
          <p:cNvPr id="292" name="Google Shape;292;p15"/>
          <p:cNvGrpSpPr/>
          <p:nvPr/>
        </p:nvGrpSpPr>
        <p:grpSpPr>
          <a:xfrm>
            <a:off x="-20500" y="4701273"/>
            <a:ext cx="9219895" cy="461615"/>
            <a:chOff x="150" y="4701117"/>
            <a:chExt cx="9144000" cy="461615"/>
          </a:xfrm>
        </p:grpSpPr>
        <p:sp>
          <p:nvSpPr>
            <p:cNvPr id="293" name="Google Shape;293;p15"/>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94" name="Google Shape;294;p15"/>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95" name="Google Shape;295;p15"/>
          <p:cNvGrpSpPr/>
          <p:nvPr/>
        </p:nvGrpSpPr>
        <p:grpSpPr>
          <a:xfrm flipH="1" rot="10800000">
            <a:off x="-20500" y="-15158"/>
            <a:ext cx="9219895" cy="461615"/>
            <a:chOff x="150" y="4701117"/>
            <a:chExt cx="9144000" cy="461615"/>
          </a:xfrm>
        </p:grpSpPr>
        <p:sp>
          <p:nvSpPr>
            <p:cNvPr id="296" name="Google Shape;296;p15"/>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97" name="Google Shape;297;p15"/>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98" name="Google Shape;298;p15"/>
          <p:cNvGrpSpPr/>
          <p:nvPr/>
        </p:nvGrpSpPr>
        <p:grpSpPr>
          <a:xfrm>
            <a:off x="157356" y="4788056"/>
            <a:ext cx="8895728" cy="302471"/>
            <a:chOff x="157356" y="4788056"/>
            <a:chExt cx="8895728" cy="302471"/>
          </a:xfrm>
        </p:grpSpPr>
        <p:grpSp>
          <p:nvGrpSpPr>
            <p:cNvPr id="299" name="Google Shape;299;p15"/>
            <p:cNvGrpSpPr/>
            <p:nvPr/>
          </p:nvGrpSpPr>
          <p:grpSpPr>
            <a:xfrm flipH="1">
              <a:off x="7097295" y="4827229"/>
              <a:ext cx="344874" cy="246093"/>
              <a:chOff x="2509616" y="1928763"/>
              <a:chExt cx="1327970" cy="947605"/>
            </a:xfrm>
          </p:grpSpPr>
          <p:sp>
            <p:nvSpPr>
              <p:cNvPr id="300" name="Google Shape;300;p15"/>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15"/>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 name="Google Shape;302;p15"/>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15"/>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15"/>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15"/>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 name="Google Shape;306;p15"/>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 name="Google Shape;307;p15"/>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 name="Google Shape;308;p15"/>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15"/>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 name="Google Shape;310;p15"/>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 name="Google Shape;311;p15"/>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15"/>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3" name="Google Shape;313;p15"/>
            <p:cNvGrpSpPr/>
            <p:nvPr/>
          </p:nvGrpSpPr>
          <p:grpSpPr>
            <a:xfrm flipH="1" rot="-5400000">
              <a:off x="6683249" y="4800923"/>
              <a:ext cx="235464" cy="298700"/>
              <a:chOff x="4443093" y="1867585"/>
              <a:chExt cx="726740" cy="921628"/>
            </a:xfrm>
          </p:grpSpPr>
          <p:sp>
            <p:nvSpPr>
              <p:cNvPr id="314" name="Google Shape;314;p15"/>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15"/>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16" name="Google Shape;316;p15"/>
            <p:cNvSpPr/>
            <p:nvPr/>
          </p:nvSpPr>
          <p:spPr>
            <a:xfrm flipH="1">
              <a:off x="6032947"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17" name="Google Shape;317;p15"/>
            <p:cNvGrpSpPr/>
            <p:nvPr/>
          </p:nvGrpSpPr>
          <p:grpSpPr>
            <a:xfrm flipH="1" rot="-5400000">
              <a:off x="5670234" y="4756510"/>
              <a:ext cx="65949" cy="365580"/>
              <a:chOff x="7486891" y="2067545"/>
              <a:chExt cx="143805" cy="797165"/>
            </a:xfrm>
          </p:grpSpPr>
          <p:sp>
            <p:nvSpPr>
              <p:cNvPr id="318" name="Google Shape;318;p15"/>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15"/>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0" name="Google Shape;320;p15"/>
            <p:cNvGrpSpPr/>
            <p:nvPr/>
          </p:nvGrpSpPr>
          <p:grpSpPr>
            <a:xfrm flipH="1" rot="5400000">
              <a:off x="7717734" y="4713680"/>
              <a:ext cx="215942" cy="473196"/>
              <a:chOff x="1293873" y="1704092"/>
              <a:chExt cx="470872" cy="1031828"/>
            </a:xfrm>
          </p:grpSpPr>
          <p:sp>
            <p:nvSpPr>
              <p:cNvPr id="321" name="Google Shape;321;p15"/>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15"/>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15"/>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15"/>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15"/>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15"/>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7" name="Google Shape;327;p15"/>
            <p:cNvGrpSpPr/>
            <p:nvPr/>
          </p:nvGrpSpPr>
          <p:grpSpPr>
            <a:xfrm flipH="1">
              <a:off x="8624940" y="4831311"/>
              <a:ext cx="428145" cy="215966"/>
              <a:chOff x="4092051" y="3559505"/>
              <a:chExt cx="1306116" cy="658836"/>
            </a:xfrm>
          </p:grpSpPr>
          <p:grpSp>
            <p:nvGrpSpPr>
              <p:cNvPr id="328" name="Google Shape;328;p15"/>
              <p:cNvGrpSpPr/>
              <p:nvPr/>
            </p:nvGrpSpPr>
            <p:grpSpPr>
              <a:xfrm>
                <a:off x="4092051" y="3559505"/>
                <a:ext cx="1306116" cy="298886"/>
                <a:chOff x="4092051" y="3559505"/>
                <a:chExt cx="1306116" cy="298886"/>
              </a:xfrm>
            </p:grpSpPr>
            <p:sp>
              <p:nvSpPr>
                <p:cNvPr id="329" name="Google Shape;329;p15"/>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15"/>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15"/>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2" name="Google Shape;332;p15"/>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3" name="Google Shape;333;p15"/>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4" name="Google Shape;334;p15"/>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15"/>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6" name="Google Shape;336;p15"/>
              <p:cNvGrpSpPr/>
              <p:nvPr/>
            </p:nvGrpSpPr>
            <p:grpSpPr>
              <a:xfrm>
                <a:off x="4092051" y="3919455"/>
                <a:ext cx="1306116" cy="298886"/>
                <a:chOff x="4092051" y="3919455"/>
                <a:chExt cx="1306116" cy="298886"/>
              </a:xfrm>
            </p:grpSpPr>
            <p:sp>
              <p:nvSpPr>
                <p:cNvPr id="337" name="Google Shape;337;p15"/>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15"/>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15"/>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15"/>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15"/>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15"/>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15"/>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44" name="Google Shape;344;p15"/>
            <p:cNvSpPr/>
            <p:nvPr/>
          </p:nvSpPr>
          <p:spPr>
            <a:xfrm flipH="1">
              <a:off x="8209253"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45" name="Google Shape;345;p15"/>
            <p:cNvGrpSpPr/>
            <p:nvPr/>
          </p:nvGrpSpPr>
          <p:grpSpPr>
            <a:xfrm flipH="1">
              <a:off x="3381420" y="4827229"/>
              <a:ext cx="344874" cy="246093"/>
              <a:chOff x="2509616" y="1928763"/>
              <a:chExt cx="1327970" cy="947605"/>
            </a:xfrm>
          </p:grpSpPr>
          <p:sp>
            <p:nvSpPr>
              <p:cNvPr id="346" name="Google Shape;346;p15"/>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7" name="Google Shape;347;p15"/>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8" name="Google Shape;348;p15"/>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9" name="Google Shape;349;p15"/>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15"/>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1" name="Google Shape;351;p15"/>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2" name="Google Shape;352;p15"/>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3" name="Google Shape;353;p15"/>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4" name="Google Shape;354;p15"/>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5" name="Google Shape;355;p15"/>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6" name="Google Shape;356;p15"/>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7" name="Google Shape;357;p15"/>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8" name="Google Shape;358;p15"/>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9" name="Google Shape;359;p15"/>
            <p:cNvGrpSpPr/>
            <p:nvPr/>
          </p:nvGrpSpPr>
          <p:grpSpPr>
            <a:xfrm flipH="1" rot="-5400000">
              <a:off x="2967374" y="4800923"/>
              <a:ext cx="235464" cy="298700"/>
              <a:chOff x="4443093" y="1867585"/>
              <a:chExt cx="726740" cy="921628"/>
            </a:xfrm>
          </p:grpSpPr>
          <p:sp>
            <p:nvSpPr>
              <p:cNvPr id="360" name="Google Shape;360;p15"/>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1" name="Google Shape;361;p15"/>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62" name="Google Shape;362;p15"/>
            <p:cNvSpPr/>
            <p:nvPr/>
          </p:nvSpPr>
          <p:spPr>
            <a:xfrm flipH="1">
              <a:off x="2317072"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63" name="Google Shape;363;p15"/>
            <p:cNvGrpSpPr/>
            <p:nvPr/>
          </p:nvGrpSpPr>
          <p:grpSpPr>
            <a:xfrm flipH="1" rot="-5400000">
              <a:off x="1954359" y="4756510"/>
              <a:ext cx="65949" cy="365580"/>
              <a:chOff x="7486891" y="2067545"/>
              <a:chExt cx="143805" cy="797165"/>
            </a:xfrm>
          </p:grpSpPr>
          <p:sp>
            <p:nvSpPr>
              <p:cNvPr id="364" name="Google Shape;364;p15"/>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5" name="Google Shape;365;p15"/>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66" name="Google Shape;366;p15"/>
            <p:cNvGrpSpPr/>
            <p:nvPr/>
          </p:nvGrpSpPr>
          <p:grpSpPr>
            <a:xfrm flipH="1" rot="5400000">
              <a:off x="4001859" y="4713680"/>
              <a:ext cx="215942" cy="473196"/>
              <a:chOff x="1293873" y="1704092"/>
              <a:chExt cx="470872" cy="1031828"/>
            </a:xfrm>
          </p:grpSpPr>
          <p:sp>
            <p:nvSpPr>
              <p:cNvPr id="367" name="Google Shape;367;p15"/>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15"/>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15"/>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15"/>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15"/>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15"/>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3" name="Google Shape;373;p15"/>
            <p:cNvGrpSpPr/>
            <p:nvPr/>
          </p:nvGrpSpPr>
          <p:grpSpPr>
            <a:xfrm flipH="1">
              <a:off x="4909065" y="4831311"/>
              <a:ext cx="428145" cy="215966"/>
              <a:chOff x="4092051" y="3559505"/>
              <a:chExt cx="1306116" cy="658836"/>
            </a:xfrm>
          </p:grpSpPr>
          <p:grpSp>
            <p:nvGrpSpPr>
              <p:cNvPr id="374" name="Google Shape;374;p15"/>
              <p:cNvGrpSpPr/>
              <p:nvPr/>
            </p:nvGrpSpPr>
            <p:grpSpPr>
              <a:xfrm>
                <a:off x="4092051" y="3559505"/>
                <a:ext cx="1306116" cy="298886"/>
                <a:chOff x="4092051" y="3559505"/>
                <a:chExt cx="1306116" cy="298886"/>
              </a:xfrm>
            </p:grpSpPr>
            <p:sp>
              <p:nvSpPr>
                <p:cNvPr id="375" name="Google Shape;375;p15"/>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15"/>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15"/>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15"/>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15"/>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15"/>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1" name="Google Shape;381;p15"/>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82" name="Google Shape;382;p15"/>
              <p:cNvGrpSpPr/>
              <p:nvPr/>
            </p:nvGrpSpPr>
            <p:grpSpPr>
              <a:xfrm>
                <a:off x="4092051" y="3919455"/>
                <a:ext cx="1306116" cy="298886"/>
                <a:chOff x="4092051" y="3919455"/>
                <a:chExt cx="1306116" cy="298886"/>
              </a:xfrm>
            </p:grpSpPr>
            <p:sp>
              <p:nvSpPr>
                <p:cNvPr id="383" name="Google Shape;383;p15"/>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4" name="Google Shape;384;p15"/>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5" name="Google Shape;385;p15"/>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6" name="Google Shape;386;p15"/>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7" name="Google Shape;387;p15"/>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8" name="Google Shape;388;p15"/>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9" name="Google Shape;389;p15"/>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90" name="Google Shape;390;p15"/>
            <p:cNvSpPr/>
            <p:nvPr/>
          </p:nvSpPr>
          <p:spPr>
            <a:xfrm flipH="1">
              <a:off x="4493378"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91" name="Google Shape;391;p15"/>
            <p:cNvGrpSpPr/>
            <p:nvPr/>
          </p:nvGrpSpPr>
          <p:grpSpPr>
            <a:xfrm flipH="1" rot="5400000">
              <a:off x="285984" y="4713680"/>
              <a:ext cx="215942" cy="473196"/>
              <a:chOff x="1293873" y="1704092"/>
              <a:chExt cx="470872" cy="1031828"/>
            </a:xfrm>
          </p:grpSpPr>
          <p:sp>
            <p:nvSpPr>
              <p:cNvPr id="392" name="Google Shape;392;p15"/>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3" name="Google Shape;393;p15"/>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4" name="Google Shape;394;p15"/>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5" name="Google Shape;395;p15"/>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6" name="Google Shape;396;p15"/>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15"/>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98" name="Google Shape;398;p15"/>
            <p:cNvGrpSpPr/>
            <p:nvPr/>
          </p:nvGrpSpPr>
          <p:grpSpPr>
            <a:xfrm flipH="1">
              <a:off x="1193190" y="4831311"/>
              <a:ext cx="428145" cy="215966"/>
              <a:chOff x="4092051" y="3559505"/>
              <a:chExt cx="1306116" cy="658836"/>
            </a:xfrm>
          </p:grpSpPr>
          <p:grpSp>
            <p:nvGrpSpPr>
              <p:cNvPr id="399" name="Google Shape;399;p15"/>
              <p:cNvGrpSpPr/>
              <p:nvPr/>
            </p:nvGrpSpPr>
            <p:grpSpPr>
              <a:xfrm>
                <a:off x="4092051" y="3559505"/>
                <a:ext cx="1306116" cy="298886"/>
                <a:chOff x="4092051" y="3559505"/>
                <a:chExt cx="1306116" cy="298886"/>
              </a:xfrm>
            </p:grpSpPr>
            <p:sp>
              <p:nvSpPr>
                <p:cNvPr id="400" name="Google Shape;400;p15"/>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15"/>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15"/>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3" name="Google Shape;403;p15"/>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4" name="Google Shape;404;p15"/>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 name="Google Shape;405;p15"/>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 name="Google Shape;406;p15"/>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07" name="Google Shape;407;p15"/>
              <p:cNvGrpSpPr/>
              <p:nvPr/>
            </p:nvGrpSpPr>
            <p:grpSpPr>
              <a:xfrm>
                <a:off x="4092051" y="3919455"/>
                <a:ext cx="1306116" cy="298886"/>
                <a:chOff x="4092051" y="3919455"/>
                <a:chExt cx="1306116" cy="298886"/>
              </a:xfrm>
            </p:grpSpPr>
            <p:sp>
              <p:nvSpPr>
                <p:cNvPr id="408" name="Google Shape;408;p15"/>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9" name="Google Shape;409;p15"/>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0" name="Google Shape;410;p15"/>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1" name="Google Shape;411;p15"/>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2" name="Google Shape;412;p15"/>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15"/>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4" name="Google Shape;414;p15"/>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15" name="Google Shape;415;p15"/>
            <p:cNvSpPr/>
            <p:nvPr/>
          </p:nvSpPr>
          <p:spPr>
            <a:xfrm flipH="1">
              <a:off x="777503"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16" name="Google Shape;416;p15"/>
          <p:cNvGrpSpPr/>
          <p:nvPr/>
        </p:nvGrpSpPr>
        <p:grpSpPr>
          <a:xfrm>
            <a:off x="157356" y="54756"/>
            <a:ext cx="8895728" cy="302471"/>
            <a:chOff x="157356" y="54756"/>
            <a:chExt cx="8895728" cy="302471"/>
          </a:xfrm>
        </p:grpSpPr>
        <p:grpSp>
          <p:nvGrpSpPr>
            <p:cNvPr id="417" name="Google Shape;417;p15"/>
            <p:cNvGrpSpPr/>
            <p:nvPr/>
          </p:nvGrpSpPr>
          <p:grpSpPr>
            <a:xfrm>
              <a:off x="1768272" y="93929"/>
              <a:ext cx="344874" cy="246093"/>
              <a:chOff x="2509616" y="1928763"/>
              <a:chExt cx="1327970" cy="947605"/>
            </a:xfrm>
          </p:grpSpPr>
          <p:sp>
            <p:nvSpPr>
              <p:cNvPr id="418" name="Google Shape;418;p15"/>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15"/>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15"/>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15"/>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15"/>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15"/>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4" name="Google Shape;424;p15"/>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15"/>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15"/>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15"/>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15"/>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15"/>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15"/>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31" name="Google Shape;431;p15"/>
            <p:cNvGrpSpPr/>
            <p:nvPr/>
          </p:nvGrpSpPr>
          <p:grpSpPr>
            <a:xfrm rot="5400000">
              <a:off x="2291728" y="67623"/>
              <a:ext cx="235464" cy="298700"/>
              <a:chOff x="4443093" y="1867585"/>
              <a:chExt cx="726740" cy="921628"/>
            </a:xfrm>
          </p:grpSpPr>
          <p:sp>
            <p:nvSpPr>
              <p:cNvPr id="432" name="Google Shape;432;p15"/>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3" name="Google Shape;433;p15"/>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34" name="Google Shape;434;p15"/>
            <p:cNvSpPr/>
            <p:nvPr/>
          </p:nvSpPr>
          <p:spPr>
            <a:xfrm>
              <a:off x="2705750" y="743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35" name="Google Shape;435;p15"/>
            <p:cNvGrpSpPr/>
            <p:nvPr/>
          </p:nvGrpSpPr>
          <p:grpSpPr>
            <a:xfrm rot="5400000">
              <a:off x="3474258" y="23210"/>
              <a:ext cx="65949" cy="365580"/>
              <a:chOff x="7486891" y="2067545"/>
              <a:chExt cx="143805" cy="797165"/>
            </a:xfrm>
          </p:grpSpPr>
          <p:sp>
            <p:nvSpPr>
              <p:cNvPr id="436" name="Google Shape;436;p15"/>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7" name="Google Shape;437;p15"/>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38" name="Google Shape;438;p15"/>
            <p:cNvGrpSpPr/>
            <p:nvPr/>
          </p:nvGrpSpPr>
          <p:grpSpPr>
            <a:xfrm rot="-5400000">
              <a:off x="1276765" y="-19620"/>
              <a:ext cx="215942" cy="473196"/>
              <a:chOff x="1293873" y="1704092"/>
              <a:chExt cx="470872" cy="1031828"/>
            </a:xfrm>
          </p:grpSpPr>
          <p:sp>
            <p:nvSpPr>
              <p:cNvPr id="439" name="Google Shape;439;p15"/>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0" name="Google Shape;440;p15"/>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1" name="Google Shape;441;p15"/>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2" name="Google Shape;442;p15"/>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3" name="Google Shape;443;p15"/>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4" name="Google Shape;444;p15"/>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45" name="Google Shape;445;p15"/>
            <p:cNvGrpSpPr/>
            <p:nvPr/>
          </p:nvGrpSpPr>
          <p:grpSpPr>
            <a:xfrm>
              <a:off x="157356" y="98011"/>
              <a:ext cx="428145" cy="215966"/>
              <a:chOff x="4092051" y="3559505"/>
              <a:chExt cx="1306116" cy="658836"/>
            </a:xfrm>
          </p:grpSpPr>
          <p:grpSp>
            <p:nvGrpSpPr>
              <p:cNvPr id="446" name="Google Shape;446;p15"/>
              <p:cNvGrpSpPr/>
              <p:nvPr/>
            </p:nvGrpSpPr>
            <p:grpSpPr>
              <a:xfrm>
                <a:off x="4092051" y="3559505"/>
                <a:ext cx="1306116" cy="298886"/>
                <a:chOff x="4092051" y="3559505"/>
                <a:chExt cx="1306116" cy="298886"/>
              </a:xfrm>
            </p:grpSpPr>
            <p:sp>
              <p:nvSpPr>
                <p:cNvPr id="447" name="Google Shape;447;p15"/>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8" name="Google Shape;448;p15"/>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9" name="Google Shape;449;p15"/>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15"/>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1" name="Google Shape;451;p15"/>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2" name="Google Shape;452;p15"/>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3" name="Google Shape;453;p15"/>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54" name="Google Shape;454;p15"/>
              <p:cNvGrpSpPr/>
              <p:nvPr/>
            </p:nvGrpSpPr>
            <p:grpSpPr>
              <a:xfrm>
                <a:off x="4092051" y="3919455"/>
                <a:ext cx="1306116" cy="298886"/>
                <a:chOff x="4092051" y="3919455"/>
                <a:chExt cx="1306116" cy="298886"/>
              </a:xfrm>
            </p:grpSpPr>
            <p:sp>
              <p:nvSpPr>
                <p:cNvPr id="455" name="Google Shape;455;p15"/>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6" name="Google Shape;456;p15"/>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7" name="Google Shape;457;p15"/>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8" name="Google Shape;458;p15"/>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9" name="Google Shape;459;p15"/>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0" name="Google Shape;460;p15"/>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1" name="Google Shape;461;p15"/>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62" name="Google Shape;462;p15"/>
            <p:cNvSpPr/>
            <p:nvPr/>
          </p:nvSpPr>
          <p:spPr>
            <a:xfrm>
              <a:off x="731107" y="547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63" name="Google Shape;463;p15"/>
            <p:cNvGrpSpPr/>
            <p:nvPr/>
          </p:nvGrpSpPr>
          <p:grpSpPr>
            <a:xfrm>
              <a:off x="5484147" y="93929"/>
              <a:ext cx="344874" cy="246093"/>
              <a:chOff x="2509616" y="1928763"/>
              <a:chExt cx="1327970" cy="947605"/>
            </a:xfrm>
          </p:grpSpPr>
          <p:sp>
            <p:nvSpPr>
              <p:cNvPr id="464" name="Google Shape;464;p15"/>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5" name="Google Shape;465;p15"/>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6" name="Google Shape;466;p15"/>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 name="Google Shape;467;p15"/>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8" name="Google Shape;468;p15"/>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9" name="Google Shape;469;p15"/>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0" name="Google Shape;470;p15"/>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1" name="Google Shape;471;p15"/>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15"/>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15"/>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15"/>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5" name="Google Shape;475;p15"/>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6" name="Google Shape;476;p15"/>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77" name="Google Shape;477;p15"/>
            <p:cNvGrpSpPr/>
            <p:nvPr/>
          </p:nvGrpSpPr>
          <p:grpSpPr>
            <a:xfrm rot="5400000">
              <a:off x="6007603" y="67623"/>
              <a:ext cx="235464" cy="298700"/>
              <a:chOff x="4443093" y="1867585"/>
              <a:chExt cx="726740" cy="921628"/>
            </a:xfrm>
          </p:grpSpPr>
          <p:sp>
            <p:nvSpPr>
              <p:cNvPr id="478" name="Google Shape;478;p15"/>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9" name="Google Shape;479;p15"/>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80" name="Google Shape;480;p15"/>
            <p:cNvSpPr/>
            <p:nvPr/>
          </p:nvSpPr>
          <p:spPr>
            <a:xfrm>
              <a:off x="6421625" y="743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81" name="Google Shape;481;p15"/>
            <p:cNvGrpSpPr/>
            <p:nvPr/>
          </p:nvGrpSpPr>
          <p:grpSpPr>
            <a:xfrm rot="5400000">
              <a:off x="7190133" y="23210"/>
              <a:ext cx="65949" cy="365580"/>
              <a:chOff x="7486891" y="2067545"/>
              <a:chExt cx="143805" cy="797165"/>
            </a:xfrm>
          </p:grpSpPr>
          <p:sp>
            <p:nvSpPr>
              <p:cNvPr id="482" name="Google Shape;482;p15"/>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3" name="Google Shape;483;p15"/>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84" name="Google Shape;484;p15"/>
            <p:cNvGrpSpPr/>
            <p:nvPr/>
          </p:nvGrpSpPr>
          <p:grpSpPr>
            <a:xfrm rot="-5400000">
              <a:off x="4992640" y="-19620"/>
              <a:ext cx="215942" cy="473196"/>
              <a:chOff x="1293873" y="1704092"/>
              <a:chExt cx="470872" cy="1031828"/>
            </a:xfrm>
          </p:grpSpPr>
          <p:sp>
            <p:nvSpPr>
              <p:cNvPr id="485" name="Google Shape;485;p15"/>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15"/>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7" name="Google Shape;487;p15"/>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8" name="Google Shape;488;p15"/>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9" name="Google Shape;489;p15"/>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0" name="Google Shape;490;p15"/>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91" name="Google Shape;491;p15"/>
            <p:cNvGrpSpPr/>
            <p:nvPr/>
          </p:nvGrpSpPr>
          <p:grpSpPr>
            <a:xfrm>
              <a:off x="3873231" y="98011"/>
              <a:ext cx="428145" cy="215966"/>
              <a:chOff x="4092051" y="3559505"/>
              <a:chExt cx="1306116" cy="658836"/>
            </a:xfrm>
          </p:grpSpPr>
          <p:grpSp>
            <p:nvGrpSpPr>
              <p:cNvPr id="492" name="Google Shape;492;p15"/>
              <p:cNvGrpSpPr/>
              <p:nvPr/>
            </p:nvGrpSpPr>
            <p:grpSpPr>
              <a:xfrm>
                <a:off x="4092051" y="3559505"/>
                <a:ext cx="1306116" cy="298886"/>
                <a:chOff x="4092051" y="3559505"/>
                <a:chExt cx="1306116" cy="298886"/>
              </a:xfrm>
            </p:grpSpPr>
            <p:sp>
              <p:nvSpPr>
                <p:cNvPr id="493" name="Google Shape;493;p15"/>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4" name="Google Shape;494;p15"/>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15"/>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15"/>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15"/>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15"/>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15"/>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00" name="Google Shape;500;p15"/>
              <p:cNvGrpSpPr/>
              <p:nvPr/>
            </p:nvGrpSpPr>
            <p:grpSpPr>
              <a:xfrm>
                <a:off x="4092051" y="3919455"/>
                <a:ext cx="1306116" cy="298886"/>
                <a:chOff x="4092051" y="3919455"/>
                <a:chExt cx="1306116" cy="298886"/>
              </a:xfrm>
            </p:grpSpPr>
            <p:sp>
              <p:nvSpPr>
                <p:cNvPr id="501" name="Google Shape;501;p15"/>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15"/>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15"/>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15"/>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5" name="Google Shape;505;p15"/>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6" name="Google Shape;506;p15"/>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15"/>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08" name="Google Shape;508;p15"/>
            <p:cNvSpPr/>
            <p:nvPr/>
          </p:nvSpPr>
          <p:spPr>
            <a:xfrm>
              <a:off x="4446982" y="547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09" name="Google Shape;509;p15"/>
            <p:cNvGrpSpPr/>
            <p:nvPr/>
          </p:nvGrpSpPr>
          <p:grpSpPr>
            <a:xfrm rot="-5400000">
              <a:off x="8708515" y="-19620"/>
              <a:ext cx="215942" cy="473196"/>
              <a:chOff x="1293873" y="1704092"/>
              <a:chExt cx="470872" cy="1031828"/>
            </a:xfrm>
          </p:grpSpPr>
          <p:sp>
            <p:nvSpPr>
              <p:cNvPr id="510" name="Google Shape;510;p15"/>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1" name="Google Shape;511;p15"/>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15"/>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15"/>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4" name="Google Shape;514;p15"/>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15"/>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16" name="Google Shape;516;p15"/>
            <p:cNvGrpSpPr/>
            <p:nvPr/>
          </p:nvGrpSpPr>
          <p:grpSpPr>
            <a:xfrm>
              <a:off x="7589106" y="98011"/>
              <a:ext cx="428145" cy="215966"/>
              <a:chOff x="4092051" y="3559505"/>
              <a:chExt cx="1306116" cy="658836"/>
            </a:xfrm>
          </p:grpSpPr>
          <p:grpSp>
            <p:nvGrpSpPr>
              <p:cNvPr id="517" name="Google Shape;517;p15"/>
              <p:cNvGrpSpPr/>
              <p:nvPr/>
            </p:nvGrpSpPr>
            <p:grpSpPr>
              <a:xfrm>
                <a:off x="4092051" y="3559505"/>
                <a:ext cx="1306116" cy="298886"/>
                <a:chOff x="4092051" y="3559505"/>
                <a:chExt cx="1306116" cy="298886"/>
              </a:xfrm>
            </p:grpSpPr>
            <p:sp>
              <p:nvSpPr>
                <p:cNvPr id="518" name="Google Shape;518;p15"/>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9" name="Google Shape;519;p15"/>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0" name="Google Shape;520;p15"/>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1" name="Google Shape;521;p15"/>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2" name="Google Shape;522;p15"/>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3" name="Google Shape;523;p15"/>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4" name="Google Shape;524;p15"/>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25" name="Google Shape;525;p15"/>
              <p:cNvGrpSpPr/>
              <p:nvPr/>
            </p:nvGrpSpPr>
            <p:grpSpPr>
              <a:xfrm>
                <a:off x="4092051" y="3919455"/>
                <a:ext cx="1306116" cy="298886"/>
                <a:chOff x="4092051" y="3919455"/>
                <a:chExt cx="1306116" cy="298886"/>
              </a:xfrm>
            </p:grpSpPr>
            <p:sp>
              <p:nvSpPr>
                <p:cNvPr id="526" name="Google Shape;526;p15"/>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7" name="Google Shape;527;p15"/>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8" name="Google Shape;528;p15"/>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9" name="Google Shape;529;p15"/>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0" name="Google Shape;530;p15"/>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1" name="Google Shape;531;p15"/>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2" name="Google Shape;532;p15"/>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33" name="Google Shape;533;p15"/>
            <p:cNvSpPr/>
            <p:nvPr/>
          </p:nvSpPr>
          <p:spPr>
            <a:xfrm>
              <a:off x="8162857" y="547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34" name="Shape 534"/>
        <p:cNvGrpSpPr/>
        <p:nvPr/>
      </p:nvGrpSpPr>
      <p:grpSpPr>
        <a:xfrm>
          <a:off x="0" y="0"/>
          <a:ext cx="0" cy="0"/>
          <a:chOff x="0" y="0"/>
          <a:chExt cx="0" cy="0"/>
        </a:xfrm>
      </p:grpSpPr>
      <p:sp>
        <p:nvSpPr>
          <p:cNvPr id="535" name="Google Shape;535;p16"/>
          <p:cNvSpPr txBox="1"/>
          <p:nvPr>
            <p:ph idx="1" type="body"/>
          </p:nvPr>
        </p:nvSpPr>
        <p:spPr>
          <a:xfrm>
            <a:off x="720000" y="1278025"/>
            <a:ext cx="4756800" cy="32412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1"/>
              </a:buClr>
              <a:buSzPts val="1400"/>
              <a:buChar char="➔"/>
              <a:defRPr/>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
        <p:nvSpPr>
          <p:cNvPr id="536" name="Google Shape;536;p16"/>
          <p:cNvSpPr txBox="1"/>
          <p:nvPr>
            <p:ph type="title"/>
          </p:nvPr>
        </p:nvSpPr>
        <p:spPr>
          <a:xfrm>
            <a:off x="713225"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2pPr>
            <a:lvl3pPr lvl="2"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3pPr>
            <a:lvl4pPr lvl="3"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4pPr>
            <a:lvl5pPr lvl="4"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5pPr>
            <a:lvl6pPr lvl="5"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6pPr>
            <a:lvl7pPr lvl="6"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7pPr>
            <a:lvl8pPr lvl="7"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8pPr>
            <a:lvl9pPr lvl="8"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9pPr>
          </a:lstStyle>
          <a:p/>
        </p:txBody>
      </p:sp>
      <p:grpSp>
        <p:nvGrpSpPr>
          <p:cNvPr id="537" name="Google Shape;537;p16"/>
          <p:cNvGrpSpPr/>
          <p:nvPr/>
        </p:nvGrpSpPr>
        <p:grpSpPr>
          <a:xfrm>
            <a:off x="-20500" y="4701273"/>
            <a:ext cx="9219895" cy="461615"/>
            <a:chOff x="150" y="4701117"/>
            <a:chExt cx="9144000" cy="461615"/>
          </a:xfrm>
        </p:grpSpPr>
        <p:sp>
          <p:nvSpPr>
            <p:cNvPr id="538" name="Google Shape;538;p16"/>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539" name="Google Shape;539;p16"/>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540" name="Google Shape;540;p16"/>
          <p:cNvGrpSpPr/>
          <p:nvPr/>
        </p:nvGrpSpPr>
        <p:grpSpPr>
          <a:xfrm>
            <a:off x="230912" y="4788068"/>
            <a:ext cx="8682176" cy="302471"/>
            <a:chOff x="230912" y="4788068"/>
            <a:chExt cx="8682176" cy="302471"/>
          </a:xfrm>
        </p:grpSpPr>
        <p:grpSp>
          <p:nvGrpSpPr>
            <p:cNvPr id="541" name="Google Shape;541;p16"/>
            <p:cNvGrpSpPr/>
            <p:nvPr/>
          </p:nvGrpSpPr>
          <p:grpSpPr>
            <a:xfrm flipH="1">
              <a:off x="8614412" y="4791628"/>
              <a:ext cx="298676" cy="295339"/>
              <a:chOff x="10240740" y="2106170"/>
              <a:chExt cx="751954" cy="743552"/>
            </a:xfrm>
          </p:grpSpPr>
          <p:sp>
            <p:nvSpPr>
              <p:cNvPr id="542" name="Google Shape;542;p1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3" name="Google Shape;543;p1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1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1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1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7" name="Google Shape;547;p1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48" name="Google Shape;548;p16"/>
            <p:cNvSpPr/>
            <p:nvPr/>
          </p:nvSpPr>
          <p:spPr>
            <a:xfrm flipH="1">
              <a:off x="8169760" y="48059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9" name="Google Shape;549;p16"/>
            <p:cNvSpPr/>
            <p:nvPr/>
          </p:nvSpPr>
          <p:spPr>
            <a:xfrm flipH="1">
              <a:off x="7770649" y="47970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50" name="Google Shape;550;p16"/>
            <p:cNvGrpSpPr/>
            <p:nvPr/>
          </p:nvGrpSpPr>
          <p:grpSpPr>
            <a:xfrm flipH="1">
              <a:off x="7196899" y="4831323"/>
              <a:ext cx="428145" cy="215966"/>
              <a:chOff x="4092051" y="3559505"/>
              <a:chExt cx="1306116" cy="658836"/>
            </a:xfrm>
          </p:grpSpPr>
          <p:grpSp>
            <p:nvGrpSpPr>
              <p:cNvPr id="551" name="Google Shape;551;p16"/>
              <p:cNvGrpSpPr/>
              <p:nvPr/>
            </p:nvGrpSpPr>
            <p:grpSpPr>
              <a:xfrm>
                <a:off x="4092051" y="3559505"/>
                <a:ext cx="1306116" cy="298886"/>
                <a:chOff x="4092051" y="3559505"/>
                <a:chExt cx="1306116" cy="298886"/>
              </a:xfrm>
            </p:grpSpPr>
            <p:sp>
              <p:nvSpPr>
                <p:cNvPr id="552" name="Google Shape;552;p16"/>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16"/>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4" name="Google Shape;554;p16"/>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5" name="Google Shape;555;p16"/>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16"/>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16"/>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16"/>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59" name="Google Shape;559;p16"/>
              <p:cNvGrpSpPr/>
              <p:nvPr/>
            </p:nvGrpSpPr>
            <p:grpSpPr>
              <a:xfrm>
                <a:off x="4092051" y="3919455"/>
                <a:ext cx="1306116" cy="298886"/>
                <a:chOff x="4092051" y="3919455"/>
                <a:chExt cx="1306116" cy="298886"/>
              </a:xfrm>
            </p:grpSpPr>
            <p:sp>
              <p:nvSpPr>
                <p:cNvPr id="560" name="Google Shape;560;p16"/>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1" name="Google Shape;561;p16"/>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16"/>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16"/>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16"/>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16"/>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16"/>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67" name="Google Shape;567;p16"/>
            <p:cNvGrpSpPr/>
            <p:nvPr/>
          </p:nvGrpSpPr>
          <p:grpSpPr>
            <a:xfrm flipH="1" rot="-5400000">
              <a:off x="6367987" y="4789071"/>
              <a:ext cx="212838" cy="322401"/>
              <a:chOff x="5958752" y="3513438"/>
              <a:chExt cx="464103" cy="703011"/>
            </a:xfrm>
          </p:grpSpPr>
          <p:sp>
            <p:nvSpPr>
              <p:cNvPr id="568" name="Google Shape;568;p1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9" name="Google Shape;569;p1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0" name="Google Shape;570;p1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1" name="Google Shape;571;p1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72" name="Google Shape;572;p16"/>
            <p:cNvSpPr/>
            <p:nvPr/>
          </p:nvSpPr>
          <p:spPr>
            <a:xfrm flipH="1">
              <a:off x="6781212" y="4788068"/>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73" name="Google Shape;573;p16"/>
            <p:cNvGrpSpPr/>
            <p:nvPr/>
          </p:nvGrpSpPr>
          <p:grpSpPr>
            <a:xfrm flipH="1">
              <a:off x="5819912" y="4791628"/>
              <a:ext cx="298676" cy="295339"/>
              <a:chOff x="10240740" y="2106170"/>
              <a:chExt cx="751954" cy="743552"/>
            </a:xfrm>
          </p:grpSpPr>
          <p:sp>
            <p:nvSpPr>
              <p:cNvPr id="574" name="Google Shape;574;p1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5" name="Google Shape;575;p1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6" name="Google Shape;576;p1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7" name="Google Shape;577;p1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8" name="Google Shape;578;p1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9" name="Google Shape;579;p1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80" name="Google Shape;580;p16"/>
            <p:cNvSpPr/>
            <p:nvPr/>
          </p:nvSpPr>
          <p:spPr>
            <a:xfrm flipH="1">
              <a:off x="5375260" y="48059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1" name="Google Shape;581;p16"/>
            <p:cNvSpPr/>
            <p:nvPr/>
          </p:nvSpPr>
          <p:spPr>
            <a:xfrm flipH="1">
              <a:off x="4976149" y="47970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82" name="Google Shape;582;p16"/>
            <p:cNvGrpSpPr/>
            <p:nvPr/>
          </p:nvGrpSpPr>
          <p:grpSpPr>
            <a:xfrm flipH="1">
              <a:off x="4402399" y="4831323"/>
              <a:ext cx="428145" cy="215966"/>
              <a:chOff x="4092051" y="3559505"/>
              <a:chExt cx="1306116" cy="658836"/>
            </a:xfrm>
          </p:grpSpPr>
          <p:grpSp>
            <p:nvGrpSpPr>
              <p:cNvPr id="583" name="Google Shape;583;p16"/>
              <p:cNvGrpSpPr/>
              <p:nvPr/>
            </p:nvGrpSpPr>
            <p:grpSpPr>
              <a:xfrm>
                <a:off x="4092051" y="3559505"/>
                <a:ext cx="1306116" cy="298886"/>
                <a:chOff x="4092051" y="3559505"/>
                <a:chExt cx="1306116" cy="298886"/>
              </a:xfrm>
            </p:grpSpPr>
            <p:sp>
              <p:nvSpPr>
                <p:cNvPr id="584" name="Google Shape;584;p16"/>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5" name="Google Shape;585;p16"/>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6" name="Google Shape;586;p16"/>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7" name="Google Shape;587;p16"/>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8" name="Google Shape;588;p16"/>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16"/>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0" name="Google Shape;590;p16"/>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91" name="Google Shape;591;p16"/>
              <p:cNvGrpSpPr/>
              <p:nvPr/>
            </p:nvGrpSpPr>
            <p:grpSpPr>
              <a:xfrm>
                <a:off x="4092051" y="3919455"/>
                <a:ext cx="1306116" cy="298886"/>
                <a:chOff x="4092051" y="3919455"/>
                <a:chExt cx="1306116" cy="298886"/>
              </a:xfrm>
            </p:grpSpPr>
            <p:sp>
              <p:nvSpPr>
                <p:cNvPr id="592" name="Google Shape;592;p16"/>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3" name="Google Shape;593;p16"/>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4" name="Google Shape;594;p16"/>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16"/>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6" name="Google Shape;596;p16"/>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7" name="Google Shape;597;p16"/>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8" name="Google Shape;598;p16"/>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99" name="Google Shape;599;p16"/>
            <p:cNvGrpSpPr/>
            <p:nvPr/>
          </p:nvGrpSpPr>
          <p:grpSpPr>
            <a:xfrm flipH="1" rot="-5400000">
              <a:off x="3573487" y="4789071"/>
              <a:ext cx="212838" cy="322401"/>
              <a:chOff x="5958752" y="3513438"/>
              <a:chExt cx="464103" cy="703011"/>
            </a:xfrm>
          </p:grpSpPr>
          <p:sp>
            <p:nvSpPr>
              <p:cNvPr id="600" name="Google Shape;600;p1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1" name="Google Shape;601;p1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2" name="Google Shape;602;p1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3" name="Google Shape;603;p1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04" name="Google Shape;604;p16"/>
            <p:cNvSpPr/>
            <p:nvPr/>
          </p:nvSpPr>
          <p:spPr>
            <a:xfrm flipH="1">
              <a:off x="3986712" y="4788068"/>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05" name="Google Shape;605;p16"/>
            <p:cNvGrpSpPr/>
            <p:nvPr/>
          </p:nvGrpSpPr>
          <p:grpSpPr>
            <a:xfrm flipH="1">
              <a:off x="3025412" y="4791628"/>
              <a:ext cx="298676" cy="295339"/>
              <a:chOff x="10240740" y="2106170"/>
              <a:chExt cx="751954" cy="743552"/>
            </a:xfrm>
          </p:grpSpPr>
          <p:sp>
            <p:nvSpPr>
              <p:cNvPr id="606" name="Google Shape;606;p1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7" name="Google Shape;607;p1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8" name="Google Shape;608;p1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9" name="Google Shape;609;p1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0" name="Google Shape;610;p1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1" name="Google Shape;611;p1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12" name="Google Shape;612;p16"/>
            <p:cNvSpPr/>
            <p:nvPr/>
          </p:nvSpPr>
          <p:spPr>
            <a:xfrm flipH="1">
              <a:off x="2580760" y="48059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3" name="Google Shape;613;p16"/>
            <p:cNvSpPr/>
            <p:nvPr/>
          </p:nvSpPr>
          <p:spPr>
            <a:xfrm flipH="1">
              <a:off x="2181649" y="47970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14" name="Google Shape;614;p16"/>
            <p:cNvGrpSpPr/>
            <p:nvPr/>
          </p:nvGrpSpPr>
          <p:grpSpPr>
            <a:xfrm flipH="1">
              <a:off x="1607899" y="4831323"/>
              <a:ext cx="428145" cy="215966"/>
              <a:chOff x="4092051" y="3559505"/>
              <a:chExt cx="1306116" cy="658836"/>
            </a:xfrm>
          </p:grpSpPr>
          <p:grpSp>
            <p:nvGrpSpPr>
              <p:cNvPr id="615" name="Google Shape;615;p16"/>
              <p:cNvGrpSpPr/>
              <p:nvPr/>
            </p:nvGrpSpPr>
            <p:grpSpPr>
              <a:xfrm>
                <a:off x="4092051" y="3559505"/>
                <a:ext cx="1306116" cy="298886"/>
                <a:chOff x="4092051" y="3559505"/>
                <a:chExt cx="1306116" cy="298886"/>
              </a:xfrm>
            </p:grpSpPr>
            <p:sp>
              <p:nvSpPr>
                <p:cNvPr id="616" name="Google Shape;616;p16"/>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7" name="Google Shape;617;p16"/>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8" name="Google Shape;618;p16"/>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9" name="Google Shape;619;p16"/>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0" name="Google Shape;620;p16"/>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1" name="Google Shape;621;p16"/>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2" name="Google Shape;622;p16"/>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23" name="Google Shape;623;p16"/>
              <p:cNvGrpSpPr/>
              <p:nvPr/>
            </p:nvGrpSpPr>
            <p:grpSpPr>
              <a:xfrm>
                <a:off x="4092051" y="3919455"/>
                <a:ext cx="1306116" cy="298886"/>
                <a:chOff x="4092051" y="3919455"/>
                <a:chExt cx="1306116" cy="298886"/>
              </a:xfrm>
            </p:grpSpPr>
            <p:sp>
              <p:nvSpPr>
                <p:cNvPr id="624" name="Google Shape;624;p16"/>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5" name="Google Shape;625;p16"/>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6" name="Google Shape;626;p16"/>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 name="Google Shape;627;p16"/>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8" name="Google Shape;628;p16"/>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9" name="Google Shape;629;p16"/>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0" name="Google Shape;630;p16"/>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631" name="Google Shape;631;p16"/>
            <p:cNvGrpSpPr/>
            <p:nvPr/>
          </p:nvGrpSpPr>
          <p:grpSpPr>
            <a:xfrm flipH="1" rot="-5400000">
              <a:off x="778987" y="4789071"/>
              <a:ext cx="212838" cy="322401"/>
              <a:chOff x="5958752" y="3513438"/>
              <a:chExt cx="464103" cy="703011"/>
            </a:xfrm>
          </p:grpSpPr>
          <p:sp>
            <p:nvSpPr>
              <p:cNvPr id="632" name="Google Shape;632;p1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3" name="Google Shape;633;p1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4" name="Google Shape;634;p1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5" name="Google Shape;635;p1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36" name="Google Shape;636;p16"/>
            <p:cNvSpPr/>
            <p:nvPr/>
          </p:nvSpPr>
          <p:spPr>
            <a:xfrm flipH="1">
              <a:off x="1192212" y="4788068"/>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37" name="Google Shape;637;p16"/>
            <p:cNvGrpSpPr/>
            <p:nvPr/>
          </p:nvGrpSpPr>
          <p:grpSpPr>
            <a:xfrm flipH="1">
              <a:off x="230912" y="4791628"/>
              <a:ext cx="298676" cy="295339"/>
              <a:chOff x="10240740" y="2106170"/>
              <a:chExt cx="751954" cy="743552"/>
            </a:xfrm>
          </p:grpSpPr>
          <p:sp>
            <p:nvSpPr>
              <p:cNvPr id="638" name="Google Shape;638;p1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9" name="Google Shape;639;p1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0" name="Google Shape;640;p1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1" name="Google Shape;641;p1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2" name="Google Shape;642;p1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3" name="Google Shape;643;p1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44" name="Shape 644"/>
        <p:cNvGrpSpPr/>
        <p:nvPr/>
      </p:nvGrpSpPr>
      <p:grpSpPr>
        <a:xfrm>
          <a:off x="0" y="0"/>
          <a:ext cx="0" cy="0"/>
          <a:chOff x="0" y="0"/>
          <a:chExt cx="0" cy="0"/>
        </a:xfrm>
      </p:grpSpPr>
      <p:sp>
        <p:nvSpPr>
          <p:cNvPr id="645" name="Google Shape;645;p17"/>
          <p:cNvSpPr txBox="1"/>
          <p:nvPr>
            <p:ph type="title"/>
          </p:nvPr>
        </p:nvSpPr>
        <p:spPr>
          <a:xfrm>
            <a:off x="713225"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SzPts val="3100"/>
              <a:buFont typeface="Hammersmith One"/>
              <a:buNone/>
              <a:defRPr b="1" sz="3100">
                <a:latin typeface="Hammersmith One"/>
                <a:ea typeface="Hammersmith One"/>
                <a:cs typeface="Hammersmith One"/>
                <a:sym typeface="Hammersmith One"/>
              </a:defRPr>
            </a:lvl2pPr>
            <a:lvl3pPr lvl="2" algn="ctr">
              <a:spcBef>
                <a:spcPts val="0"/>
              </a:spcBef>
              <a:spcAft>
                <a:spcPts val="0"/>
              </a:spcAft>
              <a:buSzPts val="3100"/>
              <a:buFont typeface="Hammersmith One"/>
              <a:buNone/>
              <a:defRPr b="1" sz="3100">
                <a:latin typeface="Hammersmith One"/>
                <a:ea typeface="Hammersmith One"/>
                <a:cs typeface="Hammersmith One"/>
                <a:sym typeface="Hammersmith One"/>
              </a:defRPr>
            </a:lvl3pPr>
            <a:lvl4pPr lvl="3" algn="ctr">
              <a:spcBef>
                <a:spcPts val="0"/>
              </a:spcBef>
              <a:spcAft>
                <a:spcPts val="0"/>
              </a:spcAft>
              <a:buSzPts val="3100"/>
              <a:buFont typeface="Hammersmith One"/>
              <a:buNone/>
              <a:defRPr b="1" sz="3100">
                <a:latin typeface="Hammersmith One"/>
                <a:ea typeface="Hammersmith One"/>
                <a:cs typeface="Hammersmith One"/>
                <a:sym typeface="Hammersmith One"/>
              </a:defRPr>
            </a:lvl4pPr>
            <a:lvl5pPr lvl="4" algn="ctr">
              <a:spcBef>
                <a:spcPts val="0"/>
              </a:spcBef>
              <a:spcAft>
                <a:spcPts val="0"/>
              </a:spcAft>
              <a:buSzPts val="3100"/>
              <a:buFont typeface="Hammersmith One"/>
              <a:buNone/>
              <a:defRPr b="1" sz="3100">
                <a:latin typeface="Hammersmith One"/>
                <a:ea typeface="Hammersmith One"/>
                <a:cs typeface="Hammersmith One"/>
                <a:sym typeface="Hammersmith One"/>
              </a:defRPr>
            </a:lvl5pPr>
            <a:lvl6pPr lvl="5" algn="ctr">
              <a:spcBef>
                <a:spcPts val="0"/>
              </a:spcBef>
              <a:spcAft>
                <a:spcPts val="0"/>
              </a:spcAft>
              <a:buSzPts val="3100"/>
              <a:buFont typeface="Hammersmith One"/>
              <a:buNone/>
              <a:defRPr b="1" sz="3100">
                <a:latin typeface="Hammersmith One"/>
                <a:ea typeface="Hammersmith One"/>
                <a:cs typeface="Hammersmith One"/>
                <a:sym typeface="Hammersmith One"/>
              </a:defRPr>
            </a:lvl6pPr>
            <a:lvl7pPr lvl="6" algn="ctr">
              <a:spcBef>
                <a:spcPts val="0"/>
              </a:spcBef>
              <a:spcAft>
                <a:spcPts val="0"/>
              </a:spcAft>
              <a:buSzPts val="3100"/>
              <a:buFont typeface="Hammersmith One"/>
              <a:buNone/>
              <a:defRPr b="1" sz="3100">
                <a:latin typeface="Hammersmith One"/>
                <a:ea typeface="Hammersmith One"/>
                <a:cs typeface="Hammersmith One"/>
                <a:sym typeface="Hammersmith One"/>
              </a:defRPr>
            </a:lvl7pPr>
            <a:lvl8pPr lvl="7" algn="ctr">
              <a:spcBef>
                <a:spcPts val="0"/>
              </a:spcBef>
              <a:spcAft>
                <a:spcPts val="0"/>
              </a:spcAft>
              <a:buSzPts val="3100"/>
              <a:buFont typeface="Hammersmith One"/>
              <a:buNone/>
              <a:defRPr b="1" sz="3100">
                <a:latin typeface="Hammersmith One"/>
                <a:ea typeface="Hammersmith One"/>
                <a:cs typeface="Hammersmith One"/>
                <a:sym typeface="Hammersmith One"/>
              </a:defRPr>
            </a:lvl8pPr>
            <a:lvl9pPr lvl="8" algn="ctr">
              <a:spcBef>
                <a:spcPts val="0"/>
              </a:spcBef>
              <a:spcAft>
                <a:spcPts val="0"/>
              </a:spcAft>
              <a:buSzPts val="3100"/>
              <a:buFont typeface="Hammersmith One"/>
              <a:buNone/>
              <a:defRPr b="1" sz="3100">
                <a:latin typeface="Hammersmith One"/>
                <a:ea typeface="Hammersmith One"/>
                <a:cs typeface="Hammersmith One"/>
                <a:sym typeface="Hammersmith One"/>
              </a:defRPr>
            </a:lvl9pPr>
          </a:lstStyle>
          <a:p/>
        </p:txBody>
      </p:sp>
      <p:sp>
        <p:nvSpPr>
          <p:cNvPr id="646" name="Google Shape;646;p17"/>
          <p:cNvSpPr txBox="1"/>
          <p:nvPr>
            <p:ph idx="1" type="subTitle"/>
          </p:nvPr>
        </p:nvSpPr>
        <p:spPr>
          <a:xfrm>
            <a:off x="1313775" y="3700925"/>
            <a:ext cx="2876700" cy="6468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47" name="Google Shape;647;p17"/>
          <p:cNvSpPr txBox="1"/>
          <p:nvPr>
            <p:ph idx="2" type="subTitle"/>
          </p:nvPr>
        </p:nvSpPr>
        <p:spPr>
          <a:xfrm>
            <a:off x="1313774" y="3307475"/>
            <a:ext cx="2876700" cy="499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1800">
                <a:solidFill>
                  <a:schemeClr val="accent2"/>
                </a:solidFill>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48" name="Google Shape;648;p17"/>
          <p:cNvSpPr txBox="1"/>
          <p:nvPr>
            <p:ph idx="3" type="subTitle"/>
          </p:nvPr>
        </p:nvSpPr>
        <p:spPr>
          <a:xfrm>
            <a:off x="4953526" y="3700925"/>
            <a:ext cx="2876700" cy="6468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49" name="Google Shape;649;p17"/>
          <p:cNvSpPr txBox="1"/>
          <p:nvPr>
            <p:ph idx="4" type="subTitle"/>
          </p:nvPr>
        </p:nvSpPr>
        <p:spPr>
          <a:xfrm>
            <a:off x="4953526" y="3307475"/>
            <a:ext cx="2876700" cy="499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1800">
                <a:solidFill>
                  <a:schemeClr val="accent2"/>
                </a:solidFill>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650" name="Google Shape;650;p17"/>
          <p:cNvGrpSpPr/>
          <p:nvPr/>
        </p:nvGrpSpPr>
        <p:grpSpPr>
          <a:xfrm>
            <a:off x="-20500" y="4701273"/>
            <a:ext cx="9219895" cy="461615"/>
            <a:chOff x="150" y="4701117"/>
            <a:chExt cx="9144000" cy="461615"/>
          </a:xfrm>
        </p:grpSpPr>
        <p:sp>
          <p:nvSpPr>
            <p:cNvPr id="651" name="Google Shape;651;p17"/>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652" name="Google Shape;652;p17"/>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653" name="Google Shape;653;p17"/>
          <p:cNvGrpSpPr/>
          <p:nvPr/>
        </p:nvGrpSpPr>
        <p:grpSpPr>
          <a:xfrm>
            <a:off x="157356" y="4788056"/>
            <a:ext cx="8895728" cy="302471"/>
            <a:chOff x="157356" y="4788056"/>
            <a:chExt cx="8895728" cy="302471"/>
          </a:xfrm>
        </p:grpSpPr>
        <p:grpSp>
          <p:nvGrpSpPr>
            <p:cNvPr id="654" name="Google Shape;654;p17"/>
            <p:cNvGrpSpPr/>
            <p:nvPr/>
          </p:nvGrpSpPr>
          <p:grpSpPr>
            <a:xfrm flipH="1">
              <a:off x="7097295" y="4827229"/>
              <a:ext cx="344874" cy="246093"/>
              <a:chOff x="2509616" y="1928763"/>
              <a:chExt cx="1327970" cy="947605"/>
            </a:xfrm>
          </p:grpSpPr>
          <p:sp>
            <p:nvSpPr>
              <p:cNvPr id="655" name="Google Shape;655;p17"/>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6" name="Google Shape;656;p17"/>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7" name="Google Shape;657;p17"/>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8" name="Google Shape;658;p17"/>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9" name="Google Shape;659;p17"/>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0" name="Google Shape;660;p17"/>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1" name="Google Shape;661;p17"/>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2" name="Google Shape;662;p17"/>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3" name="Google Shape;663;p17"/>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4" name="Google Shape;664;p17"/>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5" name="Google Shape;665;p17"/>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6" name="Google Shape;666;p17"/>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7" name="Google Shape;667;p17"/>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68" name="Google Shape;668;p17"/>
            <p:cNvGrpSpPr/>
            <p:nvPr/>
          </p:nvGrpSpPr>
          <p:grpSpPr>
            <a:xfrm flipH="1" rot="-5400000">
              <a:off x="6683249" y="4800923"/>
              <a:ext cx="235464" cy="298700"/>
              <a:chOff x="4443093" y="1867585"/>
              <a:chExt cx="726740" cy="921628"/>
            </a:xfrm>
          </p:grpSpPr>
          <p:sp>
            <p:nvSpPr>
              <p:cNvPr id="669" name="Google Shape;669;p17"/>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0" name="Google Shape;670;p17"/>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71" name="Google Shape;671;p17"/>
            <p:cNvSpPr/>
            <p:nvPr/>
          </p:nvSpPr>
          <p:spPr>
            <a:xfrm flipH="1">
              <a:off x="6032947"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72" name="Google Shape;672;p17"/>
            <p:cNvGrpSpPr/>
            <p:nvPr/>
          </p:nvGrpSpPr>
          <p:grpSpPr>
            <a:xfrm flipH="1" rot="-5400000">
              <a:off x="5670234" y="4756510"/>
              <a:ext cx="65949" cy="365580"/>
              <a:chOff x="7486891" y="2067545"/>
              <a:chExt cx="143805" cy="797165"/>
            </a:xfrm>
          </p:grpSpPr>
          <p:sp>
            <p:nvSpPr>
              <p:cNvPr id="673" name="Google Shape;673;p17"/>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4" name="Google Shape;674;p17"/>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75" name="Google Shape;675;p17"/>
            <p:cNvGrpSpPr/>
            <p:nvPr/>
          </p:nvGrpSpPr>
          <p:grpSpPr>
            <a:xfrm flipH="1" rot="5400000">
              <a:off x="7717734" y="4713680"/>
              <a:ext cx="215942" cy="473196"/>
              <a:chOff x="1293873" y="1704092"/>
              <a:chExt cx="470872" cy="1031828"/>
            </a:xfrm>
          </p:grpSpPr>
          <p:sp>
            <p:nvSpPr>
              <p:cNvPr id="676" name="Google Shape;676;p17"/>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7" name="Google Shape;677;p17"/>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8" name="Google Shape;678;p17"/>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9" name="Google Shape;679;p17"/>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0" name="Google Shape;680;p17"/>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1" name="Google Shape;681;p17"/>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82" name="Google Shape;682;p17"/>
            <p:cNvGrpSpPr/>
            <p:nvPr/>
          </p:nvGrpSpPr>
          <p:grpSpPr>
            <a:xfrm flipH="1">
              <a:off x="8624940" y="4831311"/>
              <a:ext cx="428145" cy="215966"/>
              <a:chOff x="4092051" y="3559505"/>
              <a:chExt cx="1306116" cy="658836"/>
            </a:xfrm>
          </p:grpSpPr>
          <p:grpSp>
            <p:nvGrpSpPr>
              <p:cNvPr id="683" name="Google Shape;683;p17"/>
              <p:cNvGrpSpPr/>
              <p:nvPr/>
            </p:nvGrpSpPr>
            <p:grpSpPr>
              <a:xfrm>
                <a:off x="4092051" y="3559505"/>
                <a:ext cx="1306116" cy="298886"/>
                <a:chOff x="4092051" y="3559505"/>
                <a:chExt cx="1306116" cy="298886"/>
              </a:xfrm>
            </p:grpSpPr>
            <p:sp>
              <p:nvSpPr>
                <p:cNvPr id="684" name="Google Shape;684;p17"/>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5" name="Google Shape;685;p17"/>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6" name="Google Shape;686;p17"/>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7" name="Google Shape;687;p17"/>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8" name="Google Shape;688;p17"/>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9" name="Google Shape;689;p17"/>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0" name="Google Shape;690;p17"/>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91" name="Google Shape;691;p17"/>
              <p:cNvGrpSpPr/>
              <p:nvPr/>
            </p:nvGrpSpPr>
            <p:grpSpPr>
              <a:xfrm>
                <a:off x="4092051" y="3919455"/>
                <a:ext cx="1306116" cy="298886"/>
                <a:chOff x="4092051" y="3919455"/>
                <a:chExt cx="1306116" cy="298886"/>
              </a:xfrm>
            </p:grpSpPr>
            <p:sp>
              <p:nvSpPr>
                <p:cNvPr id="692" name="Google Shape;692;p17"/>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3" name="Google Shape;693;p17"/>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4" name="Google Shape;694;p17"/>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5" name="Google Shape;695;p17"/>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6" name="Google Shape;696;p17"/>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7" name="Google Shape;697;p17"/>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8" name="Google Shape;698;p17"/>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699" name="Google Shape;699;p17"/>
            <p:cNvSpPr/>
            <p:nvPr/>
          </p:nvSpPr>
          <p:spPr>
            <a:xfrm flipH="1">
              <a:off x="8209253"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00" name="Google Shape;700;p17"/>
            <p:cNvGrpSpPr/>
            <p:nvPr/>
          </p:nvGrpSpPr>
          <p:grpSpPr>
            <a:xfrm flipH="1">
              <a:off x="3381420" y="4827229"/>
              <a:ext cx="344874" cy="246093"/>
              <a:chOff x="2509616" y="1928763"/>
              <a:chExt cx="1327970" cy="947605"/>
            </a:xfrm>
          </p:grpSpPr>
          <p:sp>
            <p:nvSpPr>
              <p:cNvPr id="701" name="Google Shape;701;p17"/>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2" name="Google Shape;702;p17"/>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3" name="Google Shape;703;p17"/>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4" name="Google Shape;704;p17"/>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5" name="Google Shape;705;p17"/>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6" name="Google Shape;706;p17"/>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7" name="Google Shape;707;p17"/>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8" name="Google Shape;708;p17"/>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9" name="Google Shape;709;p17"/>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0" name="Google Shape;710;p17"/>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1" name="Google Shape;711;p17"/>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2" name="Google Shape;712;p17"/>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3" name="Google Shape;713;p17"/>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14" name="Google Shape;714;p17"/>
            <p:cNvGrpSpPr/>
            <p:nvPr/>
          </p:nvGrpSpPr>
          <p:grpSpPr>
            <a:xfrm flipH="1" rot="-5400000">
              <a:off x="2967374" y="4800923"/>
              <a:ext cx="235464" cy="298700"/>
              <a:chOff x="4443093" y="1867585"/>
              <a:chExt cx="726740" cy="921628"/>
            </a:xfrm>
          </p:grpSpPr>
          <p:sp>
            <p:nvSpPr>
              <p:cNvPr id="715" name="Google Shape;715;p17"/>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6" name="Google Shape;716;p17"/>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17" name="Google Shape;717;p17"/>
            <p:cNvSpPr/>
            <p:nvPr/>
          </p:nvSpPr>
          <p:spPr>
            <a:xfrm flipH="1">
              <a:off x="2317072"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18" name="Google Shape;718;p17"/>
            <p:cNvGrpSpPr/>
            <p:nvPr/>
          </p:nvGrpSpPr>
          <p:grpSpPr>
            <a:xfrm flipH="1" rot="-5400000">
              <a:off x="1954359" y="4756510"/>
              <a:ext cx="65949" cy="365580"/>
              <a:chOff x="7486891" y="2067545"/>
              <a:chExt cx="143805" cy="797165"/>
            </a:xfrm>
          </p:grpSpPr>
          <p:sp>
            <p:nvSpPr>
              <p:cNvPr id="719" name="Google Shape;719;p17"/>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0" name="Google Shape;720;p17"/>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21" name="Google Shape;721;p17"/>
            <p:cNvGrpSpPr/>
            <p:nvPr/>
          </p:nvGrpSpPr>
          <p:grpSpPr>
            <a:xfrm flipH="1" rot="5400000">
              <a:off x="4001859" y="4713680"/>
              <a:ext cx="215942" cy="473196"/>
              <a:chOff x="1293873" y="1704092"/>
              <a:chExt cx="470872" cy="1031828"/>
            </a:xfrm>
          </p:grpSpPr>
          <p:sp>
            <p:nvSpPr>
              <p:cNvPr id="722" name="Google Shape;722;p17"/>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3" name="Google Shape;723;p17"/>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4" name="Google Shape;724;p17"/>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5" name="Google Shape;725;p17"/>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6" name="Google Shape;726;p17"/>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7" name="Google Shape;727;p17"/>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28" name="Google Shape;728;p17"/>
            <p:cNvGrpSpPr/>
            <p:nvPr/>
          </p:nvGrpSpPr>
          <p:grpSpPr>
            <a:xfrm flipH="1">
              <a:off x="4909065" y="4831311"/>
              <a:ext cx="428145" cy="215966"/>
              <a:chOff x="4092051" y="3559505"/>
              <a:chExt cx="1306116" cy="658836"/>
            </a:xfrm>
          </p:grpSpPr>
          <p:grpSp>
            <p:nvGrpSpPr>
              <p:cNvPr id="729" name="Google Shape;729;p17"/>
              <p:cNvGrpSpPr/>
              <p:nvPr/>
            </p:nvGrpSpPr>
            <p:grpSpPr>
              <a:xfrm>
                <a:off x="4092051" y="3559505"/>
                <a:ext cx="1306116" cy="298886"/>
                <a:chOff x="4092051" y="3559505"/>
                <a:chExt cx="1306116" cy="298886"/>
              </a:xfrm>
            </p:grpSpPr>
            <p:sp>
              <p:nvSpPr>
                <p:cNvPr id="730" name="Google Shape;730;p17"/>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1" name="Google Shape;731;p17"/>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2" name="Google Shape;732;p17"/>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3" name="Google Shape;733;p17"/>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4" name="Google Shape;734;p17"/>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5" name="Google Shape;735;p17"/>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6" name="Google Shape;736;p17"/>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37" name="Google Shape;737;p17"/>
              <p:cNvGrpSpPr/>
              <p:nvPr/>
            </p:nvGrpSpPr>
            <p:grpSpPr>
              <a:xfrm>
                <a:off x="4092051" y="3919455"/>
                <a:ext cx="1306116" cy="298886"/>
                <a:chOff x="4092051" y="3919455"/>
                <a:chExt cx="1306116" cy="298886"/>
              </a:xfrm>
            </p:grpSpPr>
            <p:sp>
              <p:nvSpPr>
                <p:cNvPr id="738" name="Google Shape;738;p17"/>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9" name="Google Shape;739;p17"/>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0" name="Google Shape;740;p17"/>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1" name="Google Shape;741;p17"/>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2" name="Google Shape;742;p17"/>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3" name="Google Shape;743;p17"/>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4" name="Google Shape;744;p17"/>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745" name="Google Shape;745;p17"/>
            <p:cNvSpPr/>
            <p:nvPr/>
          </p:nvSpPr>
          <p:spPr>
            <a:xfrm flipH="1">
              <a:off x="4493378"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46" name="Google Shape;746;p17"/>
            <p:cNvGrpSpPr/>
            <p:nvPr/>
          </p:nvGrpSpPr>
          <p:grpSpPr>
            <a:xfrm flipH="1" rot="5400000">
              <a:off x="285984" y="4713680"/>
              <a:ext cx="215942" cy="473196"/>
              <a:chOff x="1293873" y="1704092"/>
              <a:chExt cx="470872" cy="1031828"/>
            </a:xfrm>
          </p:grpSpPr>
          <p:sp>
            <p:nvSpPr>
              <p:cNvPr id="747" name="Google Shape;747;p17"/>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8" name="Google Shape;748;p17"/>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9" name="Google Shape;749;p17"/>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0" name="Google Shape;750;p17"/>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1" name="Google Shape;751;p17"/>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2" name="Google Shape;752;p17"/>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53" name="Google Shape;753;p17"/>
            <p:cNvGrpSpPr/>
            <p:nvPr/>
          </p:nvGrpSpPr>
          <p:grpSpPr>
            <a:xfrm flipH="1">
              <a:off x="1193190" y="4831311"/>
              <a:ext cx="428145" cy="215966"/>
              <a:chOff x="4092051" y="3559505"/>
              <a:chExt cx="1306116" cy="658836"/>
            </a:xfrm>
          </p:grpSpPr>
          <p:grpSp>
            <p:nvGrpSpPr>
              <p:cNvPr id="754" name="Google Shape;754;p17"/>
              <p:cNvGrpSpPr/>
              <p:nvPr/>
            </p:nvGrpSpPr>
            <p:grpSpPr>
              <a:xfrm>
                <a:off x="4092051" y="3559505"/>
                <a:ext cx="1306116" cy="298886"/>
                <a:chOff x="4092051" y="3559505"/>
                <a:chExt cx="1306116" cy="298886"/>
              </a:xfrm>
            </p:grpSpPr>
            <p:sp>
              <p:nvSpPr>
                <p:cNvPr id="755" name="Google Shape;755;p17"/>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6" name="Google Shape;756;p17"/>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7" name="Google Shape;757;p17"/>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8" name="Google Shape;758;p17"/>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9" name="Google Shape;759;p17"/>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0" name="Google Shape;760;p17"/>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1" name="Google Shape;761;p17"/>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62" name="Google Shape;762;p17"/>
              <p:cNvGrpSpPr/>
              <p:nvPr/>
            </p:nvGrpSpPr>
            <p:grpSpPr>
              <a:xfrm>
                <a:off x="4092051" y="3919455"/>
                <a:ext cx="1306116" cy="298886"/>
                <a:chOff x="4092051" y="3919455"/>
                <a:chExt cx="1306116" cy="298886"/>
              </a:xfrm>
            </p:grpSpPr>
            <p:sp>
              <p:nvSpPr>
                <p:cNvPr id="763" name="Google Shape;763;p17"/>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4" name="Google Shape;764;p17"/>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5" name="Google Shape;765;p17"/>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6" name="Google Shape;766;p17"/>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7" name="Google Shape;767;p17"/>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8" name="Google Shape;768;p17"/>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9" name="Google Shape;769;p17"/>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770" name="Google Shape;770;p17"/>
            <p:cNvSpPr/>
            <p:nvPr/>
          </p:nvSpPr>
          <p:spPr>
            <a:xfrm flipH="1">
              <a:off x="777503"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1" name="Shape 771"/>
        <p:cNvGrpSpPr/>
        <p:nvPr/>
      </p:nvGrpSpPr>
      <p:grpSpPr>
        <a:xfrm>
          <a:off x="0" y="0"/>
          <a:ext cx="0" cy="0"/>
          <a:chOff x="0" y="0"/>
          <a:chExt cx="0" cy="0"/>
        </a:xfrm>
      </p:grpSpPr>
      <p:sp>
        <p:nvSpPr>
          <p:cNvPr id="772" name="Google Shape;772;p18"/>
          <p:cNvSpPr txBox="1"/>
          <p:nvPr>
            <p:ph type="title"/>
          </p:nvPr>
        </p:nvSpPr>
        <p:spPr>
          <a:xfrm>
            <a:off x="713225"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SzPts val="3100"/>
              <a:buFont typeface="Hammersmith One"/>
              <a:buNone/>
              <a:defRPr b="1" sz="3100">
                <a:latin typeface="Hammersmith One"/>
                <a:ea typeface="Hammersmith One"/>
                <a:cs typeface="Hammersmith One"/>
                <a:sym typeface="Hammersmith One"/>
              </a:defRPr>
            </a:lvl2pPr>
            <a:lvl3pPr lvl="2" algn="ctr">
              <a:spcBef>
                <a:spcPts val="0"/>
              </a:spcBef>
              <a:spcAft>
                <a:spcPts val="0"/>
              </a:spcAft>
              <a:buSzPts val="3100"/>
              <a:buFont typeface="Hammersmith One"/>
              <a:buNone/>
              <a:defRPr b="1" sz="3100">
                <a:latin typeface="Hammersmith One"/>
                <a:ea typeface="Hammersmith One"/>
                <a:cs typeface="Hammersmith One"/>
                <a:sym typeface="Hammersmith One"/>
              </a:defRPr>
            </a:lvl3pPr>
            <a:lvl4pPr lvl="3" algn="ctr">
              <a:spcBef>
                <a:spcPts val="0"/>
              </a:spcBef>
              <a:spcAft>
                <a:spcPts val="0"/>
              </a:spcAft>
              <a:buSzPts val="3100"/>
              <a:buFont typeface="Hammersmith One"/>
              <a:buNone/>
              <a:defRPr b="1" sz="3100">
                <a:latin typeface="Hammersmith One"/>
                <a:ea typeface="Hammersmith One"/>
                <a:cs typeface="Hammersmith One"/>
                <a:sym typeface="Hammersmith One"/>
              </a:defRPr>
            </a:lvl4pPr>
            <a:lvl5pPr lvl="4" algn="ctr">
              <a:spcBef>
                <a:spcPts val="0"/>
              </a:spcBef>
              <a:spcAft>
                <a:spcPts val="0"/>
              </a:spcAft>
              <a:buSzPts val="3100"/>
              <a:buFont typeface="Hammersmith One"/>
              <a:buNone/>
              <a:defRPr b="1" sz="3100">
                <a:latin typeface="Hammersmith One"/>
                <a:ea typeface="Hammersmith One"/>
                <a:cs typeface="Hammersmith One"/>
                <a:sym typeface="Hammersmith One"/>
              </a:defRPr>
            </a:lvl5pPr>
            <a:lvl6pPr lvl="5" algn="ctr">
              <a:spcBef>
                <a:spcPts val="0"/>
              </a:spcBef>
              <a:spcAft>
                <a:spcPts val="0"/>
              </a:spcAft>
              <a:buSzPts val="3100"/>
              <a:buFont typeface="Hammersmith One"/>
              <a:buNone/>
              <a:defRPr b="1" sz="3100">
                <a:latin typeface="Hammersmith One"/>
                <a:ea typeface="Hammersmith One"/>
                <a:cs typeface="Hammersmith One"/>
                <a:sym typeface="Hammersmith One"/>
              </a:defRPr>
            </a:lvl6pPr>
            <a:lvl7pPr lvl="6" algn="ctr">
              <a:spcBef>
                <a:spcPts val="0"/>
              </a:spcBef>
              <a:spcAft>
                <a:spcPts val="0"/>
              </a:spcAft>
              <a:buSzPts val="3100"/>
              <a:buFont typeface="Hammersmith One"/>
              <a:buNone/>
              <a:defRPr b="1" sz="3100">
                <a:latin typeface="Hammersmith One"/>
                <a:ea typeface="Hammersmith One"/>
                <a:cs typeface="Hammersmith One"/>
                <a:sym typeface="Hammersmith One"/>
              </a:defRPr>
            </a:lvl7pPr>
            <a:lvl8pPr lvl="7" algn="ctr">
              <a:spcBef>
                <a:spcPts val="0"/>
              </a:spcBef>
              <a:spcAft>
                <a:spcPts val="0"/>
              </a:spcAft>
              <a:buSzPts val="3100"/>
              <a:buFont typeface="Hammersmith One"/>
              <a:buNone/>
              <a:defRPr b="1" sz="3100">
                <a:latin typeface="Hammersmith One"/>
                <a:ea typeface="Hammersmith One"/>
                <a:cs typeface="Hammersmith One"/>
                <a:sym typeface="Hammersmith One"/>
              </a:defRPr>
            </a:lvl8pPr>
            <a:lvl9pPr lvl="8" algn="ctr">
              <a:spcBef>
                <a:spcPts val="0"/>
              </a:spcBef>
              <a:spcAft>
                <a:spcPts val="0"/>
              </a:spcAft>
              <a:buSzPts val="3100"/>
              <a:buFont typeface="Hammersmith One"/>
              <a:buNone/>
              <a:defRPr b="1" sz="3100">
                <a:latin typeface="Hammersmith One"/>
                <a:ea typeface="Hammersmith One"/>
                <a:cs typeface="Hammersmith One"/>
                <a:sym typeface="Hammersmith One"/>
              </a:defRPr>
            </a:lvl9pPr>
          </a:lstStyle>
          <a:p/>
        </p:txBody>
      </p:sp>
      <p:grpSp>
        <p:nvGrpSpPr>
          <p:cNvPr id="773" name="Google Shape;773;p18"/>
          <p:cNvGrpSpPr/>
          <p:nvPr/>
        </p:nvGrpSpPr>
        <p:grpSpPr>
          <a:xfrm>
            <a:off x="-20500" y="4701273"/>
            <a:ext cx="9219895" cy="461615"/>
            <a:chOff x="150" y="4701117"/>
            <a:chExt cx="9144000" cy="461615"/>
          </a:xfrm>
        </p:grpSpPr>
        <p:sp>
          <p:nvSpPr>
            <p:cNvPr id="774" name="Google Shape;774;p18"/>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775" name="Google Shape;775;p18"/>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776" name="Google Shape;776;p18"/>
          <p:cNvGrpSpPr/>
          <p:nvPr/>
        </p:nvGrpSpPr>
        <p:grpSpPr>
          <a:xfrm flipH="1">
            <a:off x="230912" y="4788068"/>
            <a:ext cx="8682176" cy="302471"/>
            <a:chOff x="164065" y="79943"/>
            <a:chExt cx="8682176" cy="302471"/>
          </a:xfrm>
        </p:grpSpPr>
        <p:grpSp>
          <p:nvGrpSpPr>
            <p:cNvPr id="777" name="Google Shape;777;p18"/>
            <p:cNvGrpSpPr/>
            <p:nvPr/>
          </p:nvGrpSpPr>
          <p:grpSpPr>
            <a:xfrm>
              <a:off x="164065" y="83503"/>
              <a:ext cx="298676" cy="295339"/>
              <a:chOff x="10240740" y="2106170"/>
              <a:chExt cx="751954" cy="743552"/>
            </a:xfrm>
          </p:grpSpPr>
          <p:sp>
            <p:nvSpPr>
              <p:cNvPr id="778" name="Google Shape;778;p18"/>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9" name="Google Shape;779;p18"/>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0" name="Google Shape;780;p18"/>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1" name="Google Shape;781;p18"/>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2" name="Google Shape;782;p18"/>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3" name="Google Shape;783;p18"/>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84" name="Google Shape;784;p18"/>
            <p:cNvSpPr/>
            <p:nvPr/>
          </p:nvSpPr>
          <p:spPr>
            <a:xfrm>
              <a:off x="608347" y="9784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5" name="Google Shape;785;p18"/>
            <p:cNvSpPr/>
            <p:nvPr/>
          </p:nvSpPr>
          <p:spPr>
            <a:xfrm>
              <a:off x="1052999" y="8892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86" name="Google Shape;786;p18"/>
            <p:cNvGrpSpPr/>
            <p:nvPr/>
          </p:nvGrpSpPr>
          <p:grpSpPr>
            <a:xfrm>
              <a:off x="1452110" y="123198"/>
              <a:ext cx="428145" cy="215966"/>
              <a:chOff x="4092051" y="3559505"/>
              <a:chExt cx="1306116" cy="658836"/>
            </a:xfrm>
          </p:grpSpPr>
          <p:grpSp>
            <p:nvGrpSpPr>
              <p:cNvPr id="787" name="Google Shape;787;p18"/>
              <p:cNvGrpSpPr/>
              <p:nvPr/>
            </p:nvGrpSpPr>
            <p:grpSpPr>
              <a:xfrm>
                <a:off x="4092051" y="3559505"/>
                <a:ext cx="1306116" cy="298886"/>
                <a:chOff x="4092051" y="3559505"/>
                <a:chExt cx="1306116" cy="298886"/>
              </a:xfrm>
            </p:grpSpPr>
            <p:sp>
              <p:nvSpPr>
                <p:cNvPr id="788" name="Google Shape;788;p18"/>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9" name="Google Shape;789;p18"/>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0" name="Google Shape;790;p18"/>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1" name="Google Shape;791;p18"/>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2" name="Google Shape;792;p18"/>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3" name="Google Shape;793;p18"/>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4" name="Google Shape;794;p18"/>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95" name="Google Shape;795;p18"/>
              <p:cNvGrpSpPr/>
              <p:nvPr/>
            </p:nvGrpSpPr>
            <p:grpSpPr>
              <a:xfrm>
                <a:off x="4092051" y="3919455"/>
                <a:ext cx="1306116" cy="298886"/>
                <a:chOff x="4092051" y="3919455"/>
                <a:chExt cx="1306116" cy="298886"/>
              </a:xfrm>
            </p:grpSpPr>
            <p:sp>
              <p:nvSpPr>
                <p:cNvPr id="796" name="Google Shape;796;p18"/>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7" name="Google Shape;797;p18"/>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8" name="Google Shape;798;p18"/>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9" name="Google Shape;799;p18"/>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0" name="Google Shape;800;p18"/>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1" name="Google Shape;801;p18"/>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2" name="Google Shape;802;p18"/>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803" name="Google Shape;803;p18"/>
            <p:cNvGrpSpPr/>
            <p:nvPr/>
          </p:nvGrpSpPr>
          <p:grpSpPr>
            <a:xfrm rot="5400000">
              <a:off x="2496329" y="80946"/>
              <a:ext cx="212838" cy="322401"/>
              <a:chOff x="5958752" y="3513438"/>
              <a:chExt cx="464103" cy="703011"/>
            </a:xfrm>
          </p:grpSpPr>
          <p:sp>
            <p:nvSpPr>
              <p:cNvPr id="804" name="Google Shape;804;p18"/>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5" name="Google Shape;805;p18"/>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6" name="Google Shape;806;p18"/>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7" name="Google Shape;807;p18"/>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08" name="Google Shape;808;p18"/>
            <p:cNvSpPr/>
            <p:nvPr/>
          </p:nvSpPr>
          <p:spPr>
            <a:xfrm>
              <a:off x="2025860" y="79943"/>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09" name="Google Shape;809;p18"/>
            <p:cNvGrpSpPr/>
            <p:nvPr/>
          </p:nvGrpSpPr>
          <p:grpSpPr>
            <a:xfrm>
              <a:off x="2958565" y="83503"/>
              <a:ext cx="298676" cy="295339"/>
              <a:chOff x="10240740" y="2106170"/>
              <a:chExt cx="751954" cy="743552"/>
            </a:xfrm>
          </p:grpSpPr>
          <p:sp>
            <p:nvSpPr>
              <p:cNvPr id="810" name="Google Shape;810;p18"/>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1" name="Google Shape;811;p18"/>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2" name="Google Shape;812;p18"/>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3" name="Google Shape;813;p18"/>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4" name="Google Shape;814;p18"/>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5" name="Google Shape;815;p18"/>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16" name="Google Shape;816;p18"/>
            <p:cNvSpPr/>
            <p:nvPr/>
          </p:nvSpPr>
          <p:spPr>
            <a:xfrm>
              <a:off x="3402847" y="9784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7" name="Google Shape;817;p18"/>
            <p:cNvSpPr/>
            <p:nvPr/>
          </p:nvSpPr>
          <p:spPr>
            <a:xfrm>
              <a:off x="3847499" y="8892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18" name="Google Shape;818;p18"/>
            <p:cNvGrpSpPr/>
            <p:nvPr/>
          </p:nvGrpSpPr>
          <p:grpSpPr>
            <a:xfrm>
              <a:off x="4246610" y="123198"/>
              <a:ext cx="428145" cy="215966"/>
              <a:chOff x="4092051" y="3559505"/>
              <a:chExt cx="1306116" cy="658836"/>
            </a:xfrm>
          </p:grpSpPr>
          <p:grpSp>
            <p:nvGrpSpPr>
              <p:cNvPr id="819" name="Google Shape;819;p18"/>
              <p:cNvGrpSpPr/>
              <p:nvPr/>
            </p:nvGrpSpPr>
            <p:grpSpPr>
              <a:xfrm>
                <a:off x="4092051" y="3559505"/>
                <a:ext cx="1306116" cy="298886"/>
                <a:chOff x="4092051" y="3559505"/>
                <a:chExt cx="1306116" cy="298886"/>
              </a:xfrm>
            </p:grpSpPr>
            <p:sp>
              <p:nvSpPr>
                <p:cNvPr id="820" name="Google Shape;820;p18"/>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1" name="Google Shape;821;p18"/>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2" name="Google Shape;822;p18"/>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3" name="Google Shape;823;p18"/>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4" name="Google Shape;824;p18"/>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5" name="Google Shape;825;p18"/>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6" name="Google Shape;826;p18"/>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27" name="Google Shape;827;p18"/>
              <p:cNvGrpSpPr/>
              <p:nvPr/>
            </p:nvGrpSpPr>
            <p:grpSpPr>
              <a:xfrm>
                <a:off x="4092051" y="3919455"/>
                <a:ext cx="1306116" cy="298886"/>
                <a:chOff x="4092051" y="3919455"/>
                <a:chExt cx="1306116" cy="298886"/>
              </a:xfrm>
            </p:grpSpPr>
            <p:sp>
              <p:nvSpPr>
                <p:cNvPr id="828" name="Google Shape;828;p18"/>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9" name="Google Shape;829;p18"/>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0" name="Google Shape;830;p18"/>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1" name="Google Shape;831;p18"/>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2" name="Google Shape;832;p18"/>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3" name="Google Shape;833;p18"/>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4" name="Google Shape;834;p18"/>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835" name="Google Shape;835;p18"/>
            <p:cNvGrpSpPr/>
            <p:nvPr/>
          </p:nvGrpSpPr>
          <p:grpSpPr>
            <a:xfrm rot="5400000">
              <a:off x="5290829" y="80946"/>
              <a:ext cx="212838" cy="322401"/>
              <a:chOff x="5958752" y="3513438"/>
              <a:chExt cx="464103" cy="703011"/>
            </a:xfrm>
          </p:grpSpPr>
          <p:sp>
            <p:nvSpPr>
              <p:cNvPr id="836" name="Google Shape;836;p18"/>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7" name="Google Shape;837;p18"/>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8" name="Google Shape;838;p18"/>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9" name="Google Shape;839;p18"/>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40" name="Google Shape;840;p18"/>
            <p:cNvSpPr/>
            <p:nvPr/>
          </p:nvSpPr>
          <p:spPr>
            <a:xfrm>
              <a:off x="4820360" y="79943"/>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41" name="Google Shape;841;p18"/>
            <p:cNvGrpSpPr/>
            <p:nvPr/>
          </p:nvGrpSpPr>
          <p:grpSpPr>
            <a:xfrm>
              <a:off x="5753065" y="83503"/>
              <a:ext cx="298676" cy="295339"/>
              <a:chOff x="10240740" y="2106170"/>
              <a:chExt cx="751954" cy="743552"/>
            </a:xfrm>
          </p:grpSpPr>
          <p:sp>
            <p:nvSpPr>
              <p:cNvPr id="842" name="Google Shape;842;p18"/>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3" name="Google Shape;843;p18"/>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4" name="Google Shape;844;p18"/>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5" name="Google Shape;845;p18"/>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6" name="Google Shape;846;p18"/>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7" name="Google Shape;847;p18"/>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48" name="Google Shape;848;p18"/>
            <p:cNvSpPr/>
            <p:nvPr/>
          </p:nvSpPr>
          <p:spPr>
            <a:xfrm>
              <a:off x="6197347" y="9784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9" name="Google Shape;849;p18"/>
            <p:cNvSpPr/>
            <p:nvPr/>
          </p:nvSpPr>
          <p:spPr>
            <a:xfrm>
              <a:off x="6641999" y="8892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50" name="Google Shape;850;p18"/>
            <p:cNvGrpSpPr/>
            <p:nvPr/>
          </p:nvGrpSpPr>
          <p:grpSpPr>
            <a:xfrm>
              <a:off x="7041110" y="123198"/>
              <a:ext cx="428145" cy="215966"/>
              <a:chOff x="4092051" y="3559505"/>
              <a:chExt cx="1306116" cy="658836"/>
            </a:xfrm>
          </p:grpSpPr>
          <p:grpSp>
            <p:nvGrpSpPr>
              <p:cNvPr id="851" name="Google Shape;851;p18"/>
              <p:cNvGrpSpPr/>
              <p:nvPr/>
            </p:nvGrpSpPr>
            <p:grpSpPr>
              <a:xfrm>
                <a:off x="4092051" y="3559505"/>
                <a:ext cx="1306116" cy="298886"/>
                <a:chOff x="4092051" y="3559505"/>
                <a:chExt cx="1306116" cy="298886"/>
              </a:xfrm>
            </p:grpSpPr>
            <p:sp>
              <p:nvSpPr>
                <p:cNvPr id="852" name="Google Shape;852;p18"/>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3" name="Google Shape;853;p18"/>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4" name="Google Shape;854;p18"/>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5" name="Google Shape;855;p18"/>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6" name="Google Shape;856;p18"/>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7" name="Google Shape;857;p18"/>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8" name="Google Shape;858;p18"/>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59" name="Google Shape;859;p18"/>
              <p:cNvGrpSpPr/>
              <p:nvPr/>
            </p:nvGrpSpPr>
            <p:grpSpPr>
              <a:xfrm>
                <a:off x="4092051" y="3919455"/>
                <a:ext cx="1306116" cy="298886"/>
                <a:chOff x="4092051" y="3919455"/>
                <a:chExt cx="1306116" cy="298886"/>
              </a:xfrm>
            </p:grpSpPr>
            <p:sp>
              <p:nvSpPr>
                <p:cNvPr id="860" name="Google Shape;860;p18"/>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1" name="Google Shape;861;p18"/>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2" name="Google Shape;862;p18"/>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3" name="Google Shape;863;p18"/>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4" name="Google Shape;864;p18"/>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5" name="Google Shape;865;p18"/>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6" name="Google Shape;866;p18"/>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867" name="Google Shape;867;p18"/>
            <p:cNvGrpSpPr/>
            <p:nvPr/>
          </p:nvGrpSpPr>
          <p:grpSpPr>
            <a:xfrm rot="5400000">
              <a:off x="8085329" y="80946"/>
              <a:ext cx="212838" cy="322401"/>
              <a:chOff x="5958752" y="3513438"/>
              <a:chExt cx="464103" cy="703011"/>
            </a:xfrm>
          </p:grpSpPr>
          <p:sp>
            <p:nvSpPr>
              <p:cNvPr id="868" name="Google Shape;868;p18"/>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9" name="Google Shape;869;p18"/>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0" name="Google Shape;870;p18"/>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1" name="Google Shape;871;p18"/>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72" name="Google Shape;872;p18"/>
            <p:cNvSpPr/>
            <p:nvPr/>
          </p:nvSpPr>
          <p:spPr>
            <a:xfrm>
              <a:off x="7614860" y="79943"/>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73" name="Google Shape;873;p18"/>
            <p:cNvGrpSpPr/>
            <p:nvPr/>
          </p:nvGrpSpPr>
          <p:grpSpPr>
            <a:xfrm>
              <a:off x="8547565" y="83503"/>
              <a:ext cx="298676" cy="295339"/>
              <a:chOff x="10240740" y="2106170"/>
              <a:chExt cx="751954" cy="743552"/>
            </a:xfrm>
          </p:grpSpPr>
          <p:sp>
            <p:nvSpPr>
              <p:cNvPr id="874" name="Google Shape;874;p18"/>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5" name="Google Shape;875;p18"/>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6" name="Google Shape;876;p18"/>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7" name="Google Shape;877;p18"/>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8" name="Google Shape;878;p18"/>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9" name="Google Shape;879;p18"/>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80" name="Shape 880"/>
        <p:cNvGrpSpPr/>
        <p:nvPr/>
      </p:nvGrpSpPr>
      <p:grpSpPr>
        <a:xfrm>
          <a:off x="0" y="0"/>
          <a:ext cx="0" cy="0"/>
          <a:chOff x="0" y="0"/>
          <a:chExt cx="0" cy="0"/>
        </a:xfrm>
      </p:grpSpPr>
      <p:sp>
        <p:nvSpPr>
          <p:cNvPr id="881" name="Google Shape;881;p19"/>
          <p:cNvSpPr txBox="1"/>
          <p:nvPr>
            <p:ph type="title"/>
          </p:nvPr>
        </p:nvSpPr>
        <p:spPr>
          <a:xfrm>
            <a:off x="713225" y="1359213"/>
            <a:ext cx="4018800" cy="1586100"/>
          </a:xfrm>
          <a:prstGeom prst="rect">
            <a:avLst/>
          </a:prstGeom>
        </p:spPr>
        <p:txBody>
          <a:bodyPr anchorCtr="0" anchor="b"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882" name="Google Shape;882;p19"/>
          <p:cNvSpPr txBox="1"/>
          <p:nvPr>
            <p:ph idx="1" type="subTitle"/>
          </p:nvPr>
        </p:nvSpPr>
        <p:spPr>
          <a:xfrm>
            <a:off x="713225" y="2945188"/>
            <a:ext cx="4018800" cy="839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83" name="Google Shape;883;p19"/>
          <p:cNvSpPr/>
          <p:nvPr>
            <p:ph idx="2" type="pic"/>
          </p:nvPr>
        </p:nvSpPr>
        <p:spPr>
          <a:xfrm>
            <a:off x="5543250" y="435450"/>
            <a:ext cx="3600900" cy="4277400"/>
          </a:xfrm>
          <a:prstGeom prst="rect">
            <a:avLst/>
          </a:prstGeom>
          <a:noFill/>
          <a:ln cap="flat" cmpd="sng" w="28575">
            <a:solidFill>
              <a:schemeClr val="accent1"/>
            </a:solidFill>
            <a:prstDash val="solid"/>
            <a:round/>
            <a:headEnd len="sm" w="sm" type="none"/>
            <a:tailEnd len="sm" w="sm" type="none"/>
          </a:ln>
        </p:spPr>
      </p:sp>
      <p:grpSp>
        <p:nvGrpSpPr>
          <p:cNvPr id="884" name="Google Shape;884;p19"/>
          <p:cNvGrpSpPr/>
          <p:nvPr/>
        </p:nvGrpSpPr>
        <p:grpSpPr>
          <a:xfrm>
            <a:off x="-20500" y="4701273"/>
            <a:ext cx="9219895" cy="461615"/>
            <a:chOff x="150" y="4701117"/>
            <a:chExt cx="9144000" cy="461615"/>
          </a:xfrm>
        </p:grpSpPr>
        <p:sp>
          <p:nvSpPr>
            <p:cNvPr id="885" name="Google Shape;885;p19"/>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886" name="Google Shape;886;p19"/>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887" name="Google Shape;887;p19"/>
          <p:cNvGrpSpPr/>
          <p:nvPr/>
        </p:nvGrpSpPr>
        <p:grpSpPr>
          <a:xfrm flipH="1" rot="10800000">
            <a:off x="-20500" y="-15158"/>
            <a:ext cx="9219895" cy="461615"/>
            <a:chOff x="150" y="4701117"/>
            <a:chExt cx="9144000" cy="461615"/>
          </a:xfrm>
        </p:grpSpPr>
        <p:sp>
          <p:nvSpPr>
            <p:cNvPr id="888" name="Google Shape;888;p19"/>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889" name="Google Shape;889;p19"/>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890" name="Google Shape;890;p19"/>
          <p:cNvGrpSpPr/>
          <p:nvPr/>
        </p:nvGrpSpPr>
        <p:grpSpPr>
          <a:xfrm>
            <a:off x="261287" y="4801753"/>
            <a:ext cx="8778933" cy="295339"/>
            <a:chOff x="261287" y="4801753"/>
            <a:chExt cx="8778933" cy="295339"/>
          </a:xfrm>
        </p:grpSpPr>
        <p:grpSp>
          <p:nvGrpSpPr>
            <p:cNvPr id="891" name="Google Shape;891;p19"/>
            <p:cNvGrpSpPr/>
            <p:nvPr/>
          </p:nvGrpSpPr>
          <p:grpSpPr>
            <a:xfrm flipH="1">
              <a:off x="8741544" y="4801753"/>
              <a:ext cx="298676" cy="295339"/>
              <a:chOff x="10240740" y="2106170"/>
              <a:chExt cx="751954" cy="743552"/>
            </a:xfrm>
          </p:grpSpPr>
          <p:sp>
            <p:nvSpPr>
              <p:cNvPr id="892" name="Google Shape;892;p19"/>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3" name="Google Shape;893;p19"/>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4" name="Google Shape;894;p19"/>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5" name="Google Shape;895;p19"/>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6" name="Google Shape;896;p19"/>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7" name="Google Shape;897;p19"/>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98" name="Google Shape;898;p19"/>
            <p:cNvSpPr/>
            <p:nvPr/>
          </p:nvSpPr>
          <p:spPr>
            <a:xfrm flipH="1">
              <a:off x="8296892"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9" name="Google Shape;899;p19"/>
            <p:cNvSpPr/>
            <p:nvPr/>
          </p:nvSpPr>
          <p:spPr>
            <a:xfrm flipH="1">
              <a:off x="7897781"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00" name="Google Shape;900;p19"/>
            <p:cNvGrpSpPr/>
            <p:nvPr/>
          </p:nvGrpSpPr>
          <p:grpSpPr>
            <a:xfrm flipH="1" rot="-5400000">
              <a:off x="7484569" y="4799196"/>
              <a:ext cx="212838" cy="322401"/>
              <a:chOff x="5958752" y="3513438"/>
              <a:chExt cx="464103" cy="703011"/>
            </a:xfrm>
          </p:grpSpPr>
          <p:sp>
            <p:nvSpPr>
              <p:cNvPr id="901" name="Google Shape;901;p1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2" name="Google Shape;902;p1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3" name="Google Shape;903;p1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4" name="Google Shape;904;p1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05" name="Google Shape;905;p19"/>
            <p:cNvGrpSpPr/>
            <p:nvPr/>
          </p:nvGrpSpPr>
          <p:grpSpPr>
            <a:xfrm flipH="1">
              <a:off x="6949419" y="4801753"/>
              <a:ext cx="298676" cy="295339"/>
              <a:chOff x="10240740" y="2106170"/>
              <a:chExt cx="751954" cy="743552"/>
            </a:xfrm>
          </p:grpSpPr>
          <p:sp>
            <p:nvSpPr>
              <p:cNvPr id="906" name="Google Shape;906;p19"/>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7" name="Google Shape;907;p19"/>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8" name="Google Shape;908;p19"/>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9" name="Google Shape;909;p19"/>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0" name="Google Shape;910;p19"/>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1" name="Google Shape;911;p19"/>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12" name="Google Shape;912;p19"/>
            <p:cNvSpPr/>
            <p:nvPr/>
          </p:nvSpPr>
          <p:spPr>
            <a:xfrm flipH="1">
              <a:off x="6504767"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3" name="Google Shape;913;p19"/>
            <p:cNvSpPr/>
            <p:nvPr/>
          </p:nvSpPr>
          <p:spPr>
            <a:xfrm flipH="1">
              <a:off x="6105656"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14" name="Google Shape;914;p19"/>
            <p:cNvGrpSpPr/>
            <p:nvPr/>
          </p:nvGrpSpPr>
          <p:grpSpPr>
            <a:xfrm flipH="1" rot="-5400000">
              <a:off x="5692444" y="4799196"/>
              <a:ext cx="212838" cy="322401"/>
              <a:chOff x="5958752" y="3513438"/>
              <a:chExt cx="464103" cy="703011"/>
            </a:xfrm>
          </p:grpSpPr>
          <p:sp>
            <p:nvSpPr>
              <p:cNvPr id="915" name="Google Shape;915;p1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6" name="Google Shape;916;p1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7" name="Google Shape;917;p1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8" name="Google Shape;918;p1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19" name="Google Shape;919;p19"/>
            <p:cNvGrpSpPr/>
            <p:nvPr/>
          </p:nvGrpSpPr>
          <p:grpSpPr>
            <a:xfrm flipH="1">
              <a:off x="5157294" y="4801753"/>
              <a:ext cx="298676" cy="295339"/>
              <a:chOff x="10240740" y="2106170"/>
              <a:chExt cx="751954" cy="743552"/>
            </a:xfrm>
          </p:grpSpPr>
          <p:sp>
            <p:nvSpPr>
              <p:cNvPr id="920" name="Google Shape;920;p19"/>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1" name="Google Shape;921;p19"/>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2" name="Google Shape;922;p19"/>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3" name="Google Shape;923;p19"/>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4" name="Google Shape;924;p19"/>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5" name="Google Shape;925;p19"/>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26" name="Google Shape;926;p19"/>
            <p:cNvSpPr/>
            <p:nvPr/>
          </p:nvSpPr>
          <p:spPr>
            <a:xfrm flipH="1">
              <a:off x="4712642"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7" name="Google Shape;927;p19"/>
            <p:cNvSpPr/>
            <p:nvPr/>
          </p:nvSpPr>
          <p:spPr>
            <a:xfrm flipH="1">
              <a:off x="4313531"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28" name="Google Shape;928;p19"/>
            <p:cNvGrpSpPr/>
            <p:nvPr/>
          </p:nvGrpSpPr>
          <p:grpSpPr>
            <a:xfrm flipH="1" rot="-5400000">
              <a:off x="3900319" y="4799196"/>
              <a:ext cx="212838" cy="322401"/>
              <a:chOff x="5958752" y="3513438"/>
              <a:chExt cx="464103" cy="703011"/>
            </a:xfrm>
          </p:grpSpPr>
          <p:sp>
            <p:nvSpPr>
              <p:cNvPr id="929" name="Google Shape;929;p1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0" name="Google Shape;930;p1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1" name="Google Shape;931;p1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2" name="Google Shape;932;p1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33" name="Google Shape;933;p19"/>
            <p:cNvGrpSpPr/>
            <p:nvPr/>
          </p:nvGrpSpPr>
          <p:grpSpPr>
            <a:xfrm flipH="1">
              <a:off x="3365169" y="4801753"/>
              <a:ext cx="298676" cy="295339"/>
              <a:chOff x="10240740" y="2106170"/>
              <a:chExt cx="751954" cy="743552"/>
            </a:xfrm>
          </p:grpSpPr>
          <p:sp>
            <p:nvSpPr>
              <p:cNvPr id="934" name="Google Shape;934;p19"/>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5" name="Google Shape;935;p19"/>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6" name="Google Shape;936;p19"/>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7" name="Google Shape;937;p19"/>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8" name="Google Shape;938;p19"/>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9" name="Google Shape;939;p19"/>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40" name="Google Shape;940;p19"/>
            <p:cNvSpPr/>
            <p:nvPr/>
          </p:nvSpPr>
          <p:spPr>
            <a:xfrm flipH="1">
              <a:off x="2920517"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1" name="Google Shape;941;p19"/>
            <p:cNvSpPr/>
            <p:nvPr/>
          </p:nvSpPr>
          <p:spPr>
            <a:xfrm flipH="1">
              <a:off x="2521406"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42" name="Google Shape;942;p19"/>
            <p:cNvGrpSpPr/>
            <p:nvPr/>
          </p:nvGrpSpPr>
          <p:grpSpPr>
            <a:xfrm flipH="1" rot="-5400000">
              <a:off x="2108194" y="4799196"/>
              <a:ext cx="212838" cy="322401"/>
              <a:chOff x="5958752" y="3513438"/>
              <a:chExt cx="464103" cy="703011"/>
            </a:xfrm>
          </p:grpSpPr>
          <p:sp>
            <p:nvSpPr>
              <p:cNvPr id="943" name="Google Shape;943;p1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4" name="Google Shape;944;p1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5" name="Google Shape;945;p1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6" name="Google Shape;946;p1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47" name="Google Shape;947;p19"/>
            <p:cNvGrpSpPr/>
            <p:nvPr/>
          </p:nvGrpSpPr>
          <p:grpSpPr>
            <a:xfrm flipH="1">
              <a:off x="1573044" y="4801753"/>
              <a:ext cx="298676" cy="295339"/>
              <a:chOff x="10240740" y="2106170"/>
              <a:chExt cx="751954" cy="743552"/>
            </a:xfrm>
          </p:grpSpPr>
          <p:sp>
            <p:nvSpPr>
              <p:cNvPr id="948" name="Google Shape;948;p19"/>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9" name="Google Shape;949;p19"/>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0" name="Google Shape;950;p19"/>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1" name="Google Shape;951;p19"/>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2" name="Google Shape;952;p19"/>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3" name="Google Shape;953;p19"/>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54" name="Google Shape;954;p19"/>
            <p:cNvSpPr/>
            <p:nvPr/>
          </p:nvSpPr>
          <p:spPr>
            <a:xfrm flipH="1">
              <a:off x="1128392"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5" name="Google Shape;955;p19"/>
            <p:cNvSpPr/>
            <p:nvPr/>
          </p:nvSpPr>
          <p:spPr>
            <a:xfrm flipH="1">
              <a:off x="729281"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56" name="Google Shape;956;p19"/>
            <p:cNvGrpSpPr/>
            <p:nvPr/>
          </p:nvGrpSpPr>
          <p:grpSpPr>
            <a:xfrm flipH="1" rot="-5400000">
              <a:off x="316069" y="4799196"/>
              <a:ext cx="212838" cy="322401"/>
              <a:chOff x="5958752" y="3513438"/>
              <a:chExt cx="464103" cy="703011"/>
            </a:xfrm>
          </p:grpSpPr>
          <p:sp>
            <p:nvSpPr>
              <p:cNvPr id="957" name="Google Shape;957;p1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8" name="Google Shape;958;p1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9" name="Google Shape;959;p1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0" name="Google Shape;960;p1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961" name="Google Shape;961;p19"/>
          <p:cNvGrpSpPr/>
          <p:nvPr/>
        </p:nvGrpSpPr>
        <p:grpSpPr>
          <a:xfrm>
            <a:off x="261287" y="51128"/>
            <a:ext cx="8778933" cy="295339"/>
            <a:chOff x="261287" y="51128"/>
            <a:chExt cx="8778933" cy="295339"/>
          </a:xfrm>
        </p:grpSpPr>
        <p:grpSp>
          <p:nvGrpSpPr>
            <p:cNvPr id="962" name="Google Shape;962;p19"/>
            <p:cNvGrpSpPr/>
            <p:nvPr/>
          </p:nvGrpSpPr>
          <p:grpSpPr>
            <a:xfrm>
              <a:off x="261287" y="51128"/>
              <a:ext cx="298676" cy="295339"/>
              <a:chOff x="10240740" y="2106170"/>
              <a:chExt cx="751954" cy="743552"/>
            </a:xfrm>
          </p:grpSpPr>
          <p:sp>
            <p:nvSpPr>
              <p:cNvPr id="963" name="Google Shape;963;p19"/>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4" name="Google Shape;964;p19"/>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5" name="Google Shape;965;p19"/>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6" name="Google Shape;966;p19"/>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7" name="Google Shape;967;p19"/>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8" name="Google Shape;968;p19"/>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69" name="Google Shape;969;p19"/>
            <p:cNvSpPr/>
            <p:nvPr/>
          </p:nvSpPr>
          <p:spPr>
            <a:xfrm>
              <a:off x="705569" y="654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0" name="Google Shape;970;p19"/>
            <p:cNvSpPr/>
            <p:nvPr/>
          </p:nvSpPr>
          <p:spPr>
            <a:xfrm>
              <a:off x="1150221" y="565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71" name="Google Shape;971;p19"/>
            <p:cNvGrpSpPr/>
            <p:nvPr/>
          </p:nvGrpSpPr>
          <p:grpSpPr>
            <a:xfrm rot="5400000">
              <a:off x="1604101" y="48571"/>
              <a:ext cx="212838" cy="322401"/>
              <a:chOff x="5958752" y="3513438"/>
              <a:chExt cx="464103" cy="703011"/>
            </a:xfrm>
          </p:grpSpPr>
          <p:sp>
            <p:nvSpPr>
              <p:cNvPr id="972" name="Google Shape;972;p1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3" name="Google Shape;973;p1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4" name="Google Shape;974;p1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5" name="Google Shape;975;p1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76" name="Google Shape;976;p19"/>
            <p:cNvGrpSpPr/>
            <p:nvPr/>
          </p:nvGrpSpPr>
          <p:grpSpPr>
            <a:xfrm>
              <a:off x="2053412" y="51128"/>
              <a:ext cx="298676" cy="295339"/>
              <a:chOff x="10240740" y="2106170"/>
              <a:chExt cx="751954" cy="743552"/>
            </a:xfrm>
          </p:grpSpPr>
          <p:sp>
            <p:nvSpPr>
              <p:cNvPr id="977" name="Google Shape;977;p19"/>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8" name="Google Shape;978;p19"/>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9" name="Google Shape;979;p19"/>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0" name="Google Shape;980;p19"/>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1" name="Google Shape;981;p19"/>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2" name="Google Shape;982;p19"/>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83" name="Google Shape;983;p19"/>
            <p:cNvSpPr/>
            <p:nvPr/>
          </p:nvSpPr>
          <p:spPr>
            <a:xfrm>
              <a:off x="2497694" y="654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4" name="Google Shape;984;p19"/>
            <p:cNvSpPr/>
            <p:nvPr/>
          </p:nvSpPr>
          <p:spPr>
            <a:xfrm>
              <a:off x="2942346" y="565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85" name="Google Shape;985;p19"/>
            <p:cNvGrpSpPr/>
            <p:nvPr/>
          </p:nvGrpSpPr>
          <p:grpSpPr>
            <a:xfrm rot="5400000">
              <a:off x="3396226" y="48571"/>
              <a:ext cx="212838" cy="322401"/>
              <a:chOff x="5958752" y="3513438"/>
              <a:chExt cx="464103" cy="703011"/>
            </a:xfrm>
          </p:grpSpPr>
          <p:sp>
            <p:nvSpPr>
              <p:cNvPr id="986" name="Google Shape;986;p1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7" name="Google Shape;987;p1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8" name="Google Shape;988;p1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9" name="Google Shape;989;p1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90" name="Google Shape;990;p19"/>
            <p:cNvGrpSpPr/>
            <p:nvPr/>
          </p:nvGrpSpPr>
          <p:grpSpPr>
            <a:xfrm>
              <a:off x="3845537" y="51128"/>
              <a:ext cx="298676" cy="295339"/>
              <a:chOff x="10240740" y="2106170"/>
              <a:chExt cx="751954" cy="743552"/>
            </a:xfrm>
          </p:grpSpPr>
          <p:sp>
            <p:nvSpPr>
              <p:cNvPr id="991" name="Google Shape;991;p19"/>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2" name="Google Shape;992;p19"/>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3" name="Google Shape;993;p19"/>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4" name="Google Shape;994;p19"/>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5" name="Google Shape;995;p19"/>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6" name="Google Shape;996;p19"/>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97" name="Google Shape;997;p19"/>
            <p:cNvSpPr/>
            <p:nvPr/>
          </p:nvSpPr>
          <p:spPr>
            <a:xfrm>
              <a:off x="4289819" y="654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8" name="Google Shape;998;p19"/>
            <p:cNvSpPr/>
            <p:nvPr/>
          </p:nvSpPr>
          <p:spPr>
            <a:xfrm>
              <a:off x="4734471" y="565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99" name="Google Shape;999;p19"/>
            <p:cNvGrpSpPr/>
            <p:nvPr/>
          </p:nvGrpSpPr>
          <p:grpSpPr>
            <a:xfrm rot="5400000">
              <a:off x="5188351" y="48571"/>
              <a:ext cx="212838" cy="322401"/>
              <a:chOff x="5958752" y="3513438"/>
              <a:chExt cx="464103" cy="703011"/>
            </a:xfrm>
          </p:grpSpPr>
          <p:sp>
            <p:nvSpPr>
              <p:cNvPr id="1000" name="Google Shape;1000;p1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1" name="Google Shape;1001;p1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2" name="Google Shape;1002;p1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3" name="Google Shape;1003;p1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04" name="Google Shape;1004;p19"/>
            <p:cNvGrpSpPr/>
            <p:nvPr/>
          </p:nvGrpSpPr>
          <p:grpSpPr>
            <a:xfrm>
              <a:off x="5637662" y="51128"/>
              <a:ext cx="298676" cy="295339"/>
              <a:chOff x="10240740" y="2106170"/>
              <a:chExt cx="751954" cy="743552"/>
            </a:xfrm>
          </p:grpSpPr>
          <p:sp>
            <p:nvSpPr>
              <p:cNvPr id="1005" name="Google Shape;1005;p19"/>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6" name="Google Shape;1006;p19"/>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7" name="Google Shape;1007;p19"/>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8" name="Google Shape;1008;p19"/>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9" name="Google Shape;1009;p19"/>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0" name="Google Shape;1010;p19"/>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11" name="Google Shape;1011;p19"/>
            <p:cNvSpPr/>
            <p:nvPr/>
          </p:nvSpPr>
          <p:spPr>
            <a:xfrm>
              <a:off x="6081944" y="654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2" name="Google Shape;1012;p19"/>
            <p:cNvSpPr/>
            <p:nvPr/>
          </p:nvSpPr>
          <p:spPr>
            <a:xfrm>
              <a:off x="6526596" y="565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13" name="Google Shape;1013;p19"/>
            <p:cNvGrpSpPr/>
            <p:nvPr/>
          </p:nvGrpSpPr>
          <p:grpSpPr>
            <a:xfrm rot="5400000">
              <a:off x="6980476" y="48571"/>
              <a:ext cx="212838" cy="322401"/>
              <a:chOff x="5958752" y="3513438"/>
              <a:chExt cx="464103" cy="703011"/>
            </a:xfrm>
          </p:grpSpPr>
          <p:sp>
            <p:nvSpPr>
              <p:cNvPr id="1014" name="Google Shape;1014;p1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5" name="Google Shape;1015;p1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6" name="Google Shape;1016;p1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7" name="Google Shape;1017;p1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8" name="Google Shape;1018;p19"/>
            <p:cNvGrpSpPr/>
            <p:nvPr/>
          </p:nvGrpSpPr>
          <p:grpSpPr>
            <a:xfrm>
              <a:off x="7429787" y="51128"/>
              <a:ext cx="298676" cy="295339"/>
              <a:chOff x="10240740" y="2106170"/>
              <a:chExt cx="751954" cy="743552"/>
            </a:xfrm>
          </p:grpSpPr>
          <p:sp>
            <p:nvSpPr>
              <p:cNvPr id="1019" name="Google Shape;1019;p19"/>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0" name="Google Shape;1020;p19"/>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1" name="Google Shape;1021;p19"/>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2" name="Google Shape;1022;p19"/>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3" name="Google Shape;1023;p19"/>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4" name="Google Shape;1024;p19"/>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25" name="Google Shape;1025;p19"/>
            <p:cNvSpPr/>
            <p:nvPr/>
          </p:nvSpPr>
          <p:spPr>
            <a:xfrm>
              <a:off x="7874069" y="654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6" name="Google Shape;1026;p19"/>
            <p:cNvSpPr/>
            <p:nvPr/>
          </p:nvSpPr>
          <p:spPr>
            <a:xfrm>
              <a:off x="8318721" y="565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27" name="Google Shape;1027;p19"/>
            <p:cNvGrpSpPr/>
            <p:nvPr/>
          </p:nvGrpSpPr>
          <p:grpSpPr>
            <a:xfrm rot="5400000">
              <a:off x="8772601" y="48571"/>
              <a:ext cx="212838" cy="322401"/>
              <a:chOff x="5958752" y="3513438"/>
              <a:chExt cx="464103" cy="703011"/>
            </a:xfrm>
          </p:grpSpPr>
          <p:sp>
            <p:nvSpPr>
              <p:cNvPr id="1028" name="Google Shape;1028;p1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9" name="Google Shape;1029;p1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0" name="Google Shape;1030;p1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1" name="Google Shape;1031;p1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32" name="Shape 1032"/>
        <p:cNvGrpSpPr/>
        <p:nvPr/>
      </p:nvGrpSpPr>
      <p:grpSpPr>
        <a:xfrm>
          <a:off x="0" y="0"/>
          <a:ext cx="0" cy="0"/>
          <a:chOff x="0" y="0"/>
          <a:chExt cx="0" cy="0"/>
        </a:xfrm>
      </p:grpSpPr>
      <p:sp>
        <p:nvSpPr>
          <p:cNvPr id="1033" name="Google Shape;1033;p20"/>
          <p:cNvSpPr txBox="1"/>
          <p:nvPr>
            <p:ph type="title"/>
          </p:nvPr>
        </p:nvSpPr>
        <p:spPr>
          <a:xfrm>
            <a:off x="4371775" y="1621350"/>
            <a:ext cx="4059000" cy="190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034" name="Google Shape;1034;p20"/>
          <p:cNvSpPr/>
          <p:nvPr>
            <p:ph idx="2" type="pic"/>
          </p:nvPr>
        </p:nvSpPr>
        <p:spPr>
          <a:xfrm flipH="1">
            <a:off x="9854" y="438650"/>
            <a:ext cx="3598500" cy="4274700"/>
          </a:xfrm>
          <a:prstGeom prst="rect">
            <a:avLst/>
          </a:prstGeom>
          <a:noFill/>
          <a:ln cap="flat" cmpd="sng" w="28575">
            <a:solidFill>
              <a:schemeClr val="accent1"/>
            </a:solidFill>
            <a:prstDash val="solid"/>
            <a:round/>
            <a:headEnd len="sm" w="sm" type="none"/>
            <a:tailEnd len="sm" w="sm" type="none"/>
          </a:ln>
        </p:spPr>
      </p:sp>
      <p:grpSp>
        <p:nvGrpSpPr>
          <p:cNvPr id="1035" name="Google Shape;1035;p20"/>
          <p:cNvGrpSpPr/>
          <p:nvPr/>
        </p:nvGrpSpPr>
        <p:grpSpPr>
          <a:xfrm flipH="1">
            <a:off x="-20500" y="4701273"/>
            <a:ext cx="9219895" cy="461615"/>
            <a:chOff x="150" y="4701117"/>
            <a:chExt cx="9144000" cy="461615"/>
          </a:xfrm>
        </p:grpSpPr>
        <p:sp>
          <p:nvSpPr>
            <p:cNvPr id="1036" name="Google Shape;1036;p20"/>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037" name="Google Shape;1037;p20"/>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1038" name="Google Shape;1038;p20"/>
          <p:cNvGrpSpPr/>
          <p:nvPr/>
        </p:nvGrpSpPr>
        <p:grpSpPr>
          <a:xfrm rot="10800000">
            <a:off x="-20500" y="-15158"/>
            <a:ext cx="9219895" cy="461615"/>
            <a:chOff x="150" y="4701117"/>
            <a:chExt cx="9144000" cy="461615"/>
          </a:xfrm>
        </p:grpSpPr>
        <p:sp>
          <p:nvSpPr>
            <p:cNvPr id="1039" name="Google Shape;1039;p20"/>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040" name="Google Shape;1040;p20"/>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1041" name="Google Shape;1041;p20"/>
          <p:cNvGrpSpPr/>
          <p:nvPr/>
        </p:nvGrpSpPr>
        <p:grpSpPr>
          <a:xfrm flipH="1">
            <a:off x="186263" y="89406"/>
            <a:ext cx="8839635" cy="272350"/>
            <a:chOff x="186263" y="89406"/>
            <a:chExt cx="8839635" cy="272350"/>
          </a:xfrm>
        </p:grpSpPr>
        <p:grpSp>
          <p:nvGrpSpPr>
            <p:cNvPr id="1042" name="Google Shape;1042;p20"/>
            <p:cNvGrpSpPr/>
            <p:nvPr/>
          </p:nvGrpSpPr>
          <p:grpSpPr>
            <a:xfrm>
              <a:off x="806397" y="108979"/>
              <a:ext cx="344874" cy="246093"/>
              <a:chOff x="2509616" y="1928763"/>
              <a:chExt cx="1327970" cy="947605"/>
            </a:xfrm>
          </p:grpSpPr>
          <p:sp>
            <p:nvSpPr>
              <p:cNvPr id="1043" name="Google Shape;1043;p20"/>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4" name="Google Shape;1044;p20"/>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5" name="Google Shape;1045;p20"/>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6" name="Google Shape;1046;p20"/>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7" name="Google Shape;1047;p20"/>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8" name="Google Shape;1048;p20"/>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9" name="Google Shape;1049;p20"/>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0" name="Google Shape;1050;p20"/>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1" name="Google Shape;1051;p20"/>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2" name="Google Shape;1052;p20"/>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3" name="Google Shape;1053;p20"/>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4" name="Google Shape;1054;p20"/>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5" name="Google Shape;1055;p20"/>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56" name="Google Shape;1056;p20"/>
            <p:cNvGrpSpPr/>
            <p:nvPr/>
          </p:nvGrpSpPr>
          <p:grpSpPr>
            <a:xfrm rot="5400000">
              <a:off x="1329853" y="82673"/>
              <a:ext cx="235464" cy="298700"/>
              <a:chOff x="4443093" y="1867585"/>
              <a:chExt cx="726740" cy="921628"/>
            </a:xfrm>
          </p:grpSpPr>
          <p:sp>
            <p:nvSpPr>
              <p:cNvPr id="1057" name="Google Shape;1057;p20"/>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8" name="Google Shape;1058;p20"/>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59" name="Google Shape;1059;p20"/>
            <p:cNvSpPr/>
            <p:nvPr/>
          </p:nvSpPr>
          <p:spPr>
            <a:xfrm>
              <a:off x="1743875" y="8940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60" name="Google Shape;1060;p20"/>
            <p:cNvGrpSpPr/>
            <p:nvPr/>
          </p:nvGrpSpPr>
          <p:grpSpPr>
            <a:xfrm rot="5400000">
              <a:off x="2512383" y="38260"/>
              <a:ext cx="65949" cy="365580"/>
              <a:chOff x="7486891" y="2067545"/>
              <a:chExt cx="143805" cy="797165"/>
            </a:xfrm>
          </p:grpSpPr>
          <p:sp>
            <p:nvSpPr>
              <p:cNvPr id="1061" name="Google Shape;1061;p20"/>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2" name="Google Shape;1062;p20"/>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63" name="Google Shape;1063;p20"/>
            <p:cNvGrpSpPr/>
            <p:nvPr/>
          </p:nvGrpSpPr>
          <p:grpSpPr>
            <a:xfrm rot="5400000">
              <a:off x="2894699" y="82686"/>
              <a:ext cx="259475" cy="298664"/>
              <a:chOff x="8627678" y="2059919"/>
              <a:chExt cx="737775" cy="849201"/>
            </a:xfrm>
          </p:grpSpPr>
          <p:sp>
            <p:nvSpPr>
              <p:cNvPr id="1064" name="Google Shape;1064;p20"/>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5" name="Google Shape;1065;p20"/>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6" name="Google Shape;1066;p20"/>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7" name="Google Shape;1067;p20"/>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8" name="Google Shape;1068;p20"/>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9" name="Google Shape;1069;p20"/>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0" name="Google Shape;1070;p20"/>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1" name="Google Shape;1071;p20"/>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2" name="Google Shape;1072;p20"/>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3" name="Google Shape;1073;p20"/>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4" name="Google Shape;1074;p20"/>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5" name="Google Shape;1075;p20"/>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6" name="Google Shape;1076;p20"/>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7" name="Google Shape;1077;p20"/>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78" name="Google Shape;1078;p20"/>
            <p:cNvGrpSpPr/>
            <p:nvPr/>
          </p:nvGrpSpPr>
          <p:grpSpPr>
            <a:xfrm rot="-5400000">
              <a:off x="314890" y="-4570"/>
              <a:ext cx="215942" cy="473196"/>
              <a:chOff x="1293873" y="1704092"/>
              <a:chExt cx="470872" cy="1031828"/>
            </a:xfrm>
          </p:grpSpPr>
          <p:sp>
            <p:nvSpPr>
              <p:cNvPr id="1079" name="Google Shape;1079;p20"/>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0" name="Google Shape;1080;p20"/>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1" name="Google Shape;1081;p20"/>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2" name="Google Shape;1082;p20"/>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3" name="Google Shape;1083;p20"/>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4" name="Google Shape;1084;p20"/>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85" name="Google Shape;1085;p20"/>
            <p:cNvGrpSpPr/>
            <p:nvPr/>
          </p:nvGrpSpPr>
          <p:grpSpPr>
            <a:xfrm>
              <a:off x="3955272" y="108979"/>
              <a:ext cx="344874" cy="246093"/>
              <a:chOff x="2509616" y="1928763"/>
              <a:chExt cx="1327970" cy="947605"/>
            </a:xfrm>
          </p:grpSpPr>
          <p:sp>
            <p:nvSpPr>
              <p:cNvPr id="1086" name="Google Shape;1086;p20"/>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7" name="Google Shape;1087;p20"/>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8" name="Google Shape;1088;p20"/>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9" name="Google Shape;1089;p20"/>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0" name="Google Shape;1090;p20"/>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1" name="Google Shape;1091;p20"/>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2" name="Google Shape;1092;p20"/>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3" name="Google Shape;1093;p20"/>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4" name="Google Shape;1094;p20"/>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5" name="Google Shape;1095;p20"/>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6" name="Google Shape;1096;p20"/>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7" name="Google Shape;1097;p20"/>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8" name="Google Shape;1098;p20"/>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99" name="Google Shape;1099;p20"/>
            <p:cNvGrpSpPr/>
            <p:nvPr/>
          </p:nvGrpSpPr>
          <p:grpSpPr>
            <a:xfrm rot="5400000">
              <a:off x="4478728" y="82673"/>
              <a:ext cx="235464" cy="298700"/>
              <a:chOff x="4443093" y="1867585"/>
              <a:chExt cx="726740" cy="921628"/>
            </a:xfrm>
          </p:grpSpPr>
          <p:sp>
            <p:nvSpPr>
              <p:cNvPr id="1100" name="Google Shape;1100;p20"/>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1" name="Google Shape;1101;p20"/>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02" name="Google Shape;1102;p20"/>
            <p:cNvSpPr/>
            <p:nvPr/>
          </p:nvSpPr>
          <p:spPr>
            <a:xfrm>
              <a:off x="4892750" y="8940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03" name="Google Shape;1103;p20"/>
            <p:cNvGrpSpPr/>
            <p:nvPr/>
          </p:nvGrpSpPr>
          <p:grpSpPr>
            <a:xfrm rot="5400000">
              <a:off x="5661258" y="38260"/>
              <a:ext cx="65949" cy="365580"/>
              <a:chOff x="7486891" y="2067545"/>
              <a:chExt cx="143805" cy="797165"/>
            </a:xfrm>
          </p:grpSpPr>
          <p:sp>
            <p:nvSpPr>
              <p:cNvPr id="1104" name="Google Shape;1104;p20"/>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5" name="Google Shape;1105;p20"/>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06" name="Google Shape;1106;p20"/>
            <p:cNvGrpSpPr/>
            <p:nvPr/>
          </p:nvGrpSpPr>
          <p:grpSpPr>
            <a:xfrm rot="5400000">
              <a:off x="6043574" y="82686"/>
              <a:ext cx="259475" cy="298664"/>
              <a:chOff x="8627678" y="2059919"/>
              <a:chExt cx="737775" cy="849201"/>
            </a:xfrm>
          </p:grpSpPr>
          <p:sp>
            <p:nvSpPr>
              <p:cNvPr id="1107" name="Google Shape;1107;p20"/>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8" name="Google Shape;1108;p20"/>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9" name="Google Shape;1109;p20"/>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0" name="Google Shape;1110;p20"/>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1" name="Google Shape;1111;p20"/>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2" name="Google Shape;1112;p20"/>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3" name="Google Shape;1113;p20"/>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4" name="Google Shape;1114;p20"/>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5" name="Google Shape;1115;p20"/>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6" name="Google Shape;1116;p20"/>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7" name="Google Shape;1117;p20"/>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8" name="Google Shape;1118;p20"/>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9" name="Google Shape;1119;p20"/>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0" name="Google Shape;1120;p20"/>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21" name="Google Shape;1121;p20"/>
            <p:cNvGrpSpPr/>
            <p:nvPr/>
          </p:nvGrpSpPr>
          <p:grpSpPr>
            <a:xfrm rot="-5400000">
              <a:off x="3463765" y="-4570"/>
              <a:ext cx="215942" cy="473196"/>
              <a:chOff x="1293873" y="1704092"/>
              <a:chExt cx="470872" cy="1031828"/>
            </a:xfrm>
          </p:grpSpPr>
          <p:sp>
            <p:nvSpPr>
              <p:cNvPr id="1122" name="Google Shape;1122;p20"/>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3" name="Google Shape;1123;p20"/>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4" name="Google Shape;1124;p20"/>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5" name="Google Shape;1125;p20"/>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6" name="Google Shape;1126;p20"/>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7" name="Google Shape;1127;p20"/>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28" name="Google Shape;1128;p20"/>
            <p:cNvGrpSpPr/>
            <p:nvPr/>
          </p:nvGrpSpPr>
          <p:grpSpPr>
            <a:xfrm>
              <a:off x="7104147" y="108979"/>
              <a:ext cx="344874" cy="246093"/>
              <a:chOff x="2509616" y="1928763"/>
              <a:chExt cx="1327970" cy="947605"/>
            </a:xfrm>
          </p:grpSpPr>
          <p:sp>
            <p:nvSpPr>
              <p:cNvPr id="1129" name="Google Shape;1129;p20"/>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0" name="Google Shape;1130;p20"/>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1" name="Google Shape;1131;p20"/>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2" name="Google Shape;1132;p20"/>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3" name="Google Shape;1133;p20"/>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4" name="Google Shape;1134;p20"/>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5" name="Google Shape;1135;p20"/>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6" name="Google Shape;1136;p20"/>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7" name="Google Shape;1137;p20"/>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8" name="Google Shape;1138;p20"/>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9" name="Google Shape;1139;p20"/>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0" name="Google Shape;1140;p20"/>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1" name="Google Shape;1141;p20"/>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42" name="Google Shape;1142;p20"/>
            <p:cNvGrpSpPr/>
            <p:nvPr/>
          </p:nvGrpSpPr>
          <p:grpSpPr>
            <a:xfrm rot="5400000">
              <a:off x="7627603" y="82673"/>
              <a:ext cx="235464" cy="298700"/>
              <a:chOff x="4443093" y="1867585"/>
              <a:chExt cx="726740" cy="921628"/>
            </a:xfrm>
          </p:grpSpPr>
          <p:sp>
            <p:nvSpPr>
              <p:cNvPr id="1143" name="Google Shape;1143;p20"/>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4" name="Google Shape;1144;p20"/>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45" name="Google Shape;1145;p20"/>
            <p:cNvSpPr/>
            <p:nvPr/>
          </p:nvSpPr>
          <p:spPr>
            <a:xfrm>
              <a:off x="8041625" y="8940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46" name="Google Shape;1146;p20"/>
            <p:cNvGrpSpPr/>
            <p:nvPr/>
          </p:nvGrpSpPr>
          <p:grpSpPr>
            <a:xfrm rot="5400000">
              <a:off x="8810133" y="38260"/>
              <a:ext cx="65949" cy="365580"/>
              <a:chOff x="7486891" y="2067545"/>
              <a:chExt cx="143805" cy="797165"/>
            </a:xfrm>
          </p:grpSpPr>
          <p:sp>
            <p:nvSpPr>
              <p:cNvPr id="1147" name="Google Shape;1147;p20"/>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8" name="Google Shape;1148;p20"/>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49" name="Google Shape;1149;p20"/>
            <p:cNvGrpSpPr/>
            <p:nvPr/>
          </p:nvGrpSpPr>
          <p:grpSpPr>
            <a:xfrm rot="-5400000">
              <a:off x="6612640" y="-4570"/>
              <a:ext cx="215942" cy="473196"/>
              <a:chOff x="1293873" y="1704092"/>
              <a:chExt cx="470872" cy="1031828"/>
            </a:xfrm>
          </p:grpSpPr>
          <p:sp>
            <p:nvSpPr>
              <p:cNvPr id="1150" name="Google Shape;1150;p20"/>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1" name="Google Shape;1151;p20"/>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2" name="Google Shape;1152;p20"/>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3" name="Google Shape;1153;p20"/>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4" name="Google Shape;1154;p20"/>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5" name="Google Shape;1155;p20"/>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156" name="Google Shape;1156;p20"/>
          <p:cNvGrpSpPr/>
          <p:nvPr/>
        </p:nvGrpSpPr>
        <p:grpSpPr>
          <a:xfrm flipH="1">
            <a:off x="186263" y="4797531"/>
            <a:ext cx="8839635" cy="272350"/>
            <a:chOff x="186263" y="4797531"/>
            <a:chExt cx="8839635" cy="272350"/>
          </a:xfrm>
        </p:grpSpPr>
        <p:grpSp>
          <p:nvGrpSpPr>
            <p:cNvPr id="1157" name="Google Shape;1157;p20"/>
            <p:cNvGrpSpPr/>
            <p:nvPr/>
          </p:nvGrpSpPr>
          <p:grpSpPr>
            <a:xfrm flipH="1">
              <a:off x="8060890" y="4817104"/>
              <a:ext cx="344874" cy="246093"/>
              <a:chOff x="2509616" y="1928763"/>
              <a:chExt cx="1327970" cy="947605"/>
            </a:xfrm>
          </p:grpSpPr>
          <p:sp>
            <p:nvSpPr>
              <p:cNvPr id="1158" name="Google Shape;1158;p20"/>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9" name="Google Shape;1159;p20"/>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0" name="Google Shape;1160;p20"/>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1" name="Google Shape;1161;p20"/>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2" name="Google Shape;1162;p20"/>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3" name="Google Shape;1163;p20"/>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4" name="Google Shape;1164;p20"/>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5" name="Google Shape;1165;p20"/>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6" name="Google Shape;1166;p20"/>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7" name="Google Shape;1167;p20"/>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8" name="Google Shape;1168;p20"/>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9" name="Google Shape;1169;p20"/>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0" name="Google Shape;1170;p20"/>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71" name="Google Shape;1171;p20"/>
            <p:cNvGrpSpPr/>
            <p:nvPr/>
          </p:nvGrpSpPr>
          <p:grpSpPr>
            <a:xfrm flipH="1" rot="-5400000">
              <a:off x="7646844" y="4790798"/>
              <a:ext cx="235464" cy="298700"/>
              <a:chOff x="4443093" y="1867585"/>
              <a:chExt cx="726740" cy="921628"/>
            </a:xfrm>
          </p:grpSpPr>
          <p:sp>
            <p:nvSpPr>
              <p:cNvPr id="1172" name="Google Shape;1172;p20"/>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3" name="Google Shape;1173;p20"/>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74" name="Google Shape;1174;p20"/>
            <p:cNvSpPr/>
            <p:nvPr/>
          </p:nvSpPr>
          <p:spPr>
            <a:xfrm flipH="1">
              <a:off x="6996542" y="4797531"/>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75" name="Google Shape;1175;p20"/>
            <p:cNvGrpSpPr/>
            <p:nvPr/>
          </p:nvGrpSpPr>
          <p:grpSpPr>
            <a:xfrm flipH="1" rot="-5400000">
              <a:off x="6057986" y="4790811"/>
              <a:ext cx="259475" cy="298664"/>
              <a:chOff x="8627678" y="2059919"/>
              <a:chExt cx="737775" cy="849201"/>
            </a:xfrm>
          </p:grpSpPr>
          <p:sp>
            <p:nvSpPr>
              <p:cNvPr id="1176" name="Google Shape;1176;p20"/>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7" name="Google Shape;1177;p20"/>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8" name="Google Shape;1178;p20"/>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9" name="Google Shape;1179;p20"/>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0" name="Google Shape;1180;p20"/>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1" name="Google Shape;1181;p20"/>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2" name="Google Shape;1182;p20"/>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3" name="Google Shape;1183;p20"/>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4" name="Google Shape;1184;p20"/>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5" name="Google Shape;1185;p20"/>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6" name="Google Shape;1186;p20"/>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7" name="Google Shape;1187;p20"/>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8" name="Google Shape;1188;p20"/>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9" name="Google Shape;1189;p20"/>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90" name="Google Shape;1190;p20"/>
            <p:cNvGrpSpPr/>
            <p:nvPr/>
          </p:nvGrpSpPr>
          <p:grpSpPr>
            <a:xfrm flipH="1" rot="5400000">
              <a:off x="8681329" y="4703555"/>
              <a:ext cx="215942" cy="473196"/>
              <a:chOff x="1293873" y="1704092"/>
              <a:chExt cx="470872" cy="1031828"/>
            </a:xfrm>
          </p:grpSpPr>
          <p:sp>
            <p:nvSpPr>
              <p:cNvPr id="1191" name="Google Shape;1191;p20"/>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2" name="Google Shape;1192;p20"/>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3" name="Google Shape;1193;p20"/>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4" name="Google Shape;1194;p20"/>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5" name="Google Shape;1195;p20"/>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6" name="Google Shape;1196;p20"/>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97" name="Google Shape;1197;p20"/>
            <p:cNvGrpSpPr/>
            <p:nvPr/>
          </p:nvGrpSpPr>
          <p:grpSpPr>
            <a:xfrm flipH="1">
              <a:off x="4912015" y="4817104"/>
              <a:ext cx="344874" cy="246093"/>
              <a:chOff x="2509616" y="1928763"/>
              <a:chExt cx="1327970" cy="947605"/>
            </a:xfrm>
          </p:grpSpPr>
          <p:sp>
            <p:nvSpPr>
              <p:cNvPr id="1198" name="Google Shape;1198;p20"/>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9" name="Google Shape;1199;p20"/>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0" name="Google Shape;1200;p20"/>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1" name="Google Shape;1201;p20"/>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2" name="Google Shape;1202;p20"/>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3" name="Google Shape;1203;p20"/>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4" name="Google Shape;1204;p20"/>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5" name="Google Shape;1205;p20"/>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6" name="Google Shape;1206;p20"/>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7" name="Google Shape;1207;p20"/>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8" name="Google Shape;1208;p20"/>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9" name="Google Shape;1209;p20"/>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0" name="Google Shape;1210;p20"/>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11" name="Google Shape;1211;p20"/>
            <p:cNvGrpSpPr/>
            <p:nvPr/>
          </p:nvGrpSpPr>
          <p:grpSpPr>
            <a:xfrm flipH="1" rot="-5400000">
              <a:off x="4497969" y="4790798"/>
              <a:ext cx="235464" cy="298700"/>
              <a:chOff x="4443093" y="1867585"/>
              <a:chExt cx="726740" cy="921628"/>
            </a:xfrm>
          </p:grpSpPr>
          <p:sp>
            <p:nvSpPr>
              <p:cNvPr id="1212" name="Google Shape;1212;p20"/>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3" name="Google Shape;1213;p20"/>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14" name="Google Shape;1214;p20"/>
            <p:cNvSpPr/>
            <p:nvPr/>
          </p:nvSpPr>
          <p:spPr>
            <a:xfrm flipH="1">
              <a:off x="3847667" y="4797531"/>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15" name="Google Shape;1215;p20"/>
            <p:cNvGrpSpPr/>
            <p:nvPr/>
          </p:nvGrpSpPr>
          <p:grpSpPr>
            <a:xfrm flipH="1" rot="-5400000">
              <a:off x="2909111" y="4790811"/>
              <a:ext cx="259475" cy="298664"/>
              <a:chOff x="8627678" y="2059919"/>
              <a:chExt cx="737775" cy="849201"/>
            </a:xfrm>
          </p:grpSpPr>
          <p:sp>
            <p:nvSpPr>
              <p:cNvPr id="1216" name="Google Shape;1216;p20"/>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7" name="Google Shape;1217;p20"/>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8" name="Google Shape;1218;p20"/>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9" name="Google Shape;1219;p20"/>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0" name="Google Shape;1220;p20"/>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1" name="Google Shape;1221;p20"/>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2" name="Google Shape;1222;p20"/>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3" name="Google Shape;1223;p20"/>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4" name="Google Shape;1224;p20"/>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5" name="Google Shape;1225;p20"/>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6" name="Google Shape;1226;p20"/>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7" name="Google Shape;1227;p20"/>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8" name="Google Shape;1228;p20"/>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9" name="Google Shape;1229;p20"/>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30" name="Google Shape;1230;p20"/>
            <p:cNvGrpSpPr/>
            <p:nvPr/>
          </p:nvGrpSpPr>
          <p:grpSpPr>
            <a:xfrm flipH="1" rot="5400000">
              <a:off x="5532454" y="4703555"/>
              <a:ext cx="215942" cy="473196"/>
              <a:chOff x="1293873" y="1704092"/>
              <a:chExt cx="470872" cy="1031828"/>
            </a:xfrm>
          </p:grpSpPr>
          <p:sp>
            <p:nvSpPr>
              <p:cNvPr id="1231" name="Google Shape;1231;p20"/>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2" name="Google Shape;1232;p20"/>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3" name="Google Shape;1233;p20"/>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4" name="Google Shape;1234;p20"/>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5" name="Google Shape;1235;p20"/>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6" name="Google Shape;1236;p20"/>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37" name="Google Shape;1237;p20"/>
            <p:cNvGrpSpPr/>
            <p:nvPr/>
          </p:nvGrpSpPr>
          <p:grpSpPr>
            <a:xfrm flipH="1">
              <a:off x="1763140" y="4817104"/>
              <a:ext cx="344874" cy="246093"/>
              <a:chOff x="2509616" y="1928763"/>
              <a:chExt cx="1327970" cy="947605"/>
            </a:xfrm>
          </p:grpSpPr>
          <p:sp>
            <p:nvSpPr>
              <p:cNvPr id="1238" name="Google Shape;1238;p20"/>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9" name="Google Shape;1239;p20"/>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0" name="Google Shape;1240;p20"/>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1" name="Google Shape;1241;p20"/>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2" name="Google Shape;1242;p20"/>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3" name="Google Shape;1243;p20"/>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4" name="Google Shape;1244;p20"/>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5" name="Google Shape;1245;p20"/>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6" name="Google Shape;1246;p20"/>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7" name="Google Shape;1247;p20"/>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8" name="Google Shape;1248;p20"/>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9" name="Google Shape;1249;p20"/>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0" name="Google Shape;1250;p20"/>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51" name="Google Shape;1251;p20"/>
            <p:cNvGrpSpPr/>
            <p:nvPr/>
          </p:nvGrpSpPr>
          <p:grpSpPr>
            <a:xfrm flipH="1" rot="-5400000">
              <a:off x="1349094" y="4790798"/>
              <a:ext cx="235464" cy="298700"/>
              <a:chOff x="4443093" y="1867585"/>
              <a:chExt cx="726740" cy="921628"/>
            </a:xfrm>
          </p:grpSpPr>
          <p:sp>
            <p:nvSpPr>
              <p:cNvPr id="1252" name="Google Shape;1252;p20"/>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3" name="Google Shape;1253;p20"/>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54" name="Google Shape;1254;p20"/>
            <p:cNvSpPr/>
            <p:nvPr/>
          </p:nvSpPr>
          <p:spPr>
            <a:xfrm flipH="1">
              <a:off x="698792" y="4797531"/>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55" name="Google Shape;1255;p20"/>
            <p:cNvGrpSpPr/>
            <p:nvPr/>
          </p:nvGrpSpPr>
          <p:grpSpPr>
            <a:xfrm flipH="1" rot="-5400000">
              <a:off x="336079" y="4746385"/>
              <a:ext cx="65949" cy="365580"/>
              <a:chOff x="7486891" y="2067545"/>
              <a:chExt cx="143805" cy="797165"/>
            </a:xfrm>
          </p:grpSpPr>
          <p:sp>
            <p:nvSpPr>
              <p:cNvPr id="1256" name="Google Shape;1256;p20"/>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7" name="Google Shape;1257;p20"/>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58" name="Google Shape;1258;p20"/>
            <p:cNvGrpSpPr/>
            <p:nvPr/>
          </p:nvGrpSpPr>
          <p:grpSpPr>
            <a:xfrm flipH="1" rot="5400000">
              <a:off x="2383579" y="4703555"/>
              <a:ext cx="215942" cy="473196"/>
              <a:chOff x="1293873" y="1704092"/>
              <a:chExt cx="470872" cy="1031828"/>
            </a:xfrm>
          </p:grpSpPr>
          <p:sp>
            <p:nvSpPr>
              <p:cNvPr id="1259" name="Google Shape;1259;p20"/>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0" name="Google Shape;1260;p20"/>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1" name="Google Shape;1261;p20"/>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2" name="Google Shape;1262;p20"/>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3" name="Google Shape;1263;p20"/>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4" name="Google Shape;1264;p20"/>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65" name="Shape 1265"/>
        <p:cNvGrpSpPr/>
        <p:nvPr/>
      </p:nvGrpSpPr>
      <p:grpSpPr>
        <a:xfrm>
          <a:off x="0" y="0"/>
          <a:ext cx="0" cy="0"/>
          <a:chOff x="0" y="0"/>
          <a:chExt cx="0" cy="0"/>
        </a:xfrm>
      </p:grpSpPr>
      <p:sp>
        <p:nvSpPr>
          <p:cNvPr id="1266" name="Google Shape;1266;p21"/>
          <p:cNvSpPr txBox="1"/>
          <p:nvPr>
            <p:ph type="title"/>
          </p:nvPr>
        </p:nvSpPr>
        <p:spPr>
          <a:xfrm>
            <a:off x="1658100" y="961800"/>
            <a:ext cx="5827800" cy="5847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267" name="Google Shape;1267;p21"/>
          <p:cNvSpPr txBox="1"/>
          <p:nvPr>
            <p:ph idx="1" type="subTitle"/>
          </p:nvPr>
        </p:nvSpPr>
        <p:spPr>
          <a:xfrm>
            <a:off x="1658100" y="1698900"/>
            <a:ext cx="5827800" cy="2330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accent1"/>
              </a:buClr>
              <a:buSzPts val="1400"/>
              <a:buFont typeface="Montserrat"/>
              <a:buChar char="➔"/>
              <a:defRPr sz="1600"/>
            </a:lvl1pPr>
            <a:lvl2pPr lvl="1" algn="ctr">
              <a:lnSpc>
                <a:spcPct val="115000"/>
              </a:lnSpc>
              <a:spcBef>
                <a:spcPts val="0"/>
              </a:spcBef>
              <a:spcAft>
                <a:spcPts val="0"/>
              </a:spcAft>
              <a:buClr>
                <a:schemeClr val="dk2"/>
              </a:buClr>
              <a:buSzPts val="1400"/>
              <a:buFont typeface="Montserrat"/>
              <a:buChar char="◆"/>
              <a:defRPr/>
            </a:lvl2pPr>
            <a:lvl3pPr lvl="2" algn="ctr">
              <a:lnSpc>
                <a:spcPct val="115000"/>
              </a:lnSpc>
              <a:spcBef>
                <a:spcPts val="0"/>
              </a:spcBef>
              <a:spcAft>
                <a:spcPts val="0"/>
              </a:spcAft>
              <a:buClr>
                <a:schemeClr val="dk2"/>
              </a:buClr>
              <a:buSzPts val="1400"/>
              <a:buFont typeface="Montserrat"/>
              <a:buChar char="●"/>
              <a:defRPr/>
            </a:lvl3pPr>
            <a:lvl4pPr lvl="3" algn="ctr">
              <a:lnSpc>
                <a:spcPct val="115000"/>
              </a:lnSpc>
              <a:spcBef>
                <a:spcPts val="0"/>
              </a:spcBef>
              <a:spcAft>
                <a:spcPts val="0"/>
              </a:spcAft>
              <a:buClr>
                <a:schemeClr val="dk2"/>
              </a:buClr>
              <a:buSzPts val="1400"/>
              <a:buFont typeface="Montserrat"/>
              <a:buChar char="○"/>
              <a:defRPr/>
            </a:lvl4pPr>
            <a:lvl5pPr lvl="4" algn="ctr">
              <a:lnSpc>
                <a:spcPct val="115000"/>
              </a:lnSpc>
              <a:spcBef>
                <a:spcPts val="0"/>
              </a:spcBef>
              <a:spcAft>
                <a:spcPts val="0"/>
              </a:spcAft>
              <a:buClr>
                <a:schemeClr val="dk2"/>
              </a:buClr>
              <a:buSzPts val="1400"/>
              <a:buFont typeface="Montserrat"/>
              <a:buChar char="◆"/>
              <a:defRPr/>
            </a:lvl5pPr>
            <a:lvl6pPr lvl="5" algn="ctr">
              <a:lnSpc>
                <a:spcPct val="115000"/>
              </a:lnSpc>
              <a:spcBef>
                <a:spcPts val="0"/>
              </a:spcBef>
              <a:spcAft>
                <a:spcPts val="0"/>
              </a:spcAft>
              <a:buClr>
                <a:schemeClr val="dk2"/>
              </a:buClr>
              <a:buSzPts val="1400"/>
              <a:buFont typeface="Montserrat"/>
              <a:buChar char="●"/>
              <a:defRPr/>
            </a:lvl6pPr>
            <a:lvl7pPr lvl="6" algn="ctr">
              <a:lnSpc>
                <a:spcPct val="115000"/>
              </a:lnSpc>
              <a:spcBef>
                <a:spcPts val="0"/>
              </a:spcBef>
              <a:spcAft>
                <a:spcPts val="0"/>
              </a:spcAft>
              <a:buClr>
                <a:schemeClr val="dk2"/>
              </a:buClr>
              <a:buSzPts val="1400"/>
              <a:buFont typeface="Montserrat"/>
              <a:buChar char="○"/>
              <a:defRPr/>
            </a:lvl7pPr>
            <a:lvl8pPr lvl="7" algn="ctr">
              <a:lnSpc>
                <a:spcPct val="115000"/>
              </a:lnSpc>
              <a:spcBef>
                <a:spcPts val="0"/>
              </a:spcBef>
              <a:spcAft>
                <a:spcPts val="0"/>
              </a:spcAft>
              <a:buClr>
                <a:schemeClr val="dk2"/>
              </a:buClr>
              <a:buSzPts val="1400"/>
              <a:buFont typeface="Montserrat"/>
              <a:buChar char="◆"/>
              <a:defRPr/>
            </a:lvl8pPr>
            <a:lvl9pPr lvl="8" algn="ctr">
              <a:lnSpc>
                <a:spcPct val="115000"/>
              </a:lnSpc>
              <a:spcBef>
                <a:spcPts val="0"/>
              </a:spcBef>
              <a:spcAft>
                <a:spcPts val="0"/>
              </a:spcAft>
              <a:buClr>
                <a:schemeClr val="dk2"/>
              </a:buClr>
              <a:buSzPts val="1400"/>
              <a:buFont typeface="Montserrat"/>
              <a:buChar char="●"/>
              <a:defRPr/>
            </a:lvl9pPr>
          </a:lstStyle>
          <a:p/>
        </p:txBody>
      </p:sp>
      <p:grpSp>
        <p:nvGrpSpPr>
          <p:cNvPr id="1268" name="Google Shape;1268;p21"/>
          <p:cNvGrpSpPr/>
          <p:nvPr/>
        </p:nvGrpSpPr>
        <p:grpSpPr>
          <a:xfrm>
            <a:off x="-20500" y="4701273"/>
            <a:ext cx="9219895" cy="461615"/>
            <a:chOff x="150" y="4701117"/>
            <a:chExt cx="9144000" cy="461615"/>
          </a:xfrm>
        </p:grpSpPr>
        <p:sp>
          <p:nvSpPr>
            <p:cNvPr id="1269" name="Google Shape;1269;p21"/>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270" name="Google Shape;1270;p21"/>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1271" name="Google Shape;1271;p21"/>
          <p:cNvGrpSpPr/>
          <p:nvPr/>
        </p:nvGrpSpPr>
        <p:grpSpPr>
          <a:xfrm flipH="1" rot="10800000">
            <a:off x="-20500" y="-15158"/>
            <a:ext cx="9219895" cy="461615"/>
            <a:chOff x="150" y="4701117"/>
            <a:chExt cx="9144000" cy="461615"/>
          </a:xfrm>
        </p:grpSpPr>
        <p:sp>
          <p:nvSpPr>
            <p:cNvPr id="1272" name="Google Shape;1272;p21"/>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273" name="Google Shape;1273;p21"/>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1274" name="Google Shape;1274;p21"/>
          <p:cNvGrpSpPr/>
          <p:nvPr/>
        </p:nvGrpSpPr>
        <p:grpSpPr>
          <a:xfrm flipH="1">
            <a:off x="157356" y="4788056"/>
            <a:ext cx="8895728" cy="302471"/>
            <a:chOff x="157356" y="4788056"/>
            <a:chExt cx="8895728" cy="302471"/>
          </a:xfrm>
        </p:grpSpPr>
        <p:grpSp>
          <p:nvGrpSpPr>
            <p:cNvPr id="1275" name="Google Shape;1275;p21"/>
            <p:cNvGrpSpPr/>
            <p:nvPr/>
          </p:nvGrpSpPr>
          <p:grpSpPr>
            <a:xfrm rot="5400000">
              <a:off x="3474258" y="4756510"/>
              <a:ext cx="65949" cy="365580"/>
              <a:chOff x="7486891" y="2067545"/>
              <a:chExt cx="143805" cy="797165"/>
            </a:xfrm>
          </p:grpSpPr>
          <p:sp>
            <p:nvSpPr>
              <p:cNvPr id="1276" name="Google Shape;1276;p21"/>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7" name="Google Shape;1277;p21"/>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78" name="Google Shape;1278;p21"/>
            <p:cNvGrpSpPr/>
            <p:nvPr/>
          </p:nvGrpSpPr>
          <p:grpSpPr>
            <a:xfrm rot="5400000">
              <a:off x="7190133" y="4756510"/>
              <a:ext cx="65949" cy="365580"/>
              <a:chOff x="7486891" y="2067545"/>
              <a:chExt cx="143805" cy="797165"/>
            </a:xfrm>
          </p:grpSpPr>
          <p:sp>
            <p:nvSpPr>
              <p:cNvPr id="1279" name="Google Shape;1279;p21"/>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0" name="Google Shape;1280;p21"/>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81" name="Google Shape;1281;p21"/>
            <p:cNvGrpSpPr/>
            <p:nvPr/>
          </p:nvGrpSpPr>
          <p:grpSpPr>
            <a:xfrm>
              <a:off x="157356" y="4788056"/>
              <a:ext cx="8895728" cy="302471"/>
              <a:chOff x="157356" y="4788056"/>
              <a:chExt cx="8895728" cy="302471"/>
            </a:xfrm>
          </p:grpSpPr>
          <p:grpSp>
            <p:nvGrpSpPr>
              <p:cNvPr id="1282" name="Google Shape;1282;p21"/>
              <p:cNvGrpSpPr/>
              <p:nvPr/>
            </p:nvGrpSpPr>
            <p:grpSpPr>
              <a:xfrm>
                <a:off x="1768272" y="4827229"/>
                <a:ext cx="344874" cy="246093"/>
                <a:chOff x="2509616" y="1928763"/>
                <a:chExt cx="1327970" cy="947605"/>
              </a:xfrm>
            </p:grpSpPr>
            <p:sp>
              <p:nvSpPr>
                <p:cNvPr id="1283" name="Google Shape;1283;p21"/>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4" name="Google Shape;1284;p21"/>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5" name="Google Shape;1285;p21"/>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6" name="Google Shape;1286;p21"/>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7" name="Google Shape;1287;p21"/>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8" name="Google Shape;1288;p21"/>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9" name="Google Shape;1289;p21"/>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0" name="Google Shape;1290;p21"/>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1" name="Google Shape;1291;p21"/>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2" name="Google Shape;1292;p21"/>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3" name="Google Shape;1293;p21"/>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4" name="Google Shape;1294;p21"/>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5" name="Google Shape;1295;p21"/>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96" name="Google Shape;1296;p21"/>
              <p:cNvGrpSpPr/>
              <p:nvPr/>
            </p:nvGrpSpPr>
            <p:grpSpPr>
              <a:xfrm rot="5400000">
                <a:off x="2291728" y="4800923"/>
                <a:ext cx="235464" cy="298700"/>
                <a:chOff x="4443093" y="1867585"/>
                <a:chExt cx="726740" cy="921628"/>
              </a:xfrm>
            </p:grpSpPr>
            <p:sp>
              <p:nvSpPr>
                <p:cNvPr id="1297" name="Google Shape;1297;p21"/>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8" name="Google Shape;1298;p21"/>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99" name="Google Shape;1299;p21"/>
              <p:cNvSpPr/>
              <p:nvPr/>
            </p:nvSpPr>
            <p:spPr>
              <a:xfrm>
                <a:off x="2705750"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00" name="Google Shape;1300;p21"/>
              <p:cNvGrpSpPr/>
              <p:nvPr/>
            </p:nvGrpSpPr>
            <p:grpSpPr>
              <a:xfrm rot="-5400000">
                <a:off x="1276765" y="4713680"/>
                <a:ext cx="215942" cy="473196"/>
                <a:chOff x="1293873" y="1704092"/>
                <a:chExt cx="470872" cy="1031828"/>
              </a:xfrm>
            </p:grpSpPr>
            <p:sp>
              <p:nvSpPr>
                <p:cNvPr id="1301" name="Google Shape;1301;p21"/>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2" name="Google Shape;1302;p21"/>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3" name="Google Shape;1303;p21"/>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4" name="Google Shape;1304;p21"/>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5" name="Google Shape;1305;p21"/>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6" name="Google Shape;1306;p21"/>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07" name="Google Shape;1307;p21"/>
              <p:cNvGrpSpPr/>
              <p:nvPr/>
            </p:nvGrpSpPr>
            <p:grpSpPr>
              <a:xfrm>
                <a:off x="157356" y="4831311"/>
                <a:ext cx="428145" cy="215966"/>
                <a:chOff x="4092051" y="3559505"/>
                <a:chExt cx="1306116" cy="658836"/>
              </a:xfrm>
            </p:grpSpPr>
            <p:grpSp>
              <p:nvGrpSpPr>
                <p:cNvPr id="1308" name="Google Shape;1308;p21"/>
                <p:cNvGrpSpPr/>
                <p:nvPr/>
              </p:nvGrpSpPr>
              <p:grpSpPr>
                <a:xfrm>
                  <a:off x="4092051" y="3559505"/>
                  <a:ext cx="1306116" cy="298886"/>
                  <a:chOff x="4092051" y="3559505"/>
                  <a:chExt cx="1306116" cy="298886"/>
                </a:xfrm>
              </p:grpSpPr>
              <p:sp>
                <p:nvSpPr>
                  <p:cNvPr id="1309" name="Google Shape;1309;p21"/>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0" name="Google Shape;1310;p21"/>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1" name="Google Shape;1311;p21"/>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2" name="Google Shape;1312;p21"/>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3" name="Google Shape;1313;p21"/>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4" name="Google Shape;1314;p21"/>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5" name="Google Shape;1315;p21"/>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16" name="Google Shape;1316;p21"/>
                <p:cNvGrpSpPr/>
                <p:nvPr/>
              </p:nvGrpSpPr>
              <p:grpSpPr>
                <a:xfrm>
                  <a:off x="4092051" y="3919455"/>
                  <a:ext cx="1306116" cy="298886"/>
                  <a:chOff x="4092051" y="3919455"/>
                  <a:chExt cx="1306116" cy="298886"/>
                </a:xfrm>
              </p:grpSpPr>
              <p:sp>
                <p:nvSpPr>
                  <p:cNvPr id="1317" name="Google Shape;1317;p21"/>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8" name="Google Shape;1318;p21"/>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9" name="Google Shape;1319;p21"/>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0" name="Google Shape;1320;p21"/>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1" name="Google Shape;1321;p21"/>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2" name="Google Shape;1322;p21"/>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3" name="Google Shape;1323;p21"/>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324" name="Google Shape;1324;p21"/>
              <p:cNvSpPr/>
              <p:nvPr/>
            </p:nvSpPr>
            <p:spPr>
              <a:xfrm>
                <a:off x="731107"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25" name="Google Shape;1325;p21"/>
              <p:cNvGrpSpPr/>
              <p:nvPr/>
            </p:nvGrpSpPr>
            <p:grpSpPr>
              <a:xfrm>
                <a:off x="5484147" y="4827229"/>
                <a:ext cx="344874" cy="246093"/>
                <a:chOff x="2509616" y="1928763"/>
                <a:chExt cx="1327970" cy="947605"/>
              </a:xfrm>
            </p:grpSpPr>
            <p:sp>
              <p:nvSpPr>
                <p:cNvPr id="1326" name="Google Shape;1326;p21"/>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7" name="Google Shape;1327;p21"/>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8" name="Google Shape;1328;p21"/>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9" name="Google Shape;1329;p21"/>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0" name="Google Shape;1330;p21"/>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1" name="Google Shape;1331;p21"/>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2" name="Google Shape;1332;p21"/>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3" name="Google Shape;1333;p21"/>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4" name="Google Shape;1334;p21"/>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5" name="Google Shape;1335;p21"/>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6" name="Google Shape;1336;p21"/>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7" name="Google Shape;1337;p21"/>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8" name="Google Shape;1338;p21"/>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39" name="Google Shape;1339;p21"/>
              <p:cNvGrpSpPr/>
              <p:nvPr/>
            </p:nvGrpSpPr>
            <p:grpSpPr>
              <a:xfrm rot="5400000">
                <a:off x="6007603" y="4800923"/>
                <a:ext cx="235464" cy="298700"/>
                <a:chOff x="4443093" y="1867585"/>
                <a:chExt cx="726740" cy="921628"/>
              </a:xfrm>
            </p:grpSpPr>
            <p:sp>
              <p:nvSpPr>
                <p:cNvPr id="1340" name="Google Shape;1340;p21"/>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1" name="Google Shape;1341;p21"/>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342" name="Google Shape;1342;p21"/>
              <p:cNvSpPr/>
              <p:nvPr/>
            </p:nvSpPr>
            <p:spPr>
              <a:xfrm>
                <a:off x="6421625"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43" name="Google Shape;1343;p21"/>
              <p:cNvGrpSpPr/>
              <p:nvPr/>
            </p:nvGrpSpPr>
            <p:grpSpPr>
              <a:xfrm rot="-5400000">
                <a:off x="4992640" y="4713680"/>
                <a:ext cx="215942" cy="473196"/>
                <a:chOff x="1293873" y="1704092"/>
                <a:chExt cx="470872" cy="1031828"/>
              </a:xfrm>
            </p:grpSpPr>
            <p:sp>
              <p:nvSpPr>
                <p:cNvPr id="1344" name="Google Shape;1344;p21"/>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5" name="Google Shape;1345;p21"/>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6" name="Google Shape;1346;p21"/>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7" name="Google Shape;1347;p21"/>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8" name="Google Shape;1348;p21"/>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9" name="Google Shape;1349;p21"/>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50" name="Google Shape;1350;p21"/>
              <p:cNvGrpSpPr/>
              <p:nvPr/>
            </p:nvGrpSpPr>
            <p:grpSpPr>
              <a:xfrm>
                <a:off x="3873231" y="4831311"/>
                <a:ext cx="428145" cy="215966"/>
                <a:chOff x="4092051" y="3559505"/>
                <a:chExt cx="1306116" cy="658836"/>
              </a:xfrm>
            </p:grpSpPr>
            <p:grpSp>
              <p:nvGrpSpPr>
                <p:cNvPr id="1351" name="Google Shape;1351;p21"/>
                <p:cNvGrpSpPr/>
                <p:nvPr/>
              </p:nvGrpSpPr>
              <p:grpSpPr>
                <a:xfrm>
                  <a:off x="4092051" y="3559505"/>
                  <a:ext cx="1306116" cy="298886"/>
                  <a:chOff x="4092051" y="3559505"/>
                  <a:chExt cx="1306116" cy="298886"/>
                </a:xfrm>
              </p:grpSpPr>
              <p:sp>
                <p:nvSpPr>
                  <p:cNvPr id="1352" name="Google Shape;1352;p21"/>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3" name="Google Shape;1353;p21"/>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4" name="Google Shape;1354;p21"/>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5" name="Google Shape;1355;p21"/>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6" name="Google Shape;1356;p21"/>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7" name="Google Shape;1357;p21"/>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8" name="Google Shape;1358;p21"/>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59" name="Google Shape;1359;p21"/>
                <p:cNvGrpSpPr/>
                <p:nvPr/>
              </p:nvGrpSpPr>
              <p:grpSpPr>
                <a:xfrm>
                  <a:off x="4092051" y="3919455"/>
                  <a:ext cx="1306116" cy="298886"/>
                  <a:chOff x="4092051" y="3919455"/>
                  <a:chExt cx="1306116" cy="298886"/>
                </a:xfrm>
              </p:grpSpPr>
              <p:sp>
                <p:nvSpPr>
                  <p:cNvPr id="1360" name="Google Shape;1360;p21"/>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1" name="Google Shape;1361;p21"/>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2" name="Google Shape;1362;p21"/>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3" name="Google Shape;1363;p21"/>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4" name="Google Shape;1364;p21"/>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5" name="Google Shape;1365;p21"/>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6" name="Google Shape;1366;p21"/>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367" name="Google Shape;1367;p21"/>
              <p:cNvSpPr/>
              <p:nvPr/>
            </p:nvSpPr>
            <p:spPr>
              <a:xfrm>
                <a:off x="4446982"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68" name="Google Shape;1368;p21"/>
              <p:cNvGrpSpPr/>
              <p:nvPr/>
            </p:nvGrpSpPr>
            <p:grpSpPr>
              <a:xfrm rot="-5400000">
                <a:off x="8708515" y="4713680"/>
                <a:ext cx="215942" cy="473196"/>
                <a:chOff x="1293873" y="1704092"/>
                <a:chExt cx="470872" cy="1031828"/>
              </a:xfrm>
            </p:grpSpPr>
            <p:sp>
              <p:nvSpPr>
                <p:cNvPr id="1369" name="Google Shape;1369;p21"/>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0" name="Google Shape;1370;p21"/>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1" name="Google Shape;1371;p21"/>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2" name="Google Shape;1372;p21"/>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3" name="Google Shape;1373;p21"/>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4" name="Google Shape;1374;p21"/>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75" name="Google Shape;1375;p21"/>
              <p:cNvGrpSpPr/>
              <p:nvPr/>
            </p:nvGrpSpPr>
            <p:grpSpPr>
              <a:xfrm>
                <a:off x="7589106" y="4831311"/>
                <a:ext cx="428145" cy="215966"/>
                <a:chOff x="4092051" y="3559505"/>
                <a:chExt cx="1306116" cy="658836"/>
              </a:xfrm>
            </p:grpSpPr>
            <p:grpSp>
              <p:nvGrpSpPr>
                <p:cNvPr id="1376" name="Google Shape;1376;p21"/>
                <p:cNvGrpSpPr/>
                <p:nvPr/>
              </p:nvGrpSpPr>
              <p:grpSpPr>
                <a:xfrm>
                  <a:off x="4092051" y="3559505"/>
                  <a:ext cx="1306116" cy="298886"/>
                  <a:chOff x="4092051" y="3559505"/>
                  <a:chExt cx="1306116" cy="298886"/>
                </a:xfrm>
              </p:grpSpPr>
              <p:sp>
                <p:nvSpPr>
                  <p:cNvPr id="1377" name="Google Shape;1377;p21"/>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8" name="Google Shape;1378;p21"/>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9" name="Google Shape;1379;p21"/>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0" name="Google Shape;1380;p21"/>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1" name="Google Shape;1381;p21"/>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2" name="Google Shape;1382;p21"/>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3" name="Google Shape;1383;p21"/>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84" name="Google Shape;1384;p21"/>
                <p:cNvGrpSpPr/>
                <p:nvPr/>
              </p:nvGrpSpPr>
              <p:grpSpPr>
                <a:xfrm>
                  <a:off x="4092051" y="3919455"/>
                  <a:ext cx="1306116" cy="298886"/>
                  <a:chOff x="4092051" y="3919455"/>
                  <a:chExt cx="1306116" cy="298886"/>
                </a:xfrm>
              </p:grpSpPr>
              <p:sp>
                <p:nvSpPr>
                  <p:cNvPr id="1385" name="Google Shape;1385;p21"/>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6" name="Google Shape;1386;p21"/>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7" name="Google Shape;1387;p21"/>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8" name="Google Shape;1388;p21"/>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9" name="Google Shape;1389;p21"/>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0" name="Google Shape;1390;p21"/>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1" name="Google Shape;1391;p21"/>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392" name="Google Shape;1392;p21"/>
              <p:cNvSpPr/>
              <p:nvPr/>
            </p:nvSpPr>
            <p:spPr>
              <a:xfrm>
                <a:off x="8162857"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393" name="Google Shape;1393;p21"/>
          <p:cNvGrpSpPr/>
          <p:nvPr/>
        </p:nvGrpSpPr>
        <p:grpSpPr>
          <a:xfrm>
            <a:off x="157356" y="50137"/>
            <a:ext cx="8895728" cy="302471"/>
            <a:chOff x="157356" y="4788056"/>
            <a:chExt cx="8895728" cy="302471"/>
          </a:xfrm>
        </p:grpSpPr>
        <p:grpSp>
          <p:nvGrpSpPr>
            <p:cNvPr id="1394" name="Google Shape;1394;p21"/>
            <p:cNvGrpSpPr/>
            <p:nvPr/>
          </p:nvGrpSpPr>
          <p:grpSpPr>
            <a:xfrm rot="5400000">
              <a:off x="3474258" y="4756510"/>
              <a:ext cx="65949" cy="365580"/>
              <a:chOff x="7486891" y="2067545"/>
              <a:chExt cx="143805" cy="797165"/>
            </a:xfrm>
          </p:grpSpPr>
          <p:sp>
            <p:nvSpPr>
              <p:cNvPr id="1395" name="Google Shape;1395;p21"/>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6" name="Google Shape;1396;p21"/>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97" name="Google Shape;1397;p21"/>
            <p:cNvGrpSpPr/>
            <p:nvPr/>
          </p:nvGrpSpPr>
          <p:grpSpPr>
            <a:xfrm rot="5400000">
              <a:off x="7190133" y="4756510"/>
              <a:ext cx="65949" cy="365580"/>
              <a:chOff x="7486891" y="2067545"/>
              <a:chExt cx="143805" cy="797165"/>
            </a:xfrm>
          </p:grpSpPr>
          <p:sp>
            <p:nvSpPr>
              <p:cNvPr id="1398" name="Google Shape;1398;p21"/>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9" name="Google Shape;1399;p21"/>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00" name="Google Shape;1400;p21"/>
            <p:cNvGrpSpPr/>
            <p:nvPr/>
          </p:nvGrpSpPr>
          <p:grpSpPr>
            <a:xfrm>
              <a:off x="157356" y="4788056"/>
              <a:ext cx="8895728" cy="302471"/>
              <a:chOff x="157356" y="4788056"/>
              <a:chExt cx="8895728" cy="302471"/>
            </a:xfrm>
          </p:grpSpPr>
          <p:grpSp>
            <p:nvGrpSpPr>
              <p:cNvPr id="1401" name="Google Shape;1401;p21"/>
              <p:cNvGrpSpPr/>
              <p:nvPr/>
            </p:nvGrpSpPr>
            <p:grpSpPr>
              <a:xfrm>
                <a:off x="1768272" y="4827229"/>
                <a:ext cx="344874" cy="246093"/>
                <a:chOff x="2509616" y="1928763"/>
                <a:chExt cx="1327970" cy="947605"/>
              </a:xfrm>
            </p:grpSpPr>
            <p:sp>
              <p:nvSpPr>
                <p:cNvPr id="1402" name="Google Shape;1402;p21"/>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3" name="Google Shape;1403;p21"/>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4" name="Google Shape;1404;p21"/>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5" name="Google Shape;1405;p21"/>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6" name="Google Shape;1406;p21"/>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7" name="Google Shape;1407;p21"/>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8" name="Google Shape;1408;p21"/>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9" name="Google Shape;1409;p21"/>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0" name="Google Shape;1410;p21"/>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1" name="Google Shape;1411;p21"/>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2" name="Google Shape;1412;p21"/>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3" name="Google Shape;1413;p21"/>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4" name="Google Shape;1414;p21"/>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15" name="Google Shape;1415;p21"/>
              <p:cNvGrpSpPr/>
              <p:nvPr/>
            </p:nvGrpSpPr>
            <p:grpSpPr>
              <a:xfrm rot="5400000">
                <a:off x="2291728" y="4800923"/>
                <a:ext cx="235464" cy="298700"/>
                <a:chOff x="4443093" y="1867585"/>
                <a:chExt cx="726740" cy="921628"/>
              </a:xfrm>
            </p:grpSpPr>
            <p:sp>
              <p:nvSpPr>
                <p:cNvPr id="1416" name="Google Shape;1416;p21"/>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7" name="Google Shape;1417;p21"/>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418" name="Google Shape;1418;p21"/>
              <p:cNvSpPr/>
              <p:nvPr/>
            </p:nvSpPr>
            <p:spPr>
              <a:xfrm>
                <a:off x="2705750"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19" name="Google Shape;1419;p21"/>
              <p:cNvGrpSpPr/>
              <p:nvPr/>
            </p:nvGrpSpPr>
            <p:grpSpPr>
              <a:xfrm rot="-5400000">
                <a:off x="1276765" y="4713680"/>
                <a:ext cx="215942" cy="473196"/>
                <a:chOff x="1293873" y="1704092"/>
                <a:chExt cx="470872" cy="1031828"/>
              </a:xfrm>
            </p:grpSpPr>
            <p:sp>
              <p:nvSpPr>
                <p:cNvPr id="1420" name="Google Shape;1420;p21"/>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1" name="Google Shape;1421;p21"/>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2" name="Google Shape;1422;p21"/>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3" name="Google Shape;1423;p21"/>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4" name="Google Shape;1424;p21"/>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5" name="Google Shape;1425;p21"/>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26" name="Google Shape;1426;p21"/>
              <p:cNvGrpSpPr/>
              <p:nvPr/>
            </p:nvGrpSpPr>
            <p:grpSpPr>
              <a:xfrm>
                <a:off x="157356" y="4831311"/>
                <a:ext cx="428145" cy="215966"/>
                <a:chOff x="4092051" y="3559505"/>
                <a:chExt cx="1306116" cy="658836"/>
              </a:xfrm>
            </p:grpSpPr>
            <p:grpSp>
              <p:nvGrpSpPr>
                <p:cNvPr id="1427" name="Google Shape;1427;p21"/>
                <p:cNvGrpSpPr/>
                <p:nvPr/>
              </p:nvGrpSpPr>
              <p:grpSpPr>
                <a:xfrm>
                  <a:off x="4092051" y="3559505"/>
                  <a:ext cx="1306116" cy="298886"/>
                  <a:chOff x="4092051" y="3559505"/>
                  <a:chExt cx="1306116" cy="298886"/>
                </a:xfrm>
              </p:grpSpPr>
              <p:sp>
                <p:nvSpPr>
                  <p:cNvPr id="1428" name="Google Shape;1428;p21"/>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9" name="Google Shape;1429;p21"/>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0" name="Google Shape;1430;p21"/>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1" name="Google Shape;1431;p21"/>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2" name="Google Shape;1432;p21"/>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3" name="Google Shape;1433;p21"/>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4" name="Google Shape;1434;p21"/>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35" name="Google Shape;1435;p21"/>
                <p:cNvGrpSpPr/>
                <p:nvPr/>
              </p:nvGrpSpPr>
              <p:grpSpPr>
                <a:xfrm>
                  <a:off x="4092051" y="3919455"/>
                  <a:ext cx="1306116" cy="298886"/>
                  <a:chOff x="4092051" y="3919455"/>
                  <a:chExt cx="1306116" cy="298886"/>
                </a:xfrm>
              </p:grpSpPr>
              <p:sp>
                <p:nvSpPr>
                  <p:cNvPr id="1436" name="Google Shape;1436;p21"/>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7" name="Google Shape;1437;p21"/>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8" name="Google Shape;1438;p21"/>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9" name="Google Shape;1439;p21"/>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0" name="Google Shape;1440;p21"/>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1" name="Google Shape;1441;p21"/>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2" name="Google Shape;1442;p21"/>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443" name="Google Shape;1443;p21"/>
              <p:cNvSpPr/>
              <p:nvPr/>
            </p:nvSpPr>
            <p:spPr>
              <a:xfrm>
                <a:off x="731107"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44" name="Google Shape;1444;p21"/>
              <p:cNvGrpSpPr/>
              <p:nvPr/>
            </p:nvGrpSpPr>
            <p:grpSpPr>
              <a:xfrm>
                <a:off x="5484147" y="4827229"/>
                <a:ext cx="344874" cy="246093"/>
                <a:chOff x="2509616" y="1928763"/>
                <a:chExt cx="1327970" cy="947605"/>
              </a:xfrm>
            </p:grpSpPr>
            <p:sp>
              <p:nvSpPr>
                <p:cNvPr id="1445" name="Google Shape;1445;p21"/>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6" name="Google Shape;1446;p21"/>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7" name="Google Shape;1447;p21"/>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8" name="Google Shape;1448;p21"/>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9" name="Google Shape;1449;p21"/>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0" name="Google Shape;1450;p21"/>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1" name="Google Shape;1451;p21"/>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2" name="Google Shape;1452;p21"/>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3" name="Google Shape;1453;p21"/>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4" name="Google Shape;1454;p21"/>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5" name="Google Shape;1455;p21"/>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6" name="Google Shape;1456;p21"/>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7" name="Google Shape;1457;p21"/>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58" name="Google Shape;1458;p21"/>
              <p:cNvGrpSpPr/>
              <p:nvPr/>
            </p:nvGrpSpPr>
            <p:grpSpPr>
              <a:xfrm rot="5400000">
                <a:off x="6007603" y="4800923"/>
                <a:ext cx="235464" cy="298700"/>
                <a:chOff x="4443093" y="1867585"/>
                <a:chExt cx="726740" cy="921628"/>
              </a:xfrm>
            </p:grpSpPr>
            <p:sp>
              <p:nvSpPr>
                <p:cNvPr id="1459" name="Google Shape;1459;p21"/>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0" name="Google Shape;1460;p21"/>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461" name="Google Shape;1461;p21"/>
              <p:cNvSpPr/>
              <p:nvPr/>
            </p:nvSpPr>
            <p:spPr>
              <a:xfrm>
                <a:off x="6421625"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62" name="Google Shape;1462;p21"/>
              <p:cNvGrpSpPr/>
              <p:nvPr/>
            </p:nvGrpSpPr>
            <p:grpSpPr>
              <a:xfrm rot="-5400000">
                <a:off x="4992640" y="4713680"/>
                <a:ext cx="215942" cy="473196"/>
                <a:chOff x="1293873" y="1704092"/>
                <a:chExt cx="470872" cy="1031828"/>
              </a:xfrm>
            </p:grpSpPr>
            <p:sp>
              <p:nvSpPr>
                <p:cNvPr id="1463" name="Google Shape;1463;p21"/>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4" name="Google Shape;1464;p21"/>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5" name="Google Shape;1465;p21"/>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6" name="Google Shape;1466;p21"/>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7" name="Google Shape;1467;p21"/>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8" name="Google Shape;1468;p21"/>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69" name="Google Shape;1469;p21"/>
              <p:cNvGrpSpPr/>
              <p:nvPr/>
            </p:nvGrpSpPr>
            <p:grpSpPr>
              <a:xfrm>
                <a:off x="3873231" y="4831311"/>
                <a:ext cx="428145" cy="215966"/>
                <a:chOff x="4092051" y="3559505"/>
                <a:chExt cx="1306116" cy="658836"/>
              </a:xfrm>
            </p:grpSpPr>
            <p:grpSp>
              <p:nvGrpSpPr>
                <p:cNvPr id="1470" name="Google Shape;1470;p21"/>
                <p:cNvGrpSpPr/>
                <p:nvPr/>
              </p:nvGrpSpPr>
              <p:grpSpPr>
                <a:xfrm>
                  <a:off x="4092051" y="3559505"/>
                  <a:ext cx="1306116" cy="298886"/>
                  <a:chOff x="4092051" y="3559505"/>
                  <a:chExt cx="1306116" cy="298886"/>
                </a:xfrm>
              </p:grpSpPr>
              <p:sp>
                <p:nvSpPr>
                  <p:cNvPr id="1471" name="Google Shape;1471;p21"/>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2" name="Google Shape;1472;p21"/>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3" name="Google Shape;1473;p21"/>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4" name="Google Shape;1474;p21"/>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5" name="Google Shape;1475;p21"/>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6" name="Google Shape;1476;p21"/>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7" name="Google Shape;1477;p21"/>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78" name="Google Shape;1478;p21"/>
                <p:cNvGrpSpPr/>
                <p:nvPr/>
              </p:nvGrpSpPr>
              <p:grpSpPr>
                <a:xfrm>
                  <a:off x="4092051" y="3919455"/>
                  <a:ext cx="1306116" cy="298886"/>
                  <a:chOff x="4092051" y="3919455"/>
                  <a:chExt cx="1306116" cy="298886"/>
                </a:xfrm>
              </p:grpSpPr>
              <p:sp>
                <p:nvSpPr>
                  <p:cNvPr id="1479" name="Google Shape;1479;p21"/>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0" name="Google Shape;1480;p21"/>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1" name="Google Shape;1481;p21"/>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2" name="Google Shape;1482;p21"/>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3" name="Google Shape;1483;p21"/>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4" name="Google Shape;1484;p21"/>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5" name="Google Shape;1485;p21"/>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486" name="Google Shape;1486;p21"/>
              <p:cNvSpPr/>
              <p:nvPr/>
            </p:nvSpPr>
            <p:spPr>
              <a:xfrm>
                <a:off x="4446982"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87" name="Google Shape;1487;p21"/>
              <p:cNvGrpSpPr/>
              <p:nvPr/>
            </p:nvGrpSpPr>
            <p:grpSpPr>
              <a:xfrm rot="-5400000">
                <a:off x="8708515" y="4713680"/>
                <a:ext cx="215942" cy="473196"/>
                <a:chOff x="1293873" y="1704092"/>
                <a:chExt cx="470872" cy="1031828"/>
              </a:xfrm>
            </p:grpSpPr>
            <p:sp>
              <p:nvSpPr>
                <p:cNvPr id="1488" name="Google Shape;1488;p21"/>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9" name="Google Shape;1489;p21"/>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0" name="Google Shape;1490;p21"/>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1" name="Google Shape;1491;p21"/>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2" name="Google Shape;1492;p21"/>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3" name="Google Shape;1493;p21"/>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94" name="Google Shape;1494;p21"/>
              <p:cNvGrpSpPr/>
              <p:nvPr/>
            </p:nvGrpSpPr>
            <p:grpSpPr>
              <a:xfrm>
                <a:off x="7589106" y="4831311"/>
                <a:ext cx="428145" cy="215966"/>
                <a:chOff x="4092051" y="3559505"/>
                <a:chExt cx="1306116" cy="658836"/>
              </a:xfrm>
            </p:grpSpPr>
            <p:grpSp>
              <p:nvGrpSpPr>
                <p:cNvPr id="1495" name="Google Shape;1495;p21"/>
                <p:cNvGrpSpPr/>
                <p:nvPr/>
              </p:nvGrpSpPr>
              <p:grpSpPr>
                <a:xfrm>
                  <a:off x="4092051" y="3559505"/>
                  <a:ext cx="1306116" cy="298886"/>
                  <a:chOff x="4092051" y="3559505"/>
                  <a:chExt cx="1306116" cy="298886"/>
                </a:xfrm>
              </p:grpSpPr>
              <p:sp>
                <p:nvSpPr>
                  <p:cNvPr id="1496" name="Google Shape;1496;p21"/>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7" name="Google Shape;1497;p21"/>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8" name="Google Shape;1498;p21"/>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9" name="Google Shape;1499;p21"/>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0" name="Google Shape;1500;p21"/>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1" name="Google Shape;1501;p21"/>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2" name="Google Shape;1502;p21"/>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03" name="Google Shape;1503;p21"/>
                <p:cNvGrpSpPr/>
                <p:nvPr/>
              </p:nvGrpSpPr>
              <p:grpSpPr>
                <a:xfrm>
                  <a:off x="4092051" y="3919455"/>
                  <a:ext cx="1306116" cy="298886"/>
                  <a:chOff x="4092051" y="3919455"/>
                  <a:chExt cx="1306116" cy="298886"/>
                </a:xfrm>
              </p:grpSpPr>
              <p:sp>
                <p:nvSpPr>
                  <p:cNvPr id="1504" name="Google Shape;1504;p21"/>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5" name="Google Shape;1505;p21"/>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6" name="Google Shape;1506;p21"/>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7" name="Google Shape;1507;p21"/>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8" name="Google Shape;1508;p21"/>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9" name="Google Shape;1509;p21"/>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0" name="Google Shape;1510;p21"/>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511" name="Google Shape;1511;p21"/>
              <p:cNvSpPr/>
              <p:nvPr/>
            </p:nvSpPr>
            <p:spPr>
              <a:xfrm>
                <a:off x="8162857"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12" name="Shape 1512"/>
        <p:cNvGrpSpPr/>
        <p:nvPr/>
      </p:nvGrpSpPr>
      <p:grpSpPr>
        <a:xfrm>
          <a:off x="0" y="0"/>
          <a:ext cx="0" cy="0"/>
          <a:chOff x="0" y="0"/>
          <a:chExt cx="0" cy="0"/>
        </a:xfrm>
      </p:grpSpPr>
      <p:sp>
        <p:nvSpPr>
          <p:cNvPr id="1513" name="Google Shape;1513;p22"/>
          <p:cNvSpPr/>
          <p:nvPr>
            <p:ph idx="2" type="pic"/>
          </p:nvPr>
        </p:nvSpPr>
        <p:spPr>
          <a:xfrm>
            <a:off x="-75" y="-150"/>
            <a:ext cx="9144000" cy="5143500"/>
          </a:xfrm>
          <a:prstGeom prst="rect">
            <a:avLst/>
          </a:prstGeom>
          <a:noFill/>
          <a:ln>
            <a:noFill/>
          </a:ln>
        </p:spPr>
      </p:sp>
      <p:sp>
        <p:nvSpPr>
          <p:cNvPr id="1514" name="Google Shape;1514;p22"/>
          <p:cNvSpPr txBox="1"/>
          <p:nvPr>
            <p:ph type="title"/>
          </p:nvPr>
        </p:nvSpPr>
        <p:spPr>
          <a:xfrm>
            <a:off x="720000" y="4035875"/>
            <a:ext cx="7704000" cy="572700"/>
          </a:xfrm>
          <a:prstGeom prst="rect">
            <a:avLst/>
          </a:prstGeom>
          <a:solidFill>
            <a:schemeClr val="lt1"/>
          </a:solidFill>
        </p:spPr>
        <p:txBody>
          <a:bodyPr anchorCtr="0" anchor="ctr" bIns="91425" lIns="91425" spcFirstLastPara="1" rIns="91425" wrap="square" tIns="91425">
            <a:noAutofit/>
          </a:bodyPr>
          <a:lstStyle>
            <a:lvl1pPr lvl="0" algn="ctr">
              <a:spcBef>
                <a:spcPts val="0"/>
              </a:spcBef>
              <a:spcAft>
                <a:spcPts val="0"/>
              </a:spcAft>
              <a:buSzPts val="3100"/>
              <a:buNone/>
              <a:defRPr sz="3000"/>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15" name="Shape 1515"/>
        <p:cNvGrpSpPr/>
        <p:nvPr/>
      </p:nvGrpSpPr>
      <p:grpSpPr>
        <a:xfrm>
          <a:off x="0" y="0"/>
          <a:ext cx="0" cy="0"/>
          <a:chOff x="0" y="0"/>
          <a:chExt cx="0" cy="0"/>
        </a:xfrm>
      </p:grpSpPr>
      <p:sp>
        <p:nvSpPr>
          <p:cNvPr id="1516" name="Google Shape;1516;p23"/>
          <p:cNvSpPr txBox="1"/>
          <p:nvPr>
            <p:ph hasCustomPrompt="1" type="title"/>
          </p:nvPr>
        </p:nvSpPr>
        <p:spPr>
          <a:xfrm>
            <a:off x="713225" y="1765825"/>
            <a:ext cx="4492800" cy="1007400"/>
          </a:xfrm>
          <a:prstGeom prst="rect">
            <a:avLst/>
          </a:prstGeom>
          <a:solidFill>
            <a:schemeClr val="accent1"/>
          </a:solidFill>
        </p:spPr>
        <p:txBody>
          <a:bodyPr anchorCtr="0" anchor="ctr" bIns="91425" lIns="91425" spcFirstLastPara="1" rIns="91425" wrap="square" tIns="91425">
            <a:noAutofit/>
          </a:bodyPr>
          <a:lstStyle>
            <a:lvl1pPr lvl="0" algn="ctr">
              <a:spcBef>
                <a:spcPts val="0"/>
              </a:spcBef>
              <a:spcAft>
                <a:spcPts val="0"/>
              </a:spcAft>
              <a:buSzPts val="9600"/>
              <a:buNone/>
              <a:defRPr sz="5500"/>
            </a:lvl1pPr>
            <a:lvl2pPr lvl="1" algn="ctr">
              <a:lnSpc>
                <a:spcPct val="115000"/>
              </a:lnSpc>
              <a:spcBef>
                <a:spcPts val="0"/>
              </a:spcBef>
              <a:spcAft>
                <a:spcPts val="0"/>
              </a:spcAft>
              <a:buSzPts val="9600"/>
              <a:buNone/>
              <a:defRPr sz="9600"/>
            </a:lvl2pPr>
            <a:lvl3pPr lvl="2" algn="ctr">
              <a:lnSpc>
                <a:spcPct val="115000"/>
              </a:lnSpc>
              <a:spcBef>
                <a:spcPts val="0"/>
              </a:spcBef>
              <a:spcAft>
                <a:spcPts val="0"/>
              </a:spcAft>
              <a:buSzPts val="9600"/>
              <a:buNone/>
              <a:defRPr sz="9600"/>
            </a:lvl3pPr>
            <a:lvl4pPr lvl="3" algn="ctr">
              <a:lnSpc>
                <a:spcPct val="115000"/>
              </a:lnSpc>
              <a:spcBef>
                <a:spcPts val="0"/>
              </a:spcBef>
              <a:spcAft>
                <a:spcPts val="0"/>
              </a:spcAft>
              <a:buSzPts val="9600"/>
              <a:buNone/>
              <a:defRPr sz="9600"/>
            </a:lvl4pPr>
            <a:lvl5pPr lvl="4" algn="ctr">
              <a:lnSpc>
                <a:spcPct val="115000"/>
              </a:lnSpc>
              <a:spcBef>
                <a:spcPts val="0"/>
              </a:spcBef>
              <a:spcAft>
                <a:spcPts val="0"/>
              </a:spcAft>
              <a:buSzPts val="9600"/>
              <a:buNone/>
              <a:defRPr sz="9600"/>
            </a:lvl5pPr>
            <a:lvl6pPr lvl="5" algn="ctr">
              <a:lnSpc>
                <a:spcPct val="115000"/>
              </a:lnSpc>
              <a:spcBef>
                <a:spcPts val="0"/>
              </a:spcBef>
              <a:spcAft>
                <a:spcPts val="0"/>
              </a:spcAft>
              <a:buSzPts val="9600"/>
              <a:buNone/>
              <a:defRPr sz="9600"/>
            </a:lvl6pPr>
            <a:lvl7pPr lvl="6" algn="ctr">
              <a:lnSpc>
                <a:spcPct val="115000"/>
              </a:lnSpc>
              <a:spcBef>
                <a:spcPts val="0"/>
              </a:spcBef>
              <a:spcAft>
                <a:spcPts val="0"/>
              </a:spcAft>
              <a:buSzPts val="9600"/>
              <a:buNone/>
              <a:defRPr sz="9600"/>
            </a:lvl7pPr>
            <a:lvl8pPr lvl="7" algn="ctr">
              <a:lnSpc>
                <a:spcPct val="115000"/>
              </a:lnSpc>
              <a:spcBef>
                <a:spcPts val="0"/>
              </a:spcBef>
              <a:spcAft>
                <a:spcPts val="0"/>
              </a:spcAft>
              <a:buSzPts val="9600"/>
              <a:buNone/>
              <a:defRPr sz="9600"/>
            </a:lvl8pPr>
            <a:lvl9pPr lvl="8" algn="ctr">
              <a:lnSpc>
                <a:spcPct val="115000"/>
              </a:lnSpc>
              <a:spcBef>
                <a:spcPts val="0"/>
              </a:spcBef>
              <a:spcAft>
                <a:spcPts val="0"/>
              </a:spcAft>
              <a:buSzPts val="9600"/>
              <a:buNone/>
              <a:defRPr sz="9600"/>
            </a:lvl9pPr>
          </a:lstStyle>
          <a:p>
            <a:r>
              <a:t>xx%</a:t>
            </a:r>
          </a:p>
        </p:txBody>
      </p:sp>
      <p:sp>
        <p:nvSpPr>
          <p:cNvPr id="1517" name="Google Shape;1517;p23"/>
          <p:cNvSpPr txBox="1"/>
          <p:nvPr>
            <p:ph idx="1" type="subTitle"/>
          </p:nvPr>
        </p:nvSpPr>
        <p:spPr>
          <a:xfrm>
            <a:off x="713225" y="2880575"/>
            <a:ext cx="4492800" cy="4971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600"/>
              <a:buNone/>
              <a:defRPr sz="1500"/>
            </a:lvl1pPr>
            <a:lvl2pPr lvl="1" algn="ctr">
              <a:lnSpc>
                <a:spcPct val="115000"/>
              </a:lnSpc>
              <a:spcBef>
                <a:spcPts val="0"/>
              </a:spcBef>
              <a:spcAft>
                <a:spcPts val="0"/>
              </a:spcAft>
              <a:buSzPts val="1600"/>
              <a:buNone/>
              <a:defRPr sz="1600"/>
            </a:lvl2pPr>
            <a:lvl3pPr lvl="2" algn="ctr">
              <a:lnSpc>
                <a:spcPct val="115000"/>
              </a:lnSpc>
              <a:spcBef>
                <a:spcPts val="0"/>
              </a:spcBef>
              <a:spcAft>
                <a:spcPts val="0"/>
              </a:spcAft>
              <a:buSzPts val="1600"/>
              <a:buNone/>
              <a:defRPr sz="1600"/>
            </a:lvl3pPr>
            <a:lvl4pPr lvl="3" algn="ctr">
              <a:lnSpc>
                <a:spcPct val="115000"/>
              </a:lnSpc>
              <a:spcBef>
                <a:spcPts val="0"/>
              </a:spcBef>
              <a:spcAft>
                <a:spcPts val="0"/>
              </a:spcAft>
              <a:buSzPts val="1600"/>
              <a:buNone/>
              <a:defRPr sz="1600"/>
            </a:lvl4pPr>
            <a:lvl5pPr lvl="4" algn="ctr">
              <a:lnSpc>
                <a:spcPct val="115000"/>
              </a:lnSpc>
              <a:spcBef>
                <a:spcPts val="0"/>
              </a:spcBef>
              <a:spcAft>
                <a:spcPts val="0"/>
              </a:spcAft>
              <a:buSzPts val="1600"/>
              <a:buNone/>
              <a:defRPr sz="1600"/>
            </a:lvl5pPr>
            <a:lvl6pPr lvl="5" algn="ctr">
              <a:lnSpc>
                <a:spcPct val="115000"/>
              </a:lnSpc>
              <a:spcBef>
                <a:spcPts val="0"/>
              </a:spcBef>
              <a:spcAft>
                <a:spcPts val="0"/>
              </a:spcAft>
              <a:buSzPts val="1600"/>
              <a:buNone/>
              <a:defRPr sz="1600"/>
            </a:lvl6pPr>
            <a:lvl7pPr lvl="6" algn="ctr">
              <a:lnSpc>
                <a:spcPct val="115000"/>
              </a:lnSpc>
              <a:spcBef>
                <a:spcPts val="0"/>
              </a:spcBef>
              <a:spcAft>
                <a:spcPts val="0"/>
              </a:spcAft>
              <a:buSzPts val="1600"/>
              <a:buNone/>
              <a:defRPr sz="1600"/>
            </a:lvl7pPr>
            <a:lvl8pPr lvl="7" algn="ctr">
              <a:lnSpc>
                <a:spcPct val="115000"/>
              </a:lnSpc>
              <a:spcBef>
                <a:spcPts val="0"/>
              </a:spcBef>
              <a:spcAft>
                <a:spcPts val="0"/>
              </a:spcAft>
              <a:buSzPts val="1600"/>
              <a:buNone/>
              <a:defRPr sz="1600"/>
            </a:lvl8pPr>
            <a:lvl9pPr lvl="8" algn="ctr">
              <a:lnSpc>
                <a:spcPct val="115000"/>
              </a:lnSpc>
              <a:spcBef>
                <a:spcPts val="0"/>
              </a:spcBef>
              <a:spcAft>
                <a:spcPts val="0"/>
              </a:spcAft>
              <a:buSzPts val="1600"/>
              <a:buNone/>
              <a:defRPr sz="1600"/>
            </a:lvl9pPr>
          </a:lstStyle>
          <a:p/>
        </p:txBody>
      </p:sp>
      <p:sp>
        <p:nvSpPr>
          <p:cNvPr id="1518" name="Google Shape;1518;p23"/>
          <p:cNvSpPr/>
          <p:nvPr>
            <p:ph idx="2" type="pic"/>
          </p:nvPr>
        </p:nvSpPr>
        <p:spPr>
          <a:xfrm>
            <a:off x="5545475" y="438650"/>
            <a:ext cx="3598500" cy="4274700"/>
          </a:xfrm>
          <a:prstGeom prst="rect">
            <a:avLst/>
          </a:prstGeom>
          <a:noFill/>
          <a:ln cap="flat" cmpd="sng" w="28575">
            <a:solidFill>
              <a:schemeClr val="accent1"/>
            </a:solidFill>
            <a:prstDash val="solid"/>
            <a:round/>
            <a:headEnd len="sm" w="sm" type="none"/>
            <a:tailEnd len="sm" w="sm" type="none"/>
          </a:ln>
        </p:spPr>
      </p:sp>
      <p:grpSp>
        <p:nvGrpSpPr>
          <p:cNvPr id="1519" name="Google Shape;1519;p23"/>
          <p:cNvGrpSpPr/>
          <p:nvPr/>
        </p:nvGrpSpPr>
        <p:grpSpPr>
          <a:xfrm>
            <a:off x="-20500" y="4701273"/>
            <a:ext cx="9219895" cy="461615"/>
            <a:chOff x="150" y="4701117"/>
            <a:chExt cx="9144000" cy="461615"/>
          </a:xfrm>
        </p:grpSpPr>
        <p:sp>
          <p:nvSpPr>
            <p:cNvPr id="1520" name="Google Shape;1520;p23"/>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521" name="Google Shape;1521;p23"/>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1522" name="Google Shape;1522;p23"/>
          <p:cNvGrpSpPr/>
          <p:nvPr/>
        </p:nvGrpSpPr>
        <p:grpSpPr>
          <a:xfrm flipH="1" rot="10800000">
            <a:off x="-20500" y="-15158"/>
            <a:ext cx="9219895" cy="461615"/>
            <a:chOff x="150" y="4701117"/>
            <a:chExt cx="9144000" cy="461615"/>
          </a:xfrm>
        </p:grpSpPr>
        <p:sp>
          <p:nvSpPr>
            <p:cNvPr id="1523" name="Google Shape;1523;p23"/>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524" name="Google Shape;1524;p23"/>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1525" name="Google Shape;1525;p23"/>
          <p:cNvGrpSpPr/>
          <p:nvPr/>
        </p:nvGrpSpPr>
        <p:grpSpPr>
          <a:xfrm flipH="1">
            <a:off x="230912" y="4788068"/>
            <a:ext cx="8682176" cy="302471"/>
            <a:chOff x="164065" y="79943"/>
            <a:chExt cx="8682176" cy="302471"/>
          </a:xfrm>
        </p:grpSpPr>
        <p:grpSp>
          <p:nvGrpSpPr>
            <p:cNvPr id="1526" name="Google Shape;1526;p23"/>
            <p:cNvGrpSpPr/>
            <p:nvPr/>
          </p:nvGrpSpPr>
          <p:grpSpPr>
            <a:xfrm>
              <a:off x="164065" y="83503"/>
              <a:ext cx="298676" cy="295339"/>
              <a:chOff x="10240740" y="2106170"/>
              <a:chExt cx="751954" cy="743552"/>
            </a:xfrm>
          </p:grpSpPr>
          <p:sp>
            <p:nvSpPr>
              <p:cNvPr id="1527" name="Google Shape;1527;p23"/>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8" name="Google Shape;1528;p23"/>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9" name="Google Shape;1529;p23"/>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0" name="Google Shape;1530;p23"/>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1" name="Google Shape;1531;p23"/>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2" name="Google Shape;1532;p23"/>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533" name="Google Shape;1533;p23"/>
            <p:cNvSpPr/>
            <p:nvPr/>
          </p:nvSpPr>
          <p:spPr>
            <a:xfrm>
              <a:off x="608347" y="9784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4" name="Google Shape;1534;p23"/>
            <p:cNvSpPr/>
            <p:nvPr/>
          </p:nvSpPr>
          <p:spPr>
            <a:xfrm>
              <a:off x="1052999" y="8892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535" name="Google Shape;1535;p23"/>
            <p:cNvGrpSpPr/>
            <p:nvPr/>
          </p:nvGrpSpPr>
          <p:grpSpPr>
            <a:xfrm>
              <a:off x="1452110" y="123198"/>
              <a:ext cx="428145" cy="215966"/>
              <a:chOff x="4092051" y="3559505"/>
              <a:chExt cx="1306116" cy="658836"/>
            </a:xfrm>
          </p:grpSpPr>
          <p:grpSp>
            <p:nvGrpSpPr>
              <p:cNvPr id="1536" name="Google Shape;1536;p23"/>
              <p:cNvGrpSpPr/>
              <p:nvPr/>
            </p:nvGrpSpPr>
            <p:grpSpPr>
              <a:xfrm>
                <a:off x="4092051" y="3559505"/>
                <a:ext cx="1306116" cy="298886"/>
                <a:chOff x="4092051" y="3559505"/>
                <a:chExt cx="1306116" cy="298886"/>
              </a:xfrm>
            </p:grpSpPr>
            <p:sp>
              <p:nvSpPr>
                <p:cNvPr id="1537" name="Google Shape;1537;p23"/>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8" name="Google Shape;1538;p23"/>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9" name="Google Shape;1539;p23"/>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0" name="Google Shape;1540;p23"/>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1" name="Google Shape;1541;p23"/>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2" name="Google Shape;1542;p23"/>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3" name="Google Shape;1543;p23"/>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44" name="Google Shape;1544;p23"/>
              <p:cNvGrpSpPr/>
              <p:nvPr/>
            </p:nvGrpSpPr>
            <p:grpSpPr>
              <a:xfrm>
                <a:off x="4092051" y="3919455"/>
                <a:ext cx="1306116" cy="298886"/>
                <a:chOff x="4092051" y="3919455"/>
                <a:chExt cx="1306116" cy="298886"/>
              </a:xfrm>
            </p:grpSpPr>
            <p:sp>
              <p:nvSpPr>
                <p:cNvPr id="1545" name="Google Shape;1545;p23"/>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6" name="Google Shape;1546;p23"/>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7" name="Google Shape;1547;p23"/>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8" name="Google Shape;1548;p23"/>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9" name="Google Shape;1549;p23"/>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0" name="Google Shape;1550;p23"/>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1" name="Google Shape;1551;p23"/>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552" name="Google Shape;1552;p23"/>
            <p:cNvGrpSpPr/>
            <p:nvPr/>
          </p:nvGrpSpPr>
          <p:grpSpPr>
            <a:xfrm rot="5400000">
              <a:off x="2496329" y="80946"/>
              <a:ext cx="212838" cy="322401"/>
              <a:chOff x="5958752" y="3513438"/>
              <a:chExt cx="464103" cy="703011"/>
            </a:xfrm>
          </p:grpSpPr>
          <p:sp>
            <p:nvSpPr>
              <p:cNvPr id="1553" name="Google Shape;1553;p23"/>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4" name="Google Shape;1554;p23"/>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5" name="Google Shape;1555;p23"/>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6" name="Google Shape;1556;p23"/>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557" name="Google Shape;1557;p23"/>
            <p:cNvSpPr/>
            <p:nvPr/>
          </p:nvSpPr>
          <p:spPr>
            <a:xfrm>
              <a:off x="2025860" y="79943"/>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558" name="Google Shape;1558;p23"/>
            <p:cNvGrpSpPr/>
            <p:nvPr/>
          </p:nvGrpSpPr>
          <p:grpSpPr>
            <a:xfrm>
              <a:off x="2958565" y="83503"/>
              <a:ext cx="298676" cy="295339"/>
              <a:chOff x="10240740" y="2106170"/>
              <a:chExt cx="751954" cy="743552"/>
            </a:xfrm>
          </p:grpSpPr>
          <p:sp>
            <p:nvSpPr>
              <p:cNvPr id="1559" name="Google Shape;1559;p23"/>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0" name="Google Shape;1560;p23"/>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1" name="Google Shape;1561;p23"/>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2" name="Google Shape;1562;p23"/>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3" name="Google Shape;1563;p23"/>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4" name="Google Shape;1564;p23"/>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565" name="Google Shape;1565;p23"/>
            <p:cNvSpPr/>
            <p:nvPr/>
          </p:nvSpPr>
          <p:spPr>
            <a:xfrm>
              <a:off x="3402847" y="9784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6" name="Google Shape;1566;p23"/>
            <p:cNvSpPr/>
            <p:nvPr/>
          </p:nvSpPr>
          <p:spPr>
            <a:xfrm>
              <a:off x="3847499" y="8892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567" name="Google Shape;1567;p23"/>
            <p:cNvGrpSpPr/>
            <p:nvPr/>
          </p:nvGrpSpPr>
          <p:grpSpPr>
            <a:xfrm>
              <a:off x="4246610" y="123198"/>
              <a:ext cx="428145" cy="215966"/>
              <a:chOff x="4092051" y="3559505"/>
              <a:chExt cx="1306116" cy="658836"/>
            </a:xfrm>
          </p:grpSpPr>
          <p:grpSp>
            <p:nvGrpSpPr>
              <p:cNvPr id="1568" name="Google Shape;1568;p23"/>
              <p:cNvGrpSpPr/>
              <p:nvPr/>
            </p:nvGrpSpPr>
            <p:grpSpPr>
              <a:xfrm>
                <a:off x="4092051" y="3559505"/>
                <a:ext cx="1306116" cy="298886"/>
                <a:chOff x="4092051" y="3559505"/>
                <a:chExt cx="1306116" cy="298886"/>
              </a:xfrm>
            </p:grpSpPr>
            <p:sp>
              <p:nvSpPr>
                <p:cNvPr id="1569" name="Google Shape;1569;p23"/>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0" name="Google Shape;1570;p23"/>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1" name="Google Shape;1571;p23"/>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2" name="Google Shape;1572;p23"/>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3" name="Google Shape;1573;p23"/>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4" name="Google Shape;1574;p23"/>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5" name="Google Shape;1575;p23"/>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76" name="Google Shape;1576;p23"/>
              <p:cNvGrpSpPr/>
              <p:nvPr/>
            </p:nvGrpSpPr>
            <p:grpSpPr>
              <a:xfrm>
                <a:off x="4092051" y="3919455"/>
                <a:ext cx="1306116" cy="298886"/>
                <a:chOff x="4092051" y="3919455"/>
                <a:chExt cx="1306116" cy="298886"/>
              </a:xfrm>
            </p:grpSpPr>
            <p:sp>
              <p:nvSpPr>
                <p:cNvPr id="1577" name="Google Shape;1577;p23"/>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8" name="Google Shape;1578;p23"/>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9" name="Google Shape;1579;p23"/>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0" name="Google Shape;1580;p23"/>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1" name="Google Shape;1581;p23"/>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2" name="Google Shape;1582;p23"/>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3" name="Google Shape;1583;p23"/>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584" name="Google Shape;1584;p23"/>
            <p:cNvGrpSpPr/>
            <p:nvPr/>
          </p:nvGrpSpPr>
          <p:grpSpPr>
            <a:xfrm rot="5400000">
              <a:off x="5290829" y="80946"/>
              <a:ext cx="212838" cy="322401"/>
              <a:chOff x="5958752" y="3513438"/>
              <a:chExt cx="464103" cy="703011"/>
            </a:xfrm>
          </p:grpSpPr>
          <p:sp>
            <p:nvSpPr>
              <p:cNvPr id="1585" name="Google Shape;1585;p23"/>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6" name="Google Shape;1586;p23"/>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7" name="Google Shape;1587;p23"/>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8" name="Google Shape;1588;p23"/>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589" name="Google Shape;1589;p23"/>
            <p:cNvSpPr/>
            <p:nvPr/>
          </p:nvSpPr>
          <p:spPr>
            <a:xfrm>
              <a:off x="4820360" y="79943"/>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590" name="Google Shape;1590;p23"/>
            <p:cNvGrpSpPr/>
            <p:nvPr/>
          </p:nvGrpSpPr>
          <p:grpSpPr>
            <a:xfrm>
              <a:off x="5753065" y="83503"/>
              <a:ext cx="298676" cy="295339"/>
              <a:chOff x="10240740" y="2106170"/>
              <a:chExt cx="751954" cy="743552"/>
            </a:xfrm>
          </p:grpSpPr>
          <p:sp>
            <p:nvSpPr>
              <p:cNvPr id="1591" name="Google Shape;1591;p23"/>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2" name="Google Shape;1592;p23"/>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3" name="Google Shape;1593;p23"/>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4" name="Google Shape;1594;p23"/>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5" name="Google Shape;1595;p23"/>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6" name="Google Shape;1596;p23"/>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597" name="Google Shape;1597;p23"/>
            <p:cNvSpPr/>
            <p:nvPr/>
          </p:nvSpPr>
          <p:spPr>
            <a:xfrm>
              <a:off x="6197347" y="9784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8" name="Google Shape;1598;p23"/>
            <p:cNvSpPr/>
            <p:nvPr/>
          </p:nvSpPr>
          <p:spPr>
            <a:xfrm>
              <a:off x="6641999" y="8892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599" name="Google Shape;1599;p23"/>
            <p:cNvGrpSpPr/>
            <p:nvPr/>
          </p:nvGrpSpPr>
          <p:grpSpPr>
            <a:xfrm>
              <a:off x="7041110" y="123198"/>
              <a:ext cx="428145" cy="215966"/>
              <a:chOff x="4092051" y="3559505"/>
              <a:chExt cx="1306116" cy="658836"/>
            </a:xfrm>
          </p:grpSpPr>
          <p:grpSp>
            <p:nvGrpSpPr>
              <p:cNvPr id="1600" name="Google Shape;1600;p23"/>
              <p:cNvGrpSpPr/>
              <p:nvPr/>
            </p:nvGrpSpPr>
            <p:grpSpPr>
              <a:xfrm>
                <a:off x="4092051" y="3559505"/>
                <a:ext cx="1306116" cy="298886"/>
                <a:chOff x="4092051" y="3559505"/>
                <a:chExt cx="1306116" cy="298886"/>
              </a:xfrm>
            </p:grpSpPr>
            <p:sp>
              <p:nvSpPr>
                <p:cNvPr id="1601" name="Google Shape;1601;p23"/>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2" name="Google Shape;1602;p23"/>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3" name="Google Shape;1603;p23"/>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4" name="Google Shape;1604;p23"/>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5" name="Google Shape;1605;p23"/>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6" name="Google Shape;1606;p23"/>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7" name="Google Shape;1607;p23"/>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08" name="Google Shape;1608;p23"/>
              <p:cNvGrpSpPr/>
              <p:nvPr/>
            </p:nvGrpSpPr>
            <p:grpSpPr>
              <a:xfrm>
                <a:off x="4092051" y="3919455"/>
                <a:ext cx="1306116" cy="298886"/>
                <a:chOff x="4092051" y="3919455"/>
                <a:chExt cx="1306116" cy="298886"/>
              </a:xfrm>
            </p:grpSpPr>
            <p:sp>
              <p:nvSpPr>
                <p:cNvPr id="1609" name="Google Shape;1609;p23"/>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0" name="Google Shape;1610;p23"/>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1" name="Google Shape;1611;p23"/>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2" name="Google Shape;1612;p23"/>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3" name="Google Shape;1613;p23"/>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4" name="Google Shape;1614;p23"/>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5" name="Google Shape;1615;p23"/>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616" name="Google Shape;1616;p23"/>
            <p:cNvGrpSpPr/>
            <p:nvPr/>
          </p:nvGrpSpPr>
          <p:grpSpPr>
            <a:xfrm rot="5400000">
              <a:off x="8085329" y="80946"/>
              <a:ext cx="212838" cy="322401"/>
              <a:chOff x="5958752" y="3513438"/>
              <a:chExt cx="464103" cy="703011"/>
            </a:xfrm>
          </p:grpSpPr>
          <p:sp>
            <p:nvSpPr>
              <p:cNvPr id="1617" name="Google Shape;1617;p23"/>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8" name="Google Shape;1618;p23"/>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9" name="Google Shape;1619;p23"/>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0" name="Google Shape;1620;p23"/>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621" name="Google Shape;1621;p23"/>
            <p:cNvSpPr/>
            <p:nvPr/>
          </p:nvSpPr>
          <p:spPr>
            <a:xfrm>
              <a:off x="7614860" y="79943"/>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622" name="Google Shape;1622;p23"/>
            <p:cNvGrpSpPr/>
            <p:nvPr/>
          </p:nvGrpSpPr>
          <p:grpSpPr>
            <a:xfrm>
              <a:off x="8547565" y="83503"/>
              <a:ext cx="298676" cy="295339"/>
              <a:chOff x="10240740" y="2106170"/>
              <a:chExt cx="751954" cy="743552"/>
            </a:xfrm>
          </p:grpSpPr>
          <p:sp>
            <p:nvSpPr>
              <p:cNvPr id="1623" name="Google Shape;1623;p23"/>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4" name="Google Shape;1624;p23"/>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5" name="Google Shape;1625;p23"/>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6" name="Google Shape;1626;p23"/>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7" name="Google Shape;1627;p23"/>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8" name="Google Shape;1628;p23"/>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629" name="Google Shape;1629;p23"/>
          <p:cNvGrpSpPr/>
          <p:nvPr/>
        </p:nvGrpSpPr>
        <p:grpSpPr>
          <a:xfrm>
            <a:off x="230912" y="61418"/>
            <a:ext cx="8682176" cy="302471"/>
            <a:chOff x="164065" y="79943"/>
            <a:chExt cx="8682176" cy="302471"/>
          </a:xfrm>
        </p:grpSpPr>
        <p:grpSp>
          <p:nvGrpSpPr>
            <p:cNvPr id="1630" name="Google Shape;1630;p23"/>
            <p:cNvGrpSpPr/>
            <p:nvPr/>
          </p:nvGrpSpPr>
          <p:grpSpPr>
            <a:xfrm>
              <a:off x="164065" y="83503"/>
              <a:ext cx="298676" cy="295339"/>
              <a:chOff x="10240740" y="2106170"/>
              <a:chExt cx="751954" cy="743552"/>
            </a:xfrm>
          </p:grpSpPr>
          <p:sp>
            <p:nvSpPr>
              <p:cNvPr id="1631" name="Google Shape;1631;p23"/>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2" name="Google Shape;1632;p23"/>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3" name="Google Shape;1633;p23"/>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4" name="Google Shape;1634;p23"/>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5" name="Google Shape;1635;p23"/>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6" name="Google Shape;1636;p23"/>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637" name="Google Shape;1637;p23"/>
            <p:cNvSpPr/>
            <p:nvPr/>
          </p:nvSpPr>
          <p:spPr>
            <a:xfrm>
              <a:off x="608347" y="9784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8" name="Google Shape;1638;p23"/>
            <p:cNvSpPr/>
            <p:nvPr/>
          </p:nvSpPr>
          <p:spPr>
            <a:xfrm>
              <a:off x="1052999" y="8892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639" name="Google Shape;1639;p23"/>
            <p:cNvGrpSpPr/>
            <p:nvPr/>
          </p:nvGrpSpPr>
          <p:grpSpPr>
            <a:xfrm>
              <a:off x="1452110" y="123198"/>
              <a:ext cx="428145" cy="215966"/>
              <a:chOff x="4092051" y="3559505"/>
              <a:chExt cx="1306116" cy="658836"/>
            </a:xfrm>
          </p:grpSpPr>
          <p:grpSp>
            <p:nvGrpSpPr>
              <p:cNvPr id="1640" name="Google Shape;1640;p23"/>
              <p:cNvGrpSpPr/>
              <p:nvPr/>
            </p:nvGrpSpPr>
            <p:grpSpPr>
              <a:xfrm>
                <a:off x="4092051" y="3559505"/>
                <a:ext cx="1306116" cy="298886"/>
                <a:chOff x="4092051" y="3559505"/>
                <a:chExt cx="1306116" cy="298886"/>
              </a:xfrm>
            </p:grpSpPr>
            <p:sp>
              <p:nvSpPr>
                <p:cNvPr id="1641" name="Google Shape;1641;p23"/>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2" name="Google Shape;1642;p23"/>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3" name="Google Shape;1643;p23"/>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4" name="Google Shape;1644;p23"/>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5" name="Google Shape;1645;p23"/>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6" name="Google Shape;1646;p23"/>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7" name="Google Shape;1647;p23"/>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48" name="Google Shape;1648;p23"/>
              <p:cNvGrpSpPr/>
              <p:nvPr/>
            </p:nvGrpSpPr>
            <p:grpSpPr>
              <a:xfrm>
                <a:off x="4092051" y="3919455"/>
                <a:ext cx="1306116" cy="298886"/>
                <a:chOff x="4092051" y="3919455"/>
                <a:chExt cx="1306116" cy="298886"/>
              </a:xfrm>
            </p:grpSpPr>
            <p:sp>
              <p:nvSpPr>
                <p:cNvPr id="1649" name="Google Shape;1649;p23"/>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0" name="Google Shape;1650;p23"/>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1" name="Google Shape;1651;p23"/>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2" name="Google Shape;1652;p23"/>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3" name="Google Shape;1653;p23"/>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4" name="Google Shape;1654;p23"/>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5" name="Google Shape;1655;p23"/>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656" name="Google Shape;1656;p23"/>
            <p:cNvGrpSpPr/>
            <p:nvPr/>
          </p:nvGrpSpPr>
          <p:grpSpPr>
            <a:xfrm rot="5400000">
              <a:off x="2496329" y="80946"/>
              <a:ext cx="212838" cy="322401"/>
              <a:chOff x="5958752" y="3513438"/>
              <a:chExt cx="464103" cy="703011"/>
            </a:xfrm>
          </p:grpSpPr>
          <p:sp>
            <p:nvSpPr>
              <p:cNvPr id="1657" name="Google Shape;1657;p23"/>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8" name="Google Shape;1658;p23"/>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9" name="Google Shape;1659;p23"/>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0" name="Google Shape;1660;p23"/>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661" name="Google Shape;1661;p23"/>
            <p:cNvSpPr/>
            <p:nvPr/>
          </p:nvSpPr>
          <p:spPr>
            <a:xfrm>
              <a:off x="2025860" y="79943"/>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662" name="Google Shape;1662;p23"/>
            <p:cNvGrpSpPr/>
            <p:nvPr/>
          </p:nvGrpSpPr>
          <p:grpSpPr>
            <a:xfrm>
              <a:off x="2958565" y="83503"/>
              <a:ext cx="298676" cy="295339"/>
              <a:chOff x="10240740" y="2106170"/>
              <a:chExt cx="751954" cy="743552"/>
            </a:xfrm>
          </p:grpSpPr>
          <p:sp>
            <p:nvSpPr>
              <p:cNvPr id="1663" name="Google Shape;1663;p23"/>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4" name="Google Shape;1664;p23"/>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5" name="Google Shape;1665;p23"/>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6" name="Google Shape;1666;p23"/>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7" name="Google Shape;1667;p23"/>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8" name="Google Shape;1668;p23"/>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669" name="Google Shape;1669;p23"/>
            <p:cNvSpPr/>
            <p:nvPr/>
          </p:nvSpPr>
          <p:spPr>
            <a:xfrm>
              <a:off x="3402847" y="9784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0" name="Google Shape;1670;p23"/>
            <p:cNvSpPr/>
            <p:nvPr/>
          </p:nvSpPr>
          <p:spPr>
            <a:xfrm>
              <a:off x="3847499" y="8892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671" name="Google Shape;1671;p23"/>
            <p:cNvGrpSpPr/>
            <p:nvPr/>
          </p:nvGrpSpPr>
          <p:grpSpPr>
            <a:xfrm>
              <a:off x="4246610" y="123198"/>
              <a:ext cx="428145" cy="215966"/>
              <a:chOff x="4092051" y="3559505"/>
              <a:chExt cx="1306116" cy="658836"/>
            </a:xfrm>
          </p:grpSpPr>
          <p:grpSp>
            <p:nvGrpSpPr>
              <p:cNvPr id="1672" name="Google Shape;1672;p23"/>
              <p:cNvGrpSpPr/>
              <p:nvPr/>
            </p:nvGrpSpPr>
            <p:grpSpPr>
              <a:xfrm>
                <a:off x="4092051" y="3559505"/>
                <a:ext cx="1306116" cy="298886"/>
                <a:chOff x="4092051" y="3559505"/>
                <a:chExt cx="1306116" cy="298886"/>
              </a:xfrm>
            </p:grpSpPr>
            <p:sp>
              <p:nvSpPr>
                <p:cNvPr id="1673" name="Google Shape;1673;p23"/>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4" name="Google Shape;1674;p23"/>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5" name="Google Shape;1675;p23"/>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6" name="Google Shape;1676;p23"/>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7" name="Google Shape;1677;p23"/>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8" name="Google Shape;1678;p23"/>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9" name="Google Shape;1679;p23"/>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80" name="Google Shape;1680;p23"/>
              <p:cNvGrpSpPr/>
              <p:nvPr/>
            </p:nvGrpSpPr>
            <p:grpSpPr>
              <a:xfrm>
                <a:off x="4092051" y="3919455"/>
                <a:ext cx="1306116" cy="298886"/>
                <a:chOff x="4092051" y="3919455"/>
                <a:chExt cx="1306116" cy="298886"/>
              </a:xfrm>
            </p:grpSpPr>
            <p:sp>
              <p:nvSpPr>
                <p:cNvPr id="1681" name="Google Shape;1681;p23"/>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2" name="Google Shape;1682;p23"/>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3" name="Google Shape;1683;p23"/>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4" name="Google Shape;1684;p23"/>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5" name="Google Shape;1685;p23"/>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6" name="Google Shape;1686;p23"/>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7" name="Google Shape;1687;p23"/>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688" name="Google Shape;1688;p23"/>
            <p:cNvGrpSpPr/>
            <p:nvPr/>
          </p:nvGrpSpPr>
          <p:grpSpPr>
            <a:xfrm rot="5400000">
              <a:off x="5290829" y="80946"/>
              <a:ext cx="212838" cy="322401"/>
              <a:chOff x="5958752" y="3513438"/>
              <a:chExt cx="464103" cy="703011"/>
            </a:xfrm>
          </p:grpSpPr>
          <p:sp>
            <p:nvSpPr>
              <p:cNvPr id="1689" name="Google Shape;1689;p23"/>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0" name="Google Shape;1690;p23"/>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1" name="Google Shape;1691;p23"/>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2" name="Google Shape;1692;p23"/>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693" name="Google Shape;1693;p23"/>
            <p:cNvSpPr/>
            <p:nvPr/>
          </p:nvSpPr>
          <p:spPr>
            <a:xfrm>
              <a:off x="4820360" y="79943"/>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694" name="Google Shape;1694;p23"/>
            <p:cNvGrpSpPr/>
            <p:nvPr/>
          </p:nvGrpSpPr>
          <p:grpSpPr>
            <a:xfrm>
              <a:off x="5753065" y="83503"/>
              <a:ext cx="298676" cy="295339"/>
              <a:chOff x="10240740" y="2106170"/>
              <a:chExt cx="751954" cy="743552"/>
            </a:xfrm>
          </p:grpSpPr>
          <p:sp>
            <p:nvSpPr>
              <p:cNvPr id="1695" name="Google Shape;1695;p23"/>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6" name="Google Shape;1696;p23"/>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7" name="Google Shape;1697;p23"/>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8" name="Google Shape;1698;p23"/>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9" name="Google Shape;1699;p23"/>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0" name="Google Shape;1700;p23"/>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701" name="Google Shape;1701;p23"/>
            <p:cNvSpPr/>
            <p:nvPr/>
          </p:nvSpPr>
          <p:spPr>
            <a:xfrm>
              <a:off x="6197347" y="9784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2" name="Google Shape;1702;p23"/>
            <p:cNvSpPr/>
            <p:nvPr/>
          </p:nvSpPr>
          <p:spPr>
            <a:xfrm>
              <a:off x="6641999" y="8892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703" name="Google Shape;1703;p23"/>
            <p:cNvGrpSpPr/>
            <p:nvPr/>
          </p:nvGrpSpPr>
          <p:grpSpPr>
            <a:xfrm>
              <a:off x="7041110" y="123198"/>
              <a:ext cx="428145" cy="215966"/>
              <a:chOff x="4092051" y="3559505"/>
              <a:chExt cx="1306116" cy="658836"/>
            </a:xfrm>
          </p:grpSpPr>
          <p:grpSp>
            <p:nvGrpSpPr>
              <p:cNvPr id="1704" name="Google Shape;1704;p23"/>
              <p:cNvGrpSpPr/>
              <p:nvPr/>
            </p:nvGrpSpPr>
            <p:grpSpPr>
              <a:xfrm>
                <a:off x="4092051" y="3559505"/>
                <a:ext cx="1306116" cy="298886"/>
                <a:chOff x="4092051" y="3559505"/>
                <a:chExt cx="1306116" cy="298886"/>
              </a:xfrm>
            </p:grpSpPr>
            <p:sp>
              <p:nvSpPr>
                <p:cNvPr id="1705" name="Google Shape;1705;p23"/>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6" name="Google Shape;1706;p23"/>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7" name="Google Shape;1707;p23"/>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8" name="Google Shape;1708;p23"/>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9" name="Google Shape;1709;p23"/>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0" name="Google Shape;1710;p23"/>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1" name="Google Shape;1711;p23"/>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12" name="Google Shape;1712;p23"/>
              <p:cNvGrpSpPr/>
              <p:nvPr/>
            </p:nvGrpSpPr>
            <p:grpSpPr>
              <a:xfrm>
                <a:off x="4092051" y="3919455"/>
                <a:ext cx="1306116" cy="298886"/>
                <a:chOff x="4092051" y="3919455"/>
                <a:chExt cx="1306116" cy="298886"/>
              </a:xfrm>
            </p:grpSpPr>
            <p:sp>
              <p:nvSpPr>
                <p:cNvPr id="1713" name="Google Shape;1713;p23"/>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4" name="Google Shape;1714;p23"/>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5" name="Google Shape;1715;p23"/>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6" name="Google Shape;1716;p23"/>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7" name="Google Shape;1717;p23"/>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8" name="Google Shape;1718;p23"/>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9" name="Google Shape;1719;p23"/>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720" name="Google Shape;1720;p23"/>
            <p:cNvGrpSpPr/>
            <p:nvPr/>
          </p:nvGrpSpPr>
          <p:grpSpPr>
            <a:xfrm rot="5400000">
              <a:off x="8085329" y="80946"/>
              <a:ext cx="212838" cy="322401"/>
              <a:chOff x="5958752" y="3513438"/>
              <a:chExt cx="464103" cy="703011"/>
            </a:xfrm>
          </p:grpSpPr>
          <p:sp>
            <p:nvSpPr>
              <p:cNvPr id="1721" name="Google Shape;1721;p23"/>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2" name="Google Shape;1722;p23"/>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3" name="Google Shape;1723;p23"/>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4" name="Google Shape;1724;p23"/>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725" name="Google Shape;1725;p23"/>
            <p:cNvSpPr/>
            <p:nvPr/>
          </p:nvSpPr>
          <p:spPr>
            <a:xfrm>
              <a:off x="7614860" y="79943"/>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726" name="Google Shape;1726;p23"/>
            <p:cNvGrpSpPr/>
            <p:nvPr/>
          </p:nvGrpSpPr>
          <p:grpSpPr>
            <a:xfrm>
              <a:off x="8547565" y="83503"/>
              <a:ext cx="298676" cy="295339"/>
              <a:chOff x="10240740" y="2106170"/>
              <a:chExt cx="751954" cy="743552"/>
            </a:xfrm>
          </p:grpSpPr>
          <p:sp>
            <p:nvSpPr>
              <p:cNvPr id="1727" name="Google Shape;1727;p23"/>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8" name="Google Shape;1728;p23"/>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9" name="Google Shape;1729;p23"/>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0" name="Google Shape;1730;p23"/>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1" name="Google Shape;1731;p23"/>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2" name="Google Shape;1732;p23"/>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733" name="Shape 1733"/>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734" name="Shape 1734"/>
        <p:cNvGrpSpPr/>
        <p:nvPr/>
      </p:nvGrpSpPr>
      <p:grpSpPr>
        <a:xfrm>
          <a:off x="0" y="0"/>
          <a:ext cx="0" cy="0"/>
          <a:chOff x="0" y="0"/>
          <a:chExt cx="0" cy="0"/>
        </a:xfrm>
      </p:grpSpPr>
      <p:sp>
        <p:nvSpPr>
          <p:cNvPr id="1735" name="Google Shape;1735;p25"/>
          <p:cNvSpPr txBox="1"/>
          <p:nvPr>
            <p:ph idx="1" type="subTitle"/>
          </p:nvPr>
        </p:nvSpPr>
        <p:spPr>
          <a:xfrm>
            <a:off x="1548000" y="2074671"/>
            <a:ext cx="28395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36" name="Google Shape;1736;p25"/>
          <p:cNvSpPr txBox="1"/>
          <p:nvPr>
            <p:ph idx="2" type="subTitle"/>
          </p:nvPr>
        </p:nvSpPr>
        <p:spPr>
          <a:xfrm>
            <a:off x="1548000" y="3459047"/>
            <a:ext cx="28395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37" name="Google Shape;1737;p25"/>
          <p:cNvSpPr txBox="1"/>
          <p:nvPr>
            <p:ph hasCustomPrompt="1" type="title"/>
          </p:nvPr>
        </p:nvSpPr>
        <p:spPr>
          <a:xfrm>
            <a:off x="720000" y="1749325"/>
            <a:ext cx="676500" cy="889800"/>
          </a:xfrm>
          <a:prstGeom prst="rect">
            <a:avLst/>
          </a:prstGeom>
          <a:solidFill>
            <a:schemeClr val="accent1"/>
          </a:solidFill>
        </p:spPr>
        <p:txBody>
          <a:bodyPr anchorCtr="0" anchor="ctr" bIns="91425" lIns="91425" spcFirstLastPara="1" rIns="91425" wrap="square" tIns="91425">
            <a:noAutofit/>
          </a:bodyPr>
          <a:lstStyle>
            <a:lvl1pPr lvl="0" algn="ctr">
              <a:spcBef>
                <a:spcPts val="0"/>
              </a:spcBef>
              <a:spcAft>
                <a:spcPts val="0"/>
              </a:spcAft>
              <a:buClr>
                <a:schemeClr val="lt1"/>
              </a:buClr>
              <a:buSzPts val="3000"/>
              <a:buNone/>
              <a:defRPr sz="2900"/>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a:r>
              <a:t>xx%</a:t>
            </a:r>
          </a:p>
        </p:txBody>
      </p:sp>
      <p:sp>
        <p:nvSpPr>
          <p:cNvPr id="1738" name="Google Shape;1738;p25"/>
          <p:cNvSpPr txBox="1"/>
          <p:nvPr>
            <p:ph hasCustomPrompt="1" idx="3" type="title"/>
          </p:nvPr>
        </p:nvSpPr>
        <p:spPr>
          <a:xfrm>
            <a:off x="720000" y="3133725"/>
            <a:ext cx="676500" cy="889800"/>
          </a:xfrm>
          <a:prstGeom prst="rect">
            <a:avLst/>
          </a:prstGeom>
          <a:solidFill>
            <a:schemeClr val="accent1"/>
          </a:solidFill>
        </p:spPr>
        <p:txBody>
          <a:bodyPr anchorCtr="0" anchor="ctr" bIns="91425" lIns="91425" spcFirstLastPara="1" rIns="91425" wrap="square" tIns="91425">
            <a:noAutofit/>
          </a:bodyPr>
          <a:lstStyle>
            <a:lvl1pPr lvl="0" algn="ctr">
              <a:spcBef>
                <a:spcPts val="0"/>
              </a:spcBef>
              <a:spcAft>
                <a:spcPts val="0"/>
              </a:spcAft>
              <a:buClr>
                <a:schemeClr val="lt1"/>
              </a:buClr>
              <a:buSzPts val="3000"/>
              <a:buNone/>
              <a:defRPr sz="2900"/>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a:r>
              <a:t>xx%</a:t>
            </a:r>
          </a:p>
        </p:txBody>
      </p:sp>
      <p:sp>
        <p:nvSpPr>
          <p:cNvPr id="1739" name="Google Shape;1739;p25"/>
          <p:cNvSpPr txBox="1"/>
          <p:nvPr>
            <p:ph idx="4" type="subTitle"/>
          </p:nvPr>
        </p:nvSpPr>
        <p:spPr>
          <a:xfrm>
            <a:off x="1548000" y="1673125"/>
            <a:ext cx="2839500" cy="4995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2400"/>
              <a:buFont typeface="DM Sans"/>
              <a:buNone/>
              <a:defRPr b="1" sz="1800">
                <a:solidFill>
                  <a:schemeClr val="accent2"/>
                </a:solidFill>
              </a:defRPr>
            </a:lvl1pPr>
            <a:lvl2pPr lvl="1"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2pPr>
            <a:lvl3pPr lvl="2"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3pPr>
            <a:lvl4pPr lvl="3"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4pPr>
            <a:lvl5pPr lvl="4"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5pPr>
            <a:lvl6pPr lvl="5"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6pPr>
            <a:lvl7pPr lvl="6"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7pPr>
            <a:lvl8pPr lvl="7"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8pPr>
            <a:lvl9pPr lvl="8"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9pPr>
          </a:lstStyle>
          <a:p/>
        </p:txBody>
      </p:sp>
      <p:sp>
        <p:nvSpPr>
          <p:cNvPr id="1740" name="Google Shape;1740;p25"/>
          <p:cNvSpPr txBox="1"/>
          <p:nvPr>
            <p:ph idx="5" type="subTitle"/>
          </p:nvPr>
        </p:nvSpPr>
        <p:spPr>
          <a:xfrm>
            <a:off x="1548000" y="3057525"/>
            <a:ext cx="2839500" cy="4995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2400"/>
              <a:buFont typeface="DM Sans"/>
              <a:buNone/>
              <a:defRPr b="1" sz="1800">
                <a:solidFill>
                  <a:schemeClr val="accent2"/>
                </a:solidFill>
              </a:defRPr>
            </a:lvl1pPr>
            <a:lvl2pPr lvl="1"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2pPr>
            <a:lvl3pPr lvl="2"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3pPr>
            <a:lvl4pPr lvl="3"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4pPr>
            <a:lvl5pPr lvl="4"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5pPr>
            <a:lvl6pPr lvl="5"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6pPr>
            <a:lvl7pPr lvl="6"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7pPr>
            <a:lvl8pPr lvl="7"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8pPr>
            <a:lvl9pPr lvl="8"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9pPr>
          </a:lstStyle>
          <a:p/>
        </p:txBody>
      </p:sp>
      <p:sp>
        <p:nvSpPr>
          <p:cNvPr id="1741" name="Google Shape;1741;p25"/>
          <p:cNvSpPr txBox="1"/>
          <p:nvPr>
            <p:ph idx="6" type="subTitle"/>
          </p:nvPr>
        </p:nvSpPr>
        <p:spPr>
          <a:xfrm>
            <a:off x="5582075" y="2074671"/>
            <a:ext cx="28395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42" name="Google Shape;1742;p25"/>
          <p:cNvSpPr txBox="1"/>
          <p:nvPr>
            <p:ph idx="7" type="subTitle"/>
          </p:nvPr>
        </p:nvSpPr>
        <p:spPr>
          <a:xfrm>
            <a:off x="5582075" y="3459047"/>
            <a:ext cx="28395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43" name="Google Shape;1743;p25"/>
          <p:cNvSpPr txBox="1"/>
          <p:nvPr>
            <p:ph hasCustomPrompt="1" idx="8" type="title"/>
          </p:nvPr>
        </p:nvSpPr>
        <p:spPr>
          <a:xfrm>
            <a:off x="4754075" y="1749325"/>
            <a:ext cx="676500" cy="889800"/>
          </a:xfrm>
          <a:prstGeom prst="rect">
            <a:avLst/>
          </a:prstGeom>
          <a:solidFill>
            <a:schemeClr val="accent1"/>
          </a:solidFill>
        </p:spPr>
        <p:txBody>
          <a:bodyPr anchorCtr="0" anchor="ctr" bIns="91425" lIns="91425" spcFirstLastPara="1" rIns="91425" wrap="square" tIns="91425">
            <a:noAutofit/>
          </a:bodyPr>
          <a:lstStyle>
            <a:lvl1pPr lvl="0" algn="ctr">
              <a:spcBef>
                <a:spcPts val="0"/>
              </a:spcBef>
              <a:spcAft>
                <a:spcPts val="0"/>
              </a:spcAft>
              <a:buClr>
                <a:schemeClr val="lt1"/>
              </a:buClr>
              <a:buSzPts val="3000"/>
              <a:buNone/>
              <a:defRPr sz="2900"/>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a:r>
              <a:t>xx%</a:t>
            </a:r>
          </a:p>
        </p:txBody>
      </p:sp>
      <p:sp>
        <p:nvSpPr>
          <p:cNvPr id="1744" name="Google Shape;1744;p25"/>
          <p:cNvSpPr txBox="1"/>
          <p:nvPr>
            <p:ph hasCustomPrompt="1" idx="9" type="title"/>
          </p:nvPr>
        </p:nvSpPr>
        <p:spPr>
          <a:xfrm>
            <a:off x="4754075" y="3133725"/>
            <a:ext cx="676500" cy="889800"/>
          </a:xfrm>
          <a:prstGeom prst="rect">
            <a:avLst/>
          </a:prstGeom>
          <a:solidFill>
            <a:schemeClr val="accent1"/>
          </a:solidFill>
        </p:spPr>
        <p:txBody>
          <a:bodyPr anchorCtr="0" anchor="ctr" bIns="91425" lIns="91425" spcFirstLastPara="1" rIns="91425" wrap="square" tIns="91425">
            <a:noAutofit/>
          </a:bodyPr>
          <a:lstStyle>
            <a:lvl1pPr lvl="0" algn="ctr">
              <a:spcBef>
                <a:spcPts val="0"/>
              </a:spcBef>
              <a:spcAft>
                <a:spcPts val="0"/>
              </a:spcAft>
              <a:buClr>
                <a:schemeClr val="lt1"/>
              </a:buClr>
              <a:buSzPts val="3000"/>
              <a:buNone/>
              <a:defRPr sz="2900"/>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a:r>
              <a:t>xx%</a:t>
            </a:r>
          </a:p>
        </p:txBody>
      </p:sp>
      <p:sp>
        <p:nvSpPr>
          <p:cNvPr id="1745" name="Google Shape;1745;p25"/>
          <p:cNvSpPr txBox="1"/>
          <p:nvPr>
            <p:ph idx="13" type="subTitle"/>
          </p:nvPr>
        </p:nvSpPr>
        <p:spPr>
          <a:xfrm>
            <a:off x="5582075" y="1673125"/>
            <a:ext cx="2839500" cy="4995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2400"/>
              <a:buFont typeface="DM Sans"/>
              <a:buNone/>
              <a:defRPr b="1" sz="1800">
                <a:solidFill>
                  <a:schemeClr val="accent2"/>
                </a:solidFill>
              </a:defRPr>
            </a:lvl1pPr>
            <a:lvl2pPr lvl="1"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2pPr>
            <a:lvl3pPr lvl="2"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3pPr>
            <a:lvl4pPr lvl="3"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4pPr>
            <a:lvl5pPr lvl="4"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5pPr>
            <a:lvl6pPr lvl="5"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6pPr>
            <a:lvl7pPr lvl="6"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7pPr>
            <a:lvl8pPr lvl="7"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8pPr>
            <a:lvl9pPr lvl="8"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9pPr>
          </a:lstStyle>
          <a:p/>
        </p:txBody>
      </p:sp>
      <p:sp>
        <p:nvSpPr>
          <p:cNvPr id="1746" name="Google Shape;1746;p25"/>
          <p:cNvSpPr txBox="1"/>
          <p:nvPr>
            <p:ph idx="14" type="subTitle"/>
          </p:nvPr>
        </p:nvSpPr>
        <p:spPr>
          <a:xfrm>
            <a:off x="5582075" y="3057525"/>
            <a:ext cx="2839500" cy="4995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2400"/>
              <a:buFont typeface="DM Sans"/>
              <a:buNone/>
              <a:defRPr b="1" sz="1800">
                <a:solidFill>
                  <a:schemeClr val="accent2"/>
                </a:solidFill>
              </a:defRPr>
            </a:lvl1pPr>
            <a:lvl2pPr lvl="1"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2pPr>
            <a:lvl3pPr lvl="2"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3pPr>
            <a:lvl4pPr lvl="3"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4pPr>
            <a:lvl5pPr lvl="4"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5pPr>
            <a:lvl6pPr lvl="5"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6pPr>
            <a:lvl7pPr lvl="6"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7pPr>
            <a:lvl8pPr lvl="7"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8pPr>
            <a:lvl9pPr lvl="8"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9pPr>
          </a:lstStyle>
          <a:p/>
        </p:txBody>
      </p:sp>
      <p:sp>
        <p:nvSpPr>
          <p:cNvPr id="1747" name="Google Shape;1747;p25"/>
          <p:cNvSpPr txBox="1"/>
          <p:nvPr>
            <p:ph idx="15" type="title"/>
          </p:nvPr>
        </p:nvSpPr>
        <p:spPr>
          <a:xfrm>
            <a:off x="713225"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SzPts val="3100"/>
              <a:buFont typeface="Hammersmith One"/>
              <a:buNone/>
              <a:defRPr b="1" sz="3100">
                <a:latin typeface="Hammersmith One"/>
                <a:ea typeface="Hammersmith One"/>
                <a:cs typeface="Hammersmith One"/>
                <a:sym typeface="Hammersmith One"/>
              </a:defRPr>
            </a:lvl2pPr>
            <a:lvl3pPr lvl="2" algn="ctr">
              <a:spcBef>
                <a:spcPts val="0"/>
              </a:spcBef>
              <a:spcAft>
                <a:spcPts val="0"/>
              </a:spcAft>
              <a:buSzPts val="3100"/>
              <a:buFont typeface="Hammersmith One"/>
              <a:buNone/>
              <a:defRPr b="1" sz="3100">
                <a:latin typeface="Hammersmith One"/>
                <a:ea typeface="Hammersmith One"/>
                <a:cs typeface="Hammersmith One"/>
                <a:sym typeface="Hammersmith One"/>
              </a:defRPr>
            </a:lvl3pPr>
            <a:lvl4pPr lvl="3" algn="ctr">
              <a:spcBef>
                <a:spcPts val="0"/>
              </a:spcBef>
              <a:spcAft>
                <a:spcPts val="0"/>
              </a:spcAft>
              <a:buSzPts val="3100"/>
              <a:buFont typeface="Hammersmith One"/>
              <a:buNone/>
              <a:defRPr b="1" sz="3100">
                <a:latin typeface="Hammersmith One"/>
                <a:ea typeface="Hammersmith One"/>
                <a:cs typeface="Hammersmith One"/>
                <a:sym typeface="Hammersmith One"/>
              </a:defRPr>
            </a:lvl4pPr>
            <a:lvl5pPr lvl="4" algn="ctr">
              <a:spcBef>
                <a:spcPts val="0"/>
              </a:spcBef>
              <a:spcAft>
                <a:spcPts val="0"/>
              </a:spcAft>
              <a:buSzPts val="3100"/>
              <a:buFont typeface="Hammersmith One"/>
              <a:buNone/>
              <a:defRPr b="1" sz="3100">
                <a:latin typeface="Hammersmith One"/>
                <a:ea typeface="Hammersmith One"/>
                <a:cs typeface="Hammersmith One"/>
                <a:sym typeface="Hammersmith One"/>
              </a:defRPr>
            </a:lvl5pPr>
            <a:lvl6pPr lvl="5" algn="ctr">
              <a:spcBef>
                <a:spcPts val="0"/>
              </a:spcBef>
              <a:spcAft>
                <a:spcPts val="0"/>
              </a:spcAft>
              <a:buSzPts val="3100"/>
              <a:buFont typeface="Hammersmith One"/>
              <a:buNone/>
              <a:defRPr b="1" sz="3100">
                <a:latin typeface="Hammersmith One"/>
                <a:ea typeface="Hammersmith One"/>
                <a:cs typeface="Hammersmith One"/>
                <a:sym typeface="Hammersmith One"/>
              </a:defRPr>
            </a:lvl6pPr>
            <a:lvl7pPr lvl="6" algn="ctr">
              <a:spcBef>
                <a:spcPts val="0"/>
              </a:spcBef>
              <a:spcAft>
                <a:spcPts val="0"/>
              </a:spcAft>
              <a:buSzPts val="3100"/>
              <a:buFont typeface="Hammersmith One"/>
              <a:buNone/>
              <a:defRPr b="1" sz="3100">
                <a:latin typeface="Hammersmith One"/>
                <a:ea typeface="Hammersmith One"/>
                <a:cs typeface="Hammersmith One"/>
                <a:sym typeface="Hammersmith One"/>
              </a:defRPr>
            </a:lvl7pPr>
            <a:lvl8pPr lvl="7" algn="ctr">
              <a:spcBef>
                <a:spcPts val="0"/>
              </a:spcBef>
              <a:spcAft>
                <a:spcPts val="0"/>
              </a:spcAft>
              <a:buSzPts val="3100"/>
              <a:buFont typeface="Hammersmith One"/>
              <a:buNone/>
              <a:defRPr b="1" sz="3100">
                <a:latin typeface="Hammersmith One"/>
                <a:ea typeface="Hammersmith One"/>
                <a:cs typeface="Hammersmith One"/>
                <a:sym typeface="Hammersmith One"/>
              </a:defRPr>
            </a:lvl8pPr>
            <a:lvl9pPr lvl="8" algn="ctr">
              <a:spcBef>
                <a:spcPts val="0"/>
              </a:spcBef>
              <a:spcAft>
                <a:spcPts val="0"/>
              </a:spcAft>
              <a:buSzPts val="3100"/>
              <a:buFont typeface="Hammersmith One"/>
              <a:buNone/>
              <a:defRPr b="1" sz="3100">
                <a:latin typeface="Hammersmith One"/>
                <a:ea typeface="Hammersmith One"/>
                <a:cs typeface="Hammersmith One"/>
                <a:sym typeface="Hammersmith One"/>
              </a:defRPr>
            </a:lvl9pPr>
          </a:lstStyle>
          <a:p/>
        </p:txBody>
      </p:sp>
      <p:grpSp>
        <p:nvGrpSpPr>
          <p:cNvPr id="1748" name="Google Shape;1748;p25"/>
          <p:cNvGrpSpPr/>
          <p:nvPr/>
        </p:nvGrpSpPr>
        <p:grpSpPr>
          <a:xfrm>
            <a:off x="-20500" y="4701273"/>
            <a:ext cx="9219895" cy="461615"/>
            <a:chOff x="150" y="4701117"/>
            <a:chExt cx="9144000" cy="461615"/>
          </a:xfrm>
        </p:grpSpPr>
        <p:sp>
          <p:nvSpPr>
            <p:cNvPr id="1749" name="Google Shape;1749;p25"/>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750" name="Google Shape;1750;p25"/>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1751" name="Google Shape;1751;p25"/>
          <p:cNvGrpSpPr/>
          <p:nvPr/>
        </p:nvGrpSpPr>
        <p:grpSpPr>
          <a:xfrm>
            <a:off x="157356" y="4788056"/>
            <a:ext cx="8895728" cy="302471"/>
            <a:chOff x="157356" y="4788056"/>
            <a:chExt cx="8895728" cy="302471"/>
          </a:xfrm>
        </p:grpSpPr>
        <p:grpSp>
          <p:nvGrpSpPr>
            <p:cNvPr id="1752" name="Google Shape;1752;p25"/>
            <p:cNvGrpSpPr/>
            <p:nvPr/>
          </p:nvGrpSpPr>
          <p:grpSpPr>
            <a:xfrm rot="5400000">
              <a:off x="3474258" y="4756510"/>
              <a:ext cx="65949" cy="365580"/>
              <a:chOff x="7486891" y="2067545"/>
              <a:chExt cx="143805" cy="797165"/>
            </a:xfrm>
          </p:grpSpPr>
          <p:sp>
            <p:nvSpPr>
              <p:cNvPr id="1753" name="Google Shape;1753;p25"/>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4" name="Google Shape;1754;p25"/>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55" name="Google Shape;1755;p25"/>
            <p:cNvGrpSpPr/>
            <p:nvPr/>
          </p:nvGrpSpPr>
          <p:grpSpPr>
            <a:xfrm rot="5400000">
              <a:off x="7190133" y="4756510"/>
              <a:ext cx="65949" cy="365580"/>
              <a:chOff x="7486891" y="2067545"/>
              <a:chExt cx="143805" cy="797165"/>
            </a:xfrm>
          </p:grpSpPr>
          <p:sp>
            <p:nvSpPr>
              <p:cNvPr id="1756" name="Google Shape;1756;p25"/>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7" name="Google Shape;1757;p25"/>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58" name="Google Shape;1758;p25"/>
            <p:cNvGrpSpPr/>
            <p:nvPr/>
          </p:nvGrpSpPr>
          <p:grpSpPr>
            <a:xfrm>
              <a:off x="157356" y="4788056"/>
              <a:ext cx="8895728" cy="302471"/>
              <a:chOff x="157356" y="4788056"/>
              <a:chExt cx="8895728" cy="302471"/>
            </a:xfrm>
          </p:grpSpPr>
          <p:grpSp>
            <p:nvGrpSpPr>
              <p:cNvPr id="1759" name="Google Shape;1759;p25"/>
              <p:cNvGrpSpPr/>
              <p:nvPr/>
            </p:nvGrpSpPr>
            <p:grpSpPr>
              <a:xfrm>
                <a:off x="1768272" y="4827229"/>
                <a:ext cx="344874" cy="246093"/>
                <a:chOff x="2509616" y="1928763"/>
                <a:chExt cx="1327970" cy="947605"/>
              </a:xfrm>
            </p:grpSpPr>
            <p:sp>
              <p:nvSpPr>
                <p:cNvPr id="1760" name="Google Shape;1760;p25"/>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1" name="Google Shape;1761;p25"/>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2" name="Google Shape;1762;p25"/>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3" name="Google Shape;1763;p25"/>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4" name="Google Shape;1764;p25"/>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5" name="Google Shape;1765;p25"/>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6" name="Google Shape;1766;p25"/>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7" name="Google Shape;1767;p25"/>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8" name="Google Shape;1768;p25"/>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9" name="Google Shape;1769;p25"/>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0" name="Google Shape;1770;p25"/>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1" name="Google Shape;1771;p25"/>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2" name="Google Shape;1772;p25"/>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73" name="Google Shape;1773;p25"/>
              <p:cNvGrpSpPr/>
              <p:nvPr/>
            </p:nvGrpSpPr>
            <p:grpSpPr>
              <a:xfrm rot="5400000">
                <a:off x="2291728" y="4800923"/>
                <a:ext cx="235464" cy="298700"/>
                <a:chOff x="4443093" y="1867585"/>
                <a:chExt cx="726740" cy="921628"/>
              </a:xfrm>
            </p:grpSpPr>
            <p:sp>
              <p:nvSpPr>
                <p:cNvPr id="1774" name="Google Shape;1774;p25"/>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5" name="Google Shape;1775;p25"/>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776" name="Google Shape;1776;p25"/>
              <p:cNvSpPr/>
              <p:nvPr/>
            </p:nvSpPr>
            <p:spPr>
              <a:xfrm>
                <a:off x="2705750"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777" name="Google Shape;1777;p25"/>
              <p:cNvGrpSpPr/>
              <p:nvPr/>
            </p:nvGrpSpPr>
            <p:grpSpPr>
              <a:xfrm rot="-5400000">
                <a:off x="1276765" y="4713680"/>
                <a:ext cx="215942" cy="473196"/>
                <a:chOff x="1293873" y="1704092"/>
                <a:chExt cx="470872" cy="1031828"/>
              </a:xfrm>
            </p:grpSpPr>
            <p:sp>
              <p:nvSpPr>
                <p:cNvPr id="1778" name="Google Shape;1778;p25"/>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9" name="Google Shape;1779;p25"/>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0" name="Google Shape;1780;p25"/>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1" name="Google Shape;1781;p25"/>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2" name="Google Shape;1782;p25"/>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3" name="Google Shape;1783;p25"/>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84" name="Google Shape;1784;p25"/>
              <p:cNvGrpSpPr/>
              <p:nvPr/>
            </p:nvGrpSpPr>
            <p:grpSpPr>
              <a:xfrm>
                <a:off x="157356" y="4831311"/>
                <a:ext cx="428145" cy="215966"/>
                <a:chOff x="4092051" y="3559505"/>
                <a:chExt cx="1306116" cy="658836"/>
              </a:xfrm>
            </p:grpSpPr>
            <p:grpSp>
              <p:nvGrpSpPr>
                <p:cNvPr id="1785" name="Google Shape;1785;p25"/>
                <p:cNvGrpSpPr/>
                <p:nvPr/>
              </p:nvGrpSpPr>
              <p:grpSpPr>
                <a:xfrm>
                  <a:off x="4092051" y="3559505"/>
                  <a:ext cx="1306116" cy="298886"/>
                  <a:chOff x="4092051" y="3559505"/>
                  <a:chExt cx="1306116" cy="298886"/>
                </a:xfrm>
              </p:grpSpPr>
              <p:sp>
                <p:nvSpPr>
                  <p:cNvPr id="1786" name="Google Shape;1786;p25"/>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7" name="Google Shape;1787;p25"/>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8" name="Google Shape;1788;p25"/>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9" name="Google Shape;1789;p25"/>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0" name="Google Shape;1790;p25"/>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1" name="Google Shape;1791;p25"/>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2" name="Google Shape;1792;p25"/>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93" name="Google Shape;1793;p25"/>
                <p:cNvGrpSpPr/>
                <p:nvPr/>
              </p:nvGrpSpPr>
              <p:grpSpPr>
                <a:xfrm>
                  <a:off x="4092051" y="3919455"/>
                  <a:ext cx="1306116" cy="298886"/>
                  <a:chOff x="4092051" y="3919455"/>
                  <a:chExt cx="1306116" cy="298886"/>
                </a:xfrm>
              </p:grpSpPr>
              <p:sp>
                <p:nvSpPr>
                  <p:cNvPr id="1794" name="Google Shape;1794;p25"/>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5" name="Google Shape;1795;p25"/>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6" name="Google Shape;1796;p25"/>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7" name="Google Shape;1797;p25"/>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8" name="Google Shape;1798;p25"/>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9" name="Google Shape;1799;p25"/>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0" name="Google Shape;1800;p25"/>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801" name="Google Shape;1801;p25"/>
              <p:cNvSpPr/>
              <p:nvPr/>
            </p:nvSpPr>
            <p:spPr>
              <a:xfrm>
                <a:off x="731107"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802" name="Google Shape;1802;p25"/>
              <p:cNvGrpSpPr/>
              <p:nvPr/>
            </p:nvGrpSpPr>
            <p:grpSpPr>
              <a:xfrm>
                <a:off x="5484147" y="4827229"/>
                <a:ext cx="344874" cy="246093"/>
                <a:chOff x="2509616" y="1928763"/>
                <a:chExt cx="1327970" cy="947605"/>
              </a:xfrm>
            </p:grpSpPr>
            <p:sp>
              <p:nvSpPr>
                <p:cNvPr id="1803" name="Google Shape;1803;p25"/>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4" name="Google Shape;1804;p25"/>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5" name="Google Shape;1805;p25"/>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6" name="Google Shape;1806;p25"/>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7" name="Google Shape;1807;p25"/>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8" name="Google Shape;1808;p25"/>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9" name="Google Shape;1809;p25"/>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0" name="Google Shape;1810;p25"/>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1" name="Google Shape;1811;p25"/>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2" name="Google Shape;1812;p25"/>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3" name="Google Shape;1813;p25"/>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4" name="Google Shape;1814;p25"/>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5" name="Google Shape;1815;p25"/>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16" name="Google Shape;1816;p25"/>
              <p:cNvGrpSpPr/>
              <p:nvPr/>
            </p:nvGrpSpPr>
            <p:grpSpPr>
              <a:xfrm rot="5400000">
                <a:off x="6007603" y="4800923"/>
                <a:ext cx="235464" cy="298700"/>
                <a:chOff x="4443093" y="1867585"/>
                <a:chExt cx="726740" cy="921628"/>
              </a:xfrm>
            </p:grpSpPr>
            <p:sp>
              <p:nvSpPr>
                <p:cNvPr id="1817" name="Google Shape;1817;p25"/>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8" name="Google Shape;1818;p25"/>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819" name="Google Shape;1819;p25"/>
              <p:cNvSpPr/>
              <p:nvPr/>
            </p:nvSpPr>
            <p:spPr>
              <a:xfrm>
                <a:off x="6421625"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820" name="Google Shape;1820;p25"/>
              <p:cNvGrpSpPr/>
              <p:nvPr/>
            </p:nvGrpSpPr>
            <p:grpSpPr>
              <a:xfrm rot="-5400000">
                <a:off x="4992640" y="4713680"/>
                <a:ext cx="215942" cy="473196"/>
                <a:chOff x="1293873" y="1704092"/>
                <a:chExt cx="470872" cy="1031828"/>
              </a:xfrm>
            </p:grpSpPr>
            <p:sp>
              <p:nvSpPr>
                <p:cNvPr id="1821" name="Google Shape;1821;p25"/>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2" name="Google Shape;1822;p25"/>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3" name="Google Shape;1823;p25"/>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4" name="Google Shape;1824;p25"/>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5" name="Google Shape;1825;p25"/>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6" name="Google Shape;1826;p25"/>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27" name="Google Shape;1827;p25"/>
              <p:cNvGrpSpPr/>
              <p:nvPr/>
            </p:nvGrpSpPr>
            <p:grpSpPr>
              <a:xfrm>
                <a:off x="3873231" y="4831311"/>
                <a:ext cx="428145" cy="215966"/>
                <a:chOff x="4092051" y="3559505"/>
                <a:chExt cx="1306116" cy="658836"/>
              </a:xfrm>
            </p:grpSpPr>
            <p:grpSp>
              <p:nvGrpSpPr>
                <p:cNvPr id="1828" name="Google Shape;1828;p25"/>
                <p:cNvGrpSpPr/>
                <p:nvPr/>
              </p:nvGrpSpPr>
              <p:grpSpPr>
                <a:xfrm>
                  <a:off x="4092051" y="3559505"/>
                  <a:ext cx="1306116" cy="298886"/>
                  <a:chOff x="4092051" y="3559505"/>
                  <a:chExt cx="1306116" cy="298886"/>
                </a:xfrm>
              </p:grpSpPr>
              <p:sp>
                <p:nvSpPr>
                  <p:cNvPr id="1829" name="Google Shape;1829;p25"/>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0" name="Google Shape;1830;p25"/>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1" name="Google Shape;1831;p25"/>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2" name="Google Shape;1832;p25"/>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3" name="Google Shape;1833;p25"/>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4" name="Google Shape;1834;p25"/>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5" name="Google Shape;1835;p25"/>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36" name="Google Shape;1836;p25"/>
                <p:cNvGrpSpPr/>
                <p:nvPr/>
              </p:nvGrpSpPr>
              <p:grpSpPr>
                <a:xfrm>
                  <a:off x="4092051" y="3919455"/>
                  <a:ext cx="1306116" cy="298886"/>
                  <a:chOff x="4092051" y="3919455"/>
                  <a:chExt cx="1306116" cy="298886"/>
                </a:xfrm>
              </p:grpSpPr>
              <p:sp>
                <p:nvSpPr>
                  <p:cNvPr id="1837" name="Google Shape;1837;p25"/>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8" name="Google Shape;1838;p25"/>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9" name="Google Shape;1839;p25"/>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0" name="Google Shape;1840;p25"/>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1" name="Google Shape;1841;p25"/>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2" name="Google Shape;1842;p25"/>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3" name="Google Shape;1843;p25"/>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844" name="Google Shape;1844;p25"/>
              <p:cNvSpPr/>
              <p:nvPr/>
            </p:nvSpPr>
            <p:spPr>
              <a:xfrm>
                <a:off x="4446982"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845" name="Google Shape;1845;p25"/>
              <p:cNvGrpSpPr/>
              <p:nvPr/>
            </p:nvGrpSpPr>
            <p:grpSpPr>
              <a:xfrm rot="-5400000">
                <a:off x="8708515" y="4713680"/>
                <a:ext cx="215942" cy="473196"/>
                <a:chOff x="1293873" y="1704092"/>
                <a:chExt cx="470872" cy="1031828"/>
              </a:xfrm>
            </p:grpSpPr>
            <p:sp>
              <p:nvSpPr>
                <p:cNvPr id="1846" name="Google Shape;1846;p25"/>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7" name="Google Shape;1847;p25"/>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8" name="Google Shape;1848;p25"/>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9" name="Google Shape;1849;p25"/>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0" name="Google Shape;1850;p25"/>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1" name="Google Shape;1851;p25"/>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52" name="Google Shape;1852;p25"/>
              <p:cNvGrpSpPr/>
              <p:nvPr/>
            </p:nvGrpSpPr>
            <p:grpSpPr>
              <a:xfrm>
                <a:off x="7589106" y="4831311"/>
                <a:ext cx="428145" cy="215966"/>
                <a:chOff x="4092051" y="3559505"/>
                <a:chExt cx="1306116" cy="658836"/>
              </a:xfrm>
            </p:grpSpPr>
            <p:grpSp>
              <p:nvGrpSpPr>
                <p:cNvPr id="1853" name="Google Shape;1853;p25"/>
                <p:cNvGrpSpPr/>
                <p:nvPr/>
              </p:nvGrpSpPr>
              <p:grpSpPr>
                <a:xfrm>
                  <a:off x="4092051" y="3559505"/>
                  <a:ext cx="1306116" cy="298886"/>
                  <a:chOff x="4092051" y="3559505"/>
                  <a:chExt cx="1306116" cy="298886"/>
                </a:xfrm>
              </p:grpSpPr>
              <p:sp>
                <p:nvSpPr>
                  <p:cNvPr id="1854" name="Google Shape;1854;p25"/>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5" name="Google Shape;1855;p25"/>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6" name="Google Shape;1856;p25"/>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7" name="Google Shape;1857;p25"/>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8" name="Google Shape;1858;p25"/>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9" name="Google Shape;1859;p25"/>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0" name="Google Shape;1860;p25"/>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61" name="Google Shape;1861;p25"/>
                <p:cNvGrpSpPr/>
                <p:nvPr/>
              </p:nvGrpSpPr>
              <p:grpSpPr>
                <a:xfrm>
                  <a:off x="4092051" y="3919455"/>
                  <a:ext cx="1306116" cy="298886"/>
                  <a:chOff x="4092051" y="3919455"/>
                  <a:chExt cx="1306116" cy="298886"/>
                </a:xfrm>
              </p:grpSpPr>
              <p:sp>
                <p:nvSpPr>
                  <p:cNvPr id="1862" name="Google Shape;1862;p25"/>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3" name="Google Shape;1863;p25"/>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4" name="Google Shape;1864;p25"/>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5" name="Google Shape;1865;p25"/>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6" name="Google Shape;1866;p25"/>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7" name="Google Shape;1867;p25"/>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8" name="Google Shape;1868;p25"/>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869" name="Google Shape;1869;p25"/>
              <p:cNvSpPr/>
              <p:nvPr/>
            </p:nvSpPr>
            <p:spPr>
              <a:xfrm>
                <a:off x="8162857"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1870" name="Shape 1870"/>
        <p:cNvGrpSpPr/>
        <p:nvPr/>
      </p:nvGrpSpPr>
      <p:grpSpPr>
        <a:xfrm>
          <a:off x="0" y="0"/>
          <a:ext cx="0" cy="0"/>
          <a:chOff x="0" y="0"/>
          <a:chExt cx="0" cy="0"/>
        </a:xfrm>
      </p:grpSpPr>
      <p:sp>
        <p:nvSpPr>
          <p:cNvPr id="1871" name="Google Shape;1871;p26"/>
          <p:cNvSpPr txBox="1"/>
          <p:nvPr>
            <p:ph type="title"/>
          </p:nvPr>
        </p:nvSpPr>
        <p:spPr>
          <a:xfrm>
            <a:off x="713250"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SzPts val="3100"/>
              <a:buFont typeface="Hammersmith One"/>
              <a:buNone/>
              <a:defRPr b="1" sz="3100">
                <a:latin typeface="Hammersmith One"/>
                <a:ea typeface="Hammersmith One"/>
                <a:cs typeface="Hammersmith One"/>
                <a:sym typeface="Hammersmith One"/>
              </a:defRPr>
            </a:lvl2pPr>
            <a:lvl3pPr lvl="2" algn="ctr">
              <a:spcBef>
                <a:spcPts val="0"/>
              </a:spcBef>
              <a:spcAft>
                <a:spcPts val="0"/>
              </a:spcAft>
              <a:buSzPts val="3100"/>
              <a:buFont typeface="Hammersmith One"/>
              <a:buNone/>
              <a:defRPr b="1" sz="3100">
                <a:latin typeface="Hammersmith One"/>
                <a:ea typeface="Hammersmith One"/>
                <a:cs typeface="Hammersmith One"/>
                <a:sym typeface="Hammersmith One"/>
              </a:defRPr>
            </a:lvl3pPr>
            <a:lvl4pPr lvl="3" algn="ctr">
              <a:spcBef>
                <a:spcPts val="0"/>
              </a:spcBef>
              <a:spcAft>
                <a:spcPts val="0"/>
              </a:spcAft>
              <a:buSzPts val="3100"/>
              <a:buFont typeface="Hammersmith One"/>
              <a:buNone/>
              <a:defRPr b="1" sz="3100">
                <a:latin typeface="Hammersmith One"/>
                <a:ea typeface="Hammersmith One"/>
                <a:cs typeface="Hammersmith One"/>
                <a:sym typeface="Hammersmith One"/>
              </a:defRPr>
            </a:lvl4pPr>
            <a:lvl5pPr lvl="4" algn="ctr">
              <a:spcBef>
                <a:spcPts val="0"/>
              </a:spcBef>
              <a:spcAft>
                <a:spcPts val="0"/>
              </a:spcAft>
              <a:buSzPts val="3100"/>
              <a:buFont typeface="Hammersmith One"/>
              <a:buNone/>
              <a:defRPr b="1" sz="3100">
                <a:latin typeface="Hammersmith One"/>
                <a:ea typeface="Hammersmith One"/>
                <a:cs typeface="Hammersmith One"/>
                <a:sym typeface="Hammersmith One"/>
              </a:defRPr>
            </a:lvl5pPr>
            <a:lvl6pPr lvl="5" algn="ctr">
              <a:spcBef>
                <a:spcPts val="0"/>
              </a:spcBef>
              <a:spcAft>
                <a:spcPts val="0"/>
              </a:spcAft>
              <a:buSzPts val="3100"/>
              <a:buFont typeface="Hammersmith One"/>
              <a:buNone/>
              <a:defRPr b="1" sz="3100">
                <a:latin typeface="Hammersmith One"/>
                <a:ea typeface="Hammersmith One"/>
                <a:cs typeface="Hammersmith One"/>
                <a:sym typeface="Hammersmith One"/>
              </a:defRPr>
            </a:lvl6pPr>
            <a:lvl7pPr lvl="6" algn="ctr">
              <a:spcBef>
                <a:spcPts val="0"/>
              </a:spcBef>
              <a:spcAft>
                <a:spcPts val="0"/>
              </a:spcAft>
              <a:buSzPts val="3100"/>
              <a:buFont typeface="Hammersmith One"/>
              <a:buNone/>
              <a:defRPr b="1" sz="3100">
                <a:latin typeface="Hammersmith One"/>
                <a:ea typeface="Hammersmith One"/>
                <a:cs typeface="Hammersmith One"/>
                <a:sym typeface="Hammersmith One"/>
              </a:defRPr>
            </a:lvl7pPr>
            <a:lvl8pPr lvl="7" algn="ctr">
              <a:spcBef>
                <a:spcPts val="0"/>
              </a:spcBef>
              <a:spcAft>
                <a:spcPts val="0"/>
              </a:spcAft>
              <a:buSzPts val="3100"/>
              <a:buFont typeface="Hammersmith One"/>
              <a:buNone/>
              <a:defRPr b="1" sz="3100">
                <a:latin typeface="Hammersmith One"/>
                <a:ea typeface="Hammersmith One"/>
                <a:cs typeface="Hammersmith One"/>
                <a:sym typeface="Hammersmith One"/>
              </a:defRPr>
            </a:lvl8pPr>
            <a:lvl9pPr lvl="8" algn="ctr">
              <a:spcBef>
                <a:spcPts val="0"/>
              </a:spcBef>
              <a:spcAft>
                <a:spcPts val="0"/>
              </a:spcAft>
              <a:buSzPts val="3100"/>
              <a:buFont typeface="Hammersmith One"/>
              <a:buNone/>
              <a:defRPr b="1" sz="3100">
                <a:latin typeface="Hammersmith One"/>
                <a:ea typeface="Hammersmith One"/>
                <a:cs typeface="Hammersmith One"/>
                <a:sym typeface="Hammersmith One"/>
              </a:defRPr>
            </a:lvl9pPr>
          </a:lstStyle>
          <a:p/>
        </p:txBody>
      </p:sp>
      <p:grpSp>
        <p:nvGrpSpPr>
          <p:cNvPr id="1872" name="Google Shape;1872;p26"/>
          <p:cNvGrpSpPr/>
          <p:nvPr/>
        </p:nvGrpSpPr>
        <p:grpSpPr>
          <a:xfrm>
            <a:off x="-20500" y="4701273"/>
            <a:ext cx="9219895" cy="461615"/>
            <a:chOff x="150" y="4701117"/>
            <a:chExt cx="9144000" cy="461615"/>
          </a:xfrm>
        </p:grpSpPr>
        <p:sp>
          <p:nvSpPr>
            <p:cNvPr id="1873" name="Google Shape;1873;p26"/>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874" name="Google Shape;1874;p26"/>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1875" name="Google Shape;1875;p26"/>
          <p:cNvGrpSpPr/>
          <p:nvPr/>
        </p:nvGrpSpPr>
        <p:grpSpPr>
          <a:xfrm>
            <a:off x="161301" y="4801753"/>
            <a:ext cx="8821397" cy="295339"/>
            <a:chOff x="161301" y="4801753"/>
            <a:chExt cx="8821397" cy="295339"/>
          </a:xfrm>
        </p:grpSpPr>
        <p:sp>
          <p:nvSpPr>
            <p:cNvPr id="1876" name="Google Shape;1876;p26"/>
            <p:cNvSpPr/>
            <p:nvPr/>
          </p:nvSpPr>
          <p:spPr>
            <a:xfrm flipH="1">
              <a:off x="161301"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877" name="Google Shape;1877;p26"/>
            <p:cNvGrpSpPr/>
            <p:nvPr/>
          </p:nvGrpSpPr>
          <p:grpSpPr>
            <a:xfrm flipH="1" rot="-5400000">
              <a:off x="1947304" y="4799196"/>
              <a:ext cx="212838" cy="322401"/>
              <a:chOff x="5958752" y="3513438"/>
              <a:chExt cx="464103" cy="703011"/>
            </a:xfrm>
          </p:grpSpPr>
          <p:sp>
            <p:nvSpPr>
              <p:cNvPr id="1878" name="Google Shape;1878;p2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9" name="Google Shape;1879;p2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0" name="Google Shape;1880;p2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1" name="Google Shape;1881;p2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82" name="Google Shape;1882;p26"/>
            <p:cNvGrpSpPr/>
            <p:nvPr/>
          </p:nvGrpSpPr>
          <p:grpSpPr>
            <a:xfrm flipH="1">
              <a:off x="1449753" y="4801753"/>
              <a:ext cx="298676" cy="295339"/>
              <a:chOff x="10240740" y="2106170"/>
              <a:chExt cx="751954" cy="743552"/>
            </a:xfrm>
          </p:grpSpPr>
          <p:sp>
            <p:nvSpPr>
              <p:cNvPr id="1883" name="Google Shape;1883;p2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4" name="Google Shape;1884;p2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5" name="Google Shape;1885;p2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6" name="Google Shape;1886;p2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7" name="Google Shape;1887;p2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8" name="Google Shape;1888;p2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889" name="Google Shape;1889;p26"/>
            <p:cNvSpPr/>
            <p:nvPr/>
          </p:nvSpPr>
          <p:spPr>
            <a:xfrm flipH="1">
              <a:off x="1005101"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0" name="Google Shape;1890;p26"/>
            <p:cNvSpPr/>
            <p:nvPr/>
          </p:nvSpPr>
          <p:spPr>
            <a:xfrm flipH="1">
              <a:off x="605991"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1" name="Google Shape;1891;p26"/>
            <p:cNvSpPr/>
            <p:nvPr/>
          </p:nvSpPr>
          <p:spPr>
            <a:xfrm flipH="1">
              <a:off x="2417226"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892" name="Google Shape;1892;p26"/>
            <p:cNvGrpSpPr/>
            <p:nvPr/>
          </p:nvGrpSpPr>
          <p:grpSpPr>
            <a:xfrm flipH="1" rot="-5400000">
              <a:off x="4203229" y="4799196"/>
              <a:ext cx="212838" cy="322401"/>
              <a:chOff x="5958752" y="3513438"/>
              <a:chExt cx="464103" cy="703011"/>
            </a:xfrm>
          </p:grpSpPr>
          <p:sp>
            <p:nvSpPr>
              <p:cNvPr id="1893" name="Google Shape;1893;p2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4" name="Google Shape;1894;p2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5" name="Google Shape;1895;p2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6" name="Google Shape;1896;p2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97" name="Google Shape;1897;p26"/>
            <p:cNvGrpSpPr/>
            <p:nvPr/>
          </p:nvGrpSpPr>
          <p:grpSpPr>
            <a:xfrm flipH="1">
              <a:off x="3705678" y="4801753"/>
              <a:ext cx="298676" cy="295339"/>
              <a:chOff x="10240740" y="2106170"/>
              <a:chExt cx="751954" cy="743552"/>
            </a:xfrm>
          </p:grpSpPr>
          <p:sp>
            <p:nvSpPr>
              <p:cNvPr id="1898" name="Google Shape;1898;p2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9" name="Google Shape;1899;p2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0" name="Google Shape;1900;p2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1" name="Google Shape;1901;p2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2" name="Google Shape;1902;p2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3" name="Google Shape;1903;p2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04" name="Google Shape;1904;p26"/>
            <p:cNvSpPr/>
            <p:nvPr/>
          </p:nvSpPr>
          <p:spPr>
            <a:xfrm flipH="1">
              <a:off x="3261026"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5" name="Google Shape;1905;p26"/>
            <p:cNvSpPr/>
            <p:nvPr/>
          </p:nvSpPr>
          <p:spPr>
            <a:xfrm flipH="1">
              <a:off x="2861916"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6" name="Google Shape;1906;p26"/>
            <p:cNvSpPr/>
            <p:nvPr/>
          </p:nvSpPr>
          <p:spPr>
            <a:xfrm flipH="1">
              <a:off x="4673151"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07" name="Google Shape;1907;p26"/>
            <p:cNvGrpSpPr/>
            <p:nvPr/>
          </p:nvGrpSpPr>
          <p:grpSpPr>
            <a:xfrm flipH="1" rot="-5400000">
              <a:off x="6459154" y="4799196"/>
              <a:ext cx="212838" cy="322401"/>
              <a:chOff x="5958752" y="3513438"/>
              <a:chExt cx="464103" cy="703011"/>
            </a:xfrm>
          </p:grpSpPr>
          <p:sp>
            <p:nvSpPr>
              <p:cNvPr id="1908" name="Google Shape;1908;p2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9" name="Google Shape;1909;p2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0" name="Google Shape;1910;p2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1" name="Google Shape;1911;p2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12" name="Google Shape;1912;p26"/>
            <p:cNvGrpSpPr/>
            <p:nvPr/>
          </p:nvGrpSpPr>
          <p:grpSpPr>
            <a:xfrm flipH="1">
              <a:off x="5961603" y="4801753"/>
              <a:ext cx="298676" cy="295339"/>
              <a:chOff x="10240740" y="2106170"/>
              <a:chExt cx="751954" cy="743552"/>
            </a:xfrm>
          </p:grpSpPr>
          <p:sp>
            <p:nvSpPr>
              <p:cNvPr id="1913" name="Google Shape;1913;p2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4" name="Google Shape;1914;p2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5" name="Google Shape;1915;p2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6" name="Google Shape;1916;p2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7" name="Google Shape;1917;p2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8" name="Google Shape;1918;p2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19" name="Google Shape;1919;p26"/>
            <p:cNvSpPr/>
            <p:nvPr/>
          </p:nvSpPr>
          <p:spPr>
            <a:xfrm flipH="1">
              <a:off x="5516951"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0" name="Google Shape;1920;p26"/>
            <p:cNvSpPr/>
            <p:nvPr/>
          </p:nvSpPr>
          <p:spPr>
            <a:xfrm flipH="1">
              <a:off x="5117841"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1" name="Google Shape;1921;p26"/>
            <p:cNvSpPr/>
            <p:nvPr/>
          </p:nvSpPr>
          <p:spPr>
            <a:xfrm flipH="1">
              <a:off x="6929076"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22" name="Google Shape;1922;p26"/>
            <p:cNvGrpSpPr/>
            <p:nvPr/>
          </p:nvGrpSpPr>
          <p:grpSpPr>
            <a:xfrm flipH="1" rot="-5400000">
              <a:off x="8715079" y="4799196"/>
              <a:ext cx="212838" cy="322401"/>
              <a:chOff x="5958752" y="3513438"/>
              <a:chExt cx="464103" cy="703011"/>
            </a:xfrm>
          </p:grpSpPr>
          <p:sp>
            <p:nvSpPr>
              <p:cNvPr id="1923" name="Google Shape;1923;p2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4" name="Google Shape;1924;p2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5" name="Google Shape;1925;p2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6" name="Google Shape;1926;p2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27" name="Google Shape;1927;p26"/>
            <p:cNvGrpSpPr/>
            <p:nvPr/>
          </p:nvGrpSpPr>
          <p:grpSpPr>
            <a:xfrm flipH="1">
              <a:off x="8217528" y="4801753"/>
              <a:ext cx="298676" cy="295339"/>
              <a:chOff x="10240740" y="2106170"/>
              <a:chExt cx="751954" cy="743552"/>
            </a:xfrm>
          </p:grpSpPr>
          <p:sp>
            <p:nvSpPr>
              <p:cNvPr id="1928" name="Google Shape;1928;p2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9" name="Google Shape;1929;p2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0" name="Google Shape;1930;p2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1" name="Google Shape;1931;p2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2" name="Google Shape;1932;p2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3" name="Google Shape;1933;p2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34" name="Google Shape;1934;p26"/>
            <p:cNvSpPr/>
            <p:nvPr/>
          </p:nvSpPr>
          <p:spPr>
            <a:xfrm flipH="1">
              <a:off x="7772876"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5" name="Google Shape;1935;p26"/>
            <p:cNvSpPr/>
            <p:nvPr/>
          </p:nvSpPr>
          <p:spPr>
            <a:xfrm flipH="1">
              <a:off x="7373766"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1936" name="Shape 1936"/>
        <p:cNvGrpSpPr/>
        <p:nvPr/>
      </p:nvGrpSpPr>
      <p:grpSpPr>
        <a:xfrm>
          <a:off x="0" y="0"/>
          <a:ext cx="0" cy="0"/>
          <a:chOff x="0" y="0"/>
          <a:chExt cx="0" cy="0"/>
        </a:xfrm>
      </p:grpSpPr>
      <p:sp>
        <p:nvSpPr>
          <p:cNvPr id="1937" name="Google Shape;1937;p27"/>
          <p:cNvSpPr txBox="1"/>
          <p:nvPr>
            <p:ph type="title"/>
          </p:nvPr>
        </p:nvSpPr>
        <p:spPr>
          <a:xfrm>
            <a:off x="713225"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SzPts val="3100"/>
              <a:buFont typeface="Hammersmith One"/>
              <a:buNone/>
              <a:defRPr b="1" sz="3100">
                <a:latin typeface="Hammersmith One"/>
                <a:ea typeface="Hammersmith One"/>
                <a:cs typeface="Hammersmith One"/>
                <a:sym typeface="Hammersmith One"/>
              </a:defRPr>
            </a:lvl2pPr>
            <a:lvl3pPr lvl="2" algn="ctr">
              <a:spcBef>
                <a:spcPts val="0"/>
              </a:spcBef>
              <a:spcAft>
                <a:spcPts val="0"/>
              </a:spcAft>
              <a:buSzPts val="3100"/>
              <a:buFont typeface="Hammersmith One"/>
              <a:buNone/>
              <a:defRPr b="1" sz="3100">
                <a:latin typeface="Hammersmith One"/>
                <a:ea typeface="Hammersmith One"/>
                <a:cs typeface="Hammersmith One"/>
                <a:sym typeface="Hammersmith One"/>
              </a:defRPr>
            </a:lvl3pPr>
            <a:lvl4pPr lvl="3" algn="ctr">
              <a:spcBef>
                <a:spcPts val="0"/>
              </a:spcBef>
              <a:spcAft>
                <a:spcPts val="0"/>
              </a:spcAft>
              <a:buSzPts val="3100"/>
              <a:buFont typeface="Hammersmith One"/>
              <a:buNone/>
              <a:defRPr b="1" sz="3100">
                <a:latin typeface="Hammersmith One"/>
                <a:ea typeface="Hammersmith One"/>
                <a:cs typeface="Hammersmith One"/>
                <a:sym typeface="Hammersmith One"/>
              </a:defRPr>
            </a:lvl4pPr>
            <a:lvl5pPr lvl="4" algn="ctr">
              <a:spcBef>
                <a:spcPts val="0"/>
              </a:spcBef>
              <a:spcAft>
                <a:spcPts val="0"/>
              </a:spcAft>
              <a:buSzPts val="3100"/>
              <a:buFont typeface="Hammersmith One"/>
              <a:buNone/>
              <a:defRPr b="1" sz="3100">
                <a:latin typeface="Hammersmith One"/>
                <a:ea typeface="Hammersmith One"/>
                <a:cs typeface="Hammersmith One"/>
                <a:sym typeface="Hammersmith One"/>
              </a:defRPr>
            </a:lvl5pPr>
            <a:lvl6pPr lvl="5" algn="ctr">
              <a:spcBef>
                <a:spcPts val="0"/>
              </a:spcBef>
              <a:spcAft>
                <a:spcPts val="0"/>
              </a:spcAft>
              <a:buSzPts val="3100"/>
              <a:buFont typeface="Hammersmith One"/>
              <a:buNone/>
              <a:defRPr b="1" sz="3100">
                <a:latin typeface="Hammersmith One"/>
                <a:ea typeface="Hammersmith One"/>
                <a:cs typeface="Hammersmith One"/>
                <a:sym typeface="Hammersmith One"/>
              </a:defRPr>
            </a:lvl6pPr>
            <a:lvl7pPr lvl="6" algn="ctr">
              <a:spcBef>
                <a:spcPts val="0"/>
              </a:spcBef>
              <a:spcAft>
                <a:spcPts val="0"/>
              </a:spcAft>
              <a:buSzPts val="3100"/>
              <a:buFont typeface="Hammersmith One"/>
              <a:buNone/>
              <a:defRPr b="1" sz="3100">
                <a:latin typeface="Hammersmith One"/>
                <a:ea typeface="Hammersmith One"/>
                <a:cs typeface="Hammersmith One"/>
                <a:sym typeface="Hammersmith One"/>
              </a:defRPr>
            </a:lvl7pPr>
            <a:lvl8pPr lvl="7" algn="ctr">
              <a:spcBef>
                <a:spcPts val="0"/>
              </a:spcBef>
              <a:spcAft>
                <a:spcPts val="0"/>
              </a:spcAft>
              <a:buSzPts val="3100"/>
              <a:buFont typeface="Hammersmith One"/>
              <a:buNone/>
              <a:defRPr b="1" sz="3100">
                <a:latin typeface="Hammersmith One"/>
                <a:ea typeface="Hammersmith One"/>
                <a:cs typeface="Hammersmith One"/>
                <a:sym typeface="Hammersmith One"/>
              </a:defRPr>
            </a:lvl8pPr>
            <a:lvl9pPr lvl="8" algn="ctr">
              <a:spcBef>
                <a:spcPts val="0"/>
              </a:spcBef>
              <a:spcAft>
                <a:spcPts val="0"/>
              </a:spcAft>
              <a:buSzPts val="3100"/>
              <a:buFont typeface="Hammersmith One"/>
              <a:buNone/>
              <a:defRPr b="1" sz="3100">
                <a:latin typeface="Hammersmith One"/>
                <a:ea typeface="Hammersmith One"/>
                <a:cs typeface="Hammersmith One"/>
                <a:sym typeface="Hammersmith One"/>
              </a:defRPr>
            </a:lvl9pPr>
          </a:lstStyle>
          <a:p/>
        </p:txBody>
      </p:sp>
      <p:grpSp>
        <p:nvGrpSpPr>
          <p:cNvPr id="1938" name="Google Shape;1938;p27"/>
          <p:cNvGrpSpPr/>
          <p:nvPr/>
        </p:nvGrpSpPr>
        <p:grpSpPr>
          <a:xfrm>
            <a:off x="-20500" y="4701273"/>
            <a:ext cx="9219895" cy="461615"/>
            <a:chOff x="150" y="4701117"/>
            <a:chExt cx="9144000" cy="461615"/>
          </a:xfrm>
        </p:grpSpPr>
        <p:sp>
          <p:nvSpPr>
            <p:cNvPr id="1939" name="Google Shape;1939;p27"/>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940" name="Google Shape;1940;p27"/>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1941" name="Google Shape;1941;p27"/>
          <p:cNvGrpSpPr/>
          <p:nvPr/>
        </p:nvGrpSpPr>
        <p:grpSpPr>
          <a:xfrm>
            <a:off x="143800" y="4801111"/>
            <a:ext cx="8856401" cy="295339"/>
            <a:chOff x="143800" y="4801111"/>
            <a:chExt cx="8856401" cy="295339"/>
          </a:xfrm>
        </p:grpSpPr>
        <p:grpSp>
          <p:nvGrpSpPr>
            <p:cNvPr id="1942" name="Google Shape;1942;p27"/>
            <p:cNvGrpSpPr/>
            <p:nvPr/>
          </p:nvGrpSpPr>
          <p:grpSpPr>
            <a:xfrm>
              <a:off x="143800" y="4801111"/>
              <a:ext cx="298676" cy="295339"/>
              <a:chOff x="10240740" y="2106170"/>
              <a:chExt cx="751954" cy="743552"/>
            </a:xfrm>
          </p:grpSpPr>
          <p:sp>
            <p:nvSpPr>
              <p:cNvPr id="1943" name="Google Shape;1943;p27"/>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4" name="Google Shape;1944;p27"/>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5" name="Google Shape;1945;p27"/>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6" name="Google Shape;1946;p27"/>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7" name="Google Shape;1947;p27"/>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8" name="Google Shape;1948;p27"/>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49" name="Google Shape;1949;p27"/>
            <p:cNvSpPr/>
            <p:nvPr/>
          </p:nvSpPr>
          <p:spPr>
            <a:xfrm>
              <a:off x="597100"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0" name="Google Shape;1950;p27"/>
            <p:cNvSpPr/>
            <p:nvPr/>
          </p:nvSpPr>
          <p:spPr>
            <a:xfrm>
              <a:off x="1050770"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51" name="Google Shape;1951;p27"/>
            <p:cNvGrpSpPr/>
            <p:nvPr/>
          </p:nvGrpSpPr>
          <p:grpSpPr>
            <a:xfrm rot="5400000">
              <a:off x="1513681" y="4798554"/>
              <a:ext cx="212838" cy="322401"/>
              <a:chOff x="5958752" y="3513438"/>
              <a:chExt cx="464103" cy="703011"/>
            </a:xfrm>
          </p:grpSpPr>
          <p:sp>
            <p:nvSpPr>
              <p:cNvPr id="1952" name="Google Shape;1952;p27"/>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3" name="Google Shape;1953;p27"/>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4" name="Google Shape;1954;p27"/>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5" name="Google Shape;1955;p27"/>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56" name="Google Shape;1956;p27"/>
            <p:cNvGrpSpPr/>
            <p:nvPr/>
          </p:nvGrpSpPr>
          <p:grpSpPr>
            <a:xfrm>
              <a:off x="1948525" y="4801111"/>
              <a:ext cx="298676" cy="295339"/>
              <a:chOff x="10240740" y="2106170"/>
              <a:chExt cx="751954" cy="743552"/>
            </a:xfrm>
          </p:grpSpPr>
          <p:sp>
            <p:nvSpPr>
              <p:cNvPr id="1957" name="Google Shape;1957;p27"/>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8" name="Google Shape;1958;p27"/>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9" name="Google Shape;1959;p27"/>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0" name="Google Shape;1960;p27"/>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1" name="Google Shape;1961;p27"/>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2" name="Google Shape;1962;p27"/>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63" name="Google Shape;1963;p27"/>
            <p:cNvSpPr/>
            <p:nvPr/>
          </p:nvSpPr>
          <p:spPr>
            <a:xfrm>
              <a:off x="2401825"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4" name="Google Shape;1964;p27"/>
            <p:cNvSpPr/>
            <p:nvPr/>
          </p:nvSpPr>
          <p:spPr>
            <a:xfrm>
              <a:off x="2855495"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65" name="Google Shape;1965;p27"/>
            <p:cNvGrpSpPr/>
            <p:nvPr/>
          </p:nvGrpSpPr>
          <p:grpSpPr>
            <a:xfrm rot="5400000">
              <a:off x="3318406" y="4798554"/>
              <a:ext cx="212838" cy="322401"/>
              <a:chOff x="5958752" y="3513438"/>
              <a:chExt cx="464103" cy="703011"/>
            </a:xfrm>
          </p:grpSpPr>
          <p:sp>
            <p:nvSpPr>
              <p:cNvPr id="1966" name="Google Shape;1966;p27"/>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7" name="Google Shape;1967;p27"/>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8" name="Google Shape;1968;p27"/>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9" name="Google Shape;1969;p27"/>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70" name="Google Shape;1970;p27"/>
            <p:cNvGrpSpPr/>
            <p:nvPr/>
          </p:nvGrpSpPr>
          <p:grpSpPr>
            <a:xfrm>
              <a:off x="3753250" y="4801111"/>
              <a:ext cx="298676" cy="295339"/>
              <a:chOff x="10240740" y="2106170"/>
              <a:chExt cx="751954" cy="743552"/>
            </a:xfrm>
          </p:grpSpPr>
          <p:sp>
            <p:nvSpPr>
              <p:cNvPr id="1971" name="Google Shape;1971;p27"/>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2" name="Google Shape;1972;p27"/>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3" name="Google Shape;1973;p27"/>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4" name="Google Shape;1974;p27"/>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5" name="Google Shape;1975;p27"/>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6" name="Google Shape;1976;p27"/>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77" name="Google Shape;1977;p27"/>
            <p:cNvSpPr/>
            <p:nvPr/>
          </p:nvSpPr>
          <p:spPr>
            <a:xfrm>
              <a:off x="4206550"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8" name="Google Shape;1978;p27"/>
            <p:cNvSpPr/>
            <p:nvPr/>
          </p:nvSpPr>
          <p:spPr>
            <a:xfrm>
              <a:off x="4660220"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79" name="Google Shape;1979;p27"/>
            <p:cNvGrpSpPr/>
            <p:nvPr/>
          </p:nvGrpSpPr>
          <p:grpSpPr>
            <a:xfrm rot="5400000">
              <a:off x="5123131" y="4798554"/>
              <a:ext cx="212838" cy="322401"/>
              <a:chOff x="5958752" y="3513438"/>
              <a:chExt cx="464103" cy="703011"/>
            </a:xfrm>
          </p:grpSpPr>
          <p:sp>
            <p:nvSpPr>
              <p:cNvPr id="1980" name="Google Shape;1980;p27"/>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1" name="Google Shape;1981;p27"/>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2" name="Google Shape;1982;p27"/>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3" name="Google Shape;1983;p27"/>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84" name="Google Shape;1984;p27"/>
            <p:cNvGrpSpPr/>
            <p:nvPr/>
          </p:nvGrpSpPr>
          <p:grpSpPr>
            <a:xfrm>
              <a:off x="5557975" y="4801111"/>
              <a:ext cx="298676" cy="295339"/>
              <a:chOff x="10240740" y="2106170"/>
              <a:chExt cx="751954" cy="743552"/>
            </a:xfrm>
          </p:grpSpPr>
          <p:sp>
            <p:nvSpPr>
              <p:cNvPr id="1985" name="Google Shape;1985;p27"/>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6" name="Google Shape;1986;p27"/>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7" name="Google Shape;1987;p27"/>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8" name="Google Shape;1988;p27"/>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9" name="Google Shape;1989;p27"/>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0" name="Google Shape;1990;p27"/>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91" name="Google Shape;1991;p27"/>
            <p:cNvSpPr/>
            <p:nvPr/>
          </p:nvSpPr>
          <p:spPr>
            <a:xfrm>
              <a:off x="6011275"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2" name="Google Shape;1992;p27"/>
            <p:cNvSpPr/>
            <p:nvPr/>
          </p:nvSpPr>
          <p:spPr>
            <a:xfrm>
              <a:off x="6464945"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93" name="Google Shape;1993;p27"/>
            <p:cNvGrpSpPr/>
            <p:nvPr/>
          </p:nvGrpSpPr>
          <p:grpSpPr>
            <a:xfrm rot="5400000">
              <a:off x="6927856" y="4798554"/>
              <a:ext cx="212838" cy="322401"/>
              <a:chOff x="5958752" y="3513438"/>
              <a:chExt cx="464103" cy="703011"/>
            </a:xfrm>
          </p:grpSpPr>
          <p:sp>
            <p:nvSpPr>
              <p:cNvPr id="1994" name="Google Shape;1994;p27"/>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5" name="Google Shape;1995;p27"/>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6" name="Google Shape;1996;p27"/>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7" name="Google Shape;1997;p27"/>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98" name="Google Shape;1998;p27"/>
            <p:cNvGrpSpPr/>
            <p:nvPr/>
          </p:nvGrpSpPr>
          <p:grpSpPr>
            <a:xfrm>
              <a:off x="7362700" y="4801111"/>
              <a:ext cx="298676" cy="295339"/>
              <a:chOff x="10240740" y="2106170"/>
              <a:chExt cx="751954" cy="743552"/>
            </a:xfrm>
          </p:grpSpPr>
          <p:sp>
            <p:nvSpPr>
              <p:cNvPr id="1999" name="Google Shape;1999;p27"/>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0" name="Google Shape;2000;p27"/>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1" name="Google Shape;2001;p27"/>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2" name="Google Shape;2002;p27"/>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3" name="Google Shape;2003;p27"/>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4" name="Google Shape;2004;p27"/>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005" name="Google Shape;2005;p27"/>
            <p:cNvSpPr/>
            <p:nvPr/>
          </p:nvSpPr>
          <p:spPr>
            <a:xfrm>
              <a:off x="7816000"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6" name="Google Shape;2006;p27"/>
            <p:cNvSpPr/>
            <p:nvPr/>
          </p:nvSpPr>
          <p:spPr>
            <a:xfrm>
              <a:off x="8269670"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007" name="Google Shape;2007;p27"/>
            <p:cNvGrpSpPr/>
            <p:nvPr/>
          </p:nvGrpSpPr>
          <p:grpSpPr>
            <a:xfrm rot="5400000">
              <a:off x="8732581" y="4798554"/>
              <a:ext cx="212838" cy="322401"/>
              <a:chOff x="5958752" y="3513438"/>
              <a:chExt cx="464103" cy="703011"/>
            </a:xfrm>
          </p:grpSpPr>
          <p:sp>
            <p:nvSpPr>
              <p:cNvPr id="2008" name="Google Shape;2008;p27"/>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9" name="Google Shape;2009;p27"/>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0" name="Google Shape;2010;p27"/>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1" name="Google Shape;2011;p27"/>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012" name="Shape 2012"/>
        <p:cNvGrpSpPr/>
        <p:nvPr/>
      </p:nvGrpSpPr>
      <p:grpSpPr>
        <a:xfrm>
          <a:off x="0" y="0"/>
          <a:ext cx="0" cy="0"/>
          <a:chOff x="0" y="0"/>
          <a:chExt cx="0" cy="0"/>
        </a:xfrm>
      </p:grpSpPr>
      <p:sp>
        <p:nvSpPr>
          <p:cNvPr id="2013" name="Google Shape;2013;p28"/>
          <p:cNvSpPr txBox="1"/>
          <p:nvPr>
            <p:ph type="title"/>
          </p:nvPr>
        </p:nvSpPr>
        <p:spPr>
          <a:xfrm>
            <a:off x="713225" y="3793175"/>
            <a:ext cx="7717500" cy="5319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014" name="Google Shape;2014;p28"/>
          <p:cNvSpPr txBox="1"/>
          <p:nvPr>
            <p:ph idx="1" type="subTitle"/>
          </p:nvPr>
        </p:nvSpPr>
        <p:spPr>
          <a:xfrm>
            <a:off x="713225" y="3078000"/>
            <a:ext cx="7717500" cy="8067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2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015" name="Google Shape;2015;p28"/>
          <p:cNvSpPr/>
          <p:nvPr>
            <p:ph idx="2" type="pic"/>
          </p:nvPr>
        </p:nvSpPr>
        <p:spPr>
          <a:xfrm>
            <a:off x="-10325" y="-10328"/>
            <a:ext cx="9144000" cy="2685600"/>
          </a:xfrm>
          <a:prstGeom prst="rect">
            <a:avLst/>
          </a:prstGeom>
          <a:noFill/>
          <a:ln cap="flat" cmpd="sng" w="28575">
            <a:solidFill>
              <a:schemeClr val="accent1"/>
            </a:solidFill>
            <a:prstDash val="solid"/>
            <a:round/>
            <a:headEnd len="sm" w="sm" type="none"/>
            <a:tailEnd len="sm" w="sm" type="none"/>
          </a:ln>
        </p:spPr>
      </p:sp>
      <p:grpSp>
        <p:nvGrpSpPr>
          <p:cNvPr id="2016" name="Google Shape;2016;p28"/>
          <p:cNvGrpSpPr/>
          <p:nvPr/>
        </p:nvGrpSpPr>
        <p:grpSpPr>
          <a:xfrm>
            <a:off x="-20500" y="4701273"/>
            <a:ext cx="9219895" cy="461615"/>
            <a:chOff x="150" y="4701117"/>
            <a:chExt cx="9144000" cy="461615"/>
          </a:xfrm>
        </p:grpSpPr>
        <p:sp>
          <p:nvSpPr>
            <p:cNvPr id="2017" name="Google Shape;2017;p28"/>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018" name="Google Shape;2018;p28"/>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019" name="Shape 2019"/>
        <p:cNvGrpSpPr/>
        <p:nvPr/>
      </p:nvGrpSpPr>
      <p:grpSpPr>
        <a:xfrm>
          <a:off x="0" y="0"/>
          <a:ext cx="0" cy="0"/>
          <a:chOff x="0" y="0"/>
          <a:chExt cx="0" cy="0"/>
        </a:xfrm>
      </p:grpSpPr>
      <p:sp>
        <p:nvSpPr>
          <p:cNvPr id="2020" name="Google Shape;2020;p29"/>
          <p:cNvSpPr txBox="1"/>
          <p:nvPr>
            <p:ph type="title"/>
          </p:nvPr>
        </p:nvSpPr>
        <p:spPr>
          <a:xfrm>
            <a:off x="713225"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SzPts val="3100"/>
              <a:buFont typeface="Hammersmith One"/>
              <a:buNone/>
              <a:defRPr b="1" sz="3100">
                <a:latin typeface="Hammersmith One"/>
                <a:ea typeface="Hammersmith One"/>
                <a:cs typeface="Hammersmith One"/>
                <a:sym typeface="Hammersmith One"/>
              </a:defRPr>
            </a:lvl2pPr>
            <a:lvl3pPr lvl="2" algn="ctr">
              <a:spcBef>
                <a:spcPts val="0"/>
              </a:spcBef>
              <a:spcAft>
                <a:spcPts val="0"/>
              </a:spcAft>
              <a:buSzPts val="3100"/>
              <a:buFont typeface="Hammersmith One"/>
              <a:buNone/>
              <a:defRPr b="1" sz="3100">
                <a:latin typeface="Hammersmith One"/>
                <a:ea typeface="Hammersmith One"/>
                <a:cs typeface="Hammersmith One"/>
                <a:sym typeface="Hammersmith One"/>
              </a:defRPr>
            </a:lvl3pPr>
            <a:lvl4pPr lvl="3" algn="ctr">
              <a:spcBef>
                <a:spcPts val="0"/>
              </a:spcBef>
              <a:spcAft>
                <a:spcPts val="0"/>
              </a:spcAft>
              <a:buSzPts val="3100"/>
              <a:buFont typeface="Hammersmith One"/>
              <a:buNone/>
              <a:defRPr b="1" sz="3100">
                <a:latin typeface="Hammersmith One"/>
                <a:ea typeface="Hammersmith One"/>
                <a:cs typeface="Hammersmith One"/>
                <a:sym typeface="Hammersmith One"/>
              </a:defRPr>
            </a:lvl4pPr>
            <a:lvl5pPr lvl="4" algn="ctr">
              <a:spcBef>
                <a:spcPts val="0"/>
              </a:spcBef>
              <a:spcAft>
                <a:spcPts val="0"/>
              </a:spcAft>
              <a:buSzPts val="3100"/>
              <a:buFont typeface="Hammersmith One"/>
              <a:buNone/>
              <a:defRPr b="1" sz="3100">
                <a:latin typeface="Hammersmith One"/>
                <a:ea typeface="Hammersmith One"/>
                <a:cs typeface="Hammersmith One"/>
                <a:sym typeface="Hammersmith One"/>
              </a:defRPr>
            </a:lvl5pPr>
            <a:lvl6pPr lvl="5" algn="ctr">
              <a:spcBef>
                <a:spcPts val="0"/>
              </a:spcBef>
              <a:spcAft>
                <a:spcPts val="0"/>
              </a:spcAft>
              <a:buSzPts val="3100"/>
              <a:buFont typeface="Hammersmith One"/>
              <a:buNone/>
              <a:defRPr b="1" sz="3100">
                <a:latin typeface="Hammersmith One"/>
                <a:ea typeface="Hammersmith One"/>
                <a:cs typeface="Hammersmith One"/>
                <a:sym typeface="Hammersmith One"/>
              </a:defRPr>
            </a:lvl6pPr>
            <a:lvl7pPr lvl="6" algn="ctr">
              <a:spcBef>
                <a:spcPts val="0"/>
              </a:spcBef>
              <a:spcAft>
                <a:spcPts val="0"/>
              </a:spcAft>
              <a:buSzPts val="3100"/>
              <a:buFont typeface="Hammersmith One"/>
              <a:buNone/>
              <a:defRPr b="1" sz="3100">
                <a:latin typeface="Hammersmith One"/>
                <a:ea typeface="Hammersmith One"/>
                <a:cs typeface="Hammersmith One"/>
                <a:sym typeface="Hammersmith One"/>
              </a:defRPr>
            </a:lvl7pPr>
            <a:lvl8pPr lvl="7" algn="ctr">
              <a:spcBef>
                <a:spcPts val="0"/>
              </a:spcBef>
              <a:spcAft>
                <a:spcPts val="0"/>
              </a:spcAft>
              <a:buSzPts val="3100"/>
              <a:buFont typeface="Hammersmith One"/>
              <a:buNone/>
              <a:defRPr b="1" sz="3100">
                <a:latin typeface="Hammersmith One"/>
                <a:ea typeface="Hammersmith One"/>
                <a:cs typeface="Hammersmith One"/>
                <a:sym typeface="Hammersmith One"/>
              </a:defRPr>
            </a:lvl8pPr>
            <a:lvl9pPr lvl="8" algn="ctr">
              <a:spcBef>
                <a:spcPts val="0"/>
              </a:spcBef>
              <a:spcAft>
                <a:spcPts val="0"/>
              </a:spcAft>
              <a:buSzPts val="3100"/>
              <a:buFont typeface="Hammersmith One"/>
              <a:buNone/>
              <a:defRPr b="1" sz="3100">
                <a:latin typeface="Hammersmith One"/>
                <a:ea typeface="Hammersmith One"/>
                <a:cs typeface="Hammersmith One"/>
                <a:sym typeface="Hammersmith One"/>
              </a:defRPr>
            </a:lvl9pPr>
          </a:lstStyle>
          <a:p/>
        </p:txBody>
      </p:sp>
      <p:sp>
        <p:nvSpPr>
          <p:cNvPr id="2021" name="Google Shape;2021;p29"/>
          <p:cNvSpPr txBox="1"/>
          <p:nvPr>
            <p:ph idx="1" type="subTitle"/>
          </p:nvPr>
        </p:nvSpPr>
        <p:spPr>
          <a:xfrm>
            <a:off x="1313775" y="2788750"/>
            <a:ext cx="2876700" cy="11142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22" name="Google Shape;2022;p29"/>
          <p:cNvSpPr txBox="1"/>
          <p:nvPr>
            <p:ph idx="2" type="subTitle"/>
          </p:nvPr>
        </p:nvSpPr>
        <p:spPr>
          <a:xfrm>
            <a:off x="1313774" y="2395300"/>
            <a:ext cx="2876700" cy="499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1800">
                <a:solidFill>
                  <a:schemeClr val="accent2"/>
                </a:solidFill>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023" name="Google Shape;2023;p29"/>
          <p:cNvSpPr txBox="1"/>
          <p:nvPr>
            <p:ph idx="3" type="subTitle"/>
          </p:nvPr>
        </p:nvSpPr>
        <p:spPr>
          <a:xfrm>
            <a:off x="4953526" y="2788750"/>
            <a:ext cx="2876700" cy="11142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24" name="Google Shape;2024;p29"/>
          <p:cNvSpPr txBox="1"/>
          <p:nvPr>
            <p:ph idx="4" type="subTitle"/>
          </p:nvPr>
        </p:nvSpPr>
        <p:spPr>
          <a:xfrm>
            <a:off x="4953526" y="2395300"/>
            <a:ext cx="2876700" cy="499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1800">
                <a:solidFill>
                  <a:schemeClr val="accent2"/>
                </a:solidFill>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025" name="Google Shape;2025;p29"/>
          <p:cNvGrpSpPr/>
          <p:nvPr/>
        </p:nvGrpSpPr>
        <p:grpSpPr>
          <a:xfrm>
            <a:off x="-20500" y="4701273"/>
            <a:ext cx="9219895" cy="461615"/>
            <a:chOff x="150" y="4701117"/>
            <a:chExt cx="9144000" cy="461615"/>
          </a:xfrm>
        </p:grpSpPr>
        <p:sp>
          <p:nvSpPr>
            <p:cNvPr id="2026" name="Google Shape;2026;p29"/>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027" name="Google Shape;2027;p29"/>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028" name="Google Shape;2028;p29"/>
          <p:cNvGrpSpPr/>
          <p:nvPr/>
        </p:nvGrpSpPr>
        <p:grpSpPr>
          <a:xfrm>
            <a:off x="364874" y="4788068"/>
            <a:ext cx="8630019" cy="302471"/>
            <a:chOff x="364874" y="4788068"/>
            <a:chExt cx="8630019" cy="302471"/>
          </a:xfrm>
        </p:grpSpPr>
        <p:sp>
          <p:nvSpPr>
            <p:cNvPr id="2029" name="Google Shape;2029;p29"/>
            <p:cNvSpPr/>
            <p:nvPr/>
          </p:nvSpPr>
          <p:spPr>
            <a:xfrm flipH="1">
              <a:off x="1770824" y="47970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030" name="Google Shape;2030;p29"/>
            <p:cNvGrpSpPr/>
            <p:nvPr/>
          </p:nvGrpSpPr>
          <p:grpSpPr>
            <a:xfrm flipH="1">
              <a:off x="364874" y="4831323"/>
              <a:ext cx="428145" cy="215966"/>
              <a:chOff x="4092051" y="3559505"/>
              <a:chExt cx="1306116" cy="658836"/>
            </a:xfrm>
          </p:grpSpPr>
          <p:grpSp>
            <p:nvGrpSpPr>
              <p:cNvPr id="2031" name="Google Shape;2031;p29"/>
              <p:cNvGrpSpPr/>
              <p:nvPr/>
            </p:nvGrpSpPr>
            <p:grpSpPr>
              <a:xfrm>
                <a:off x="4092051" y="3559505"/>
                <a:ext cx="1306116" cy="298886"/>
                <a:chOff x="4092051" y="3559505"/>
                <a:chExt cx="1306116" cy="298886"/>
              </a:xfrm>
            </p:grpSpPr>
            <p:sp>
              <p:nvSpPr>
                <p:cNvPr id="2032" name="Google Shape;2032;p29"/>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3" name="Google Shape;2033;p29"/>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4" name="Google Shape;2034;p29"/>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5" name="Google Shape;2035;p29"/>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6" name="Google Shape;2036;p29"/>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7" name="Google Shape;2037;p29"/>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8" name="Google Shape;2038;p29"/>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39" name="Google Shape;2039;p29"/>
              <p:cNvGrpSpPr/>
              <p:nvPr/>
            </p:nvGrpSpPr>
            <p:grpSpPr>
              <a:xfrm>
                <a:off x="4092051" y="3919455"/>
                <a:ext cx="1306116" cy="298886"/>
                <a:chOff x="4092051" y="3919455"/>
                <a:chExt cx="1306116" cy="298886"/>
              </a:xfrm>
            </p:grpSpPr>
            <p:sp>
              <p:nvSpPr>
                <p:cNvPr id="2040" name="Google Shape;2040;p29"/>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1" name="Google Shape;2041;p29"/>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2" name="Google Shape;2042;p29"/>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3" name="Google Shape;2043;p29"/>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4" name="Google Shape;2044;p29"/>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5" name="Google Shape;2045;p29"/>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6" name="Google Shape;2046;p29"/>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047" name="Google Shape;2047;p29"/>
            <p:cNvGrpSpPr/>
            <p:nvPr/>
          </p:nvGrpSpPr>
          <p:grpSpPr>
            <a:xfrm flipH="1" rot="-5400000">
              <a:off x="941912" y="4789071"/>
              <a:ext cx="212838" cy="322401"/>
              <a:chOff x="5958752" y="3513438"/>
              <a:chExt cx="464103" cy="703011"/>
            </a:xfrm>
          </p:grpSpPr>
          <p:sp>
            <p:nvSpPr>
              <p:cNvPr id="2048" name="Google Shape;2048;p2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9" name="Google Shape;2049;p2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0" name="Google Shape;2050;p2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1" name="Google Shape;2051;p2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052" name="Google Shape;2052;p29"/>
            <p:cNvSpPr/>
            <p:nvPr/>
          </p:nvSpPr>
          <p:spPr>
            <a:xfrm flipH="1">
              <a:off x="1355137" y="4788068"/>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3" name="Google Shape;2053;p29"/>
            <p:cNvSpPr/>
            <p:nvPr/>
          </p:nvSpPr>
          <p:spPr>
            <a:xfrm flipH="1">
              <a:off x="3625699" y="47970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054" name="Google Shape;2054;p29"/>
            <p:cNvGrpSpPr/>
            <p:nvPr/>
          </p:nvGrpSpPr>
          <p:grpSpPr>
            <a:xfrm flipH="1">
              <a:off x="2219749" y="4831323"/>
              <a:ext cx="428145" cy="215966"/>
              <a:chOff x="4092051" y="3559505"/>
              <a:chExt cx="1306116" cy="658836"/>
            </a:xfrm>
          </p:grpSpPr>
          <p:grpSp>
            <p:nvGrpSpPr>
              <p:cNvPr id="2055" name="Google Shape;2055;p29"/>
              <p:cNvGrpSpPr/>
              <p:nvPr/>
            </p:nvGrpSpPr>
            <p:grpSpPr>
              <a:xfrm>
                <a:off x="4092051" y="3559505"/>
                <a:ext cx="1306116" cy="298886"/>
                <a:chOff x="4092051" y="3559505"/>
                <a:chExt cx="1306116" cy="298886"/>
              </a:xfrm>
            </p:grpSpPr>
            <p:sp>
              <p:nvSpPr>
                <p:cNvPr id="2056" name="Google Shape;2056;p29"/>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7" name="Google Shape;2057;p29"/>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8" name="Google Shape;2058;p29"/>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9" name="Google Shape;2059;p29"/>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0" name="Google Shape;2060;p29"/>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1" name="Google Shape;2061;p29"/>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2" name="Google Shape;2062;p29"/>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63" name="Google Shape;2063;p29"/>
              <p:cNvGrpSpPr/>
              <p:nvPr/>
            </p:nvGrpSpPr>
            <p:grpSpPr>
              <a:xfrm>
                <a:off x="4092051" y="3919455"/>
                <a:ext cx="1306116" cy="298886"/>
                <a:chOff x="4092051" y="3919455"/>
                <a:chExt cx="1306116" cy="298886"/>
              </a:xfrm>
            </p:grpSpPr>
            <p:sp>
              <p:nvSpPr>
                <p:cNvPr id="2064" name="Google Shape;2064;p29"/>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5" name="Google Shape;2065;p29"/>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6" name="Google Shape;2066;p29"/>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7" name="Google Shape;2067;p29"/>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8" name="Google Shape;2068;p29"/>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9" name="Google Shape;2069;p29"/>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0" name="Google Shape;2070;p29"/>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071" name="Google Shape;2071;p29"/>
            <p:cNvGrpSpPr/>
            <p:nvPr/>
          </p:nvGrpSpPr>
          <p:grpSpPr>
            <a:xfrm flipH="1" rot="-5400000">
              <a:off x="2796787" y="4789071"/>
              <a:ext cx="212838" cy="322401"/>
              <a:chOff x="5958752" y="3513438"/>
              <a:chExt cx="464103" cy="703011"/>
            </a:xfrm>
          </p:grpSpPr>
          <p:sp>
            <p:nvSpPr>
              <p:cNvPr id="2072" name="Google Shape;2072;p2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3" name="Google Shape;2073;p2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4" name="Google Shape;2074;p2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5" name="Google Shape;2075;p2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076" name="Google Shape;2076;p29"/>
            <p:cNvSpPr/>
            <p:nvPr/>
          </p:nvSpPr>
          <p:spPr>
            <a:xfrm flipH="1">
              <a:off x="3210012" y="4788068"/>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7" name="Google Shape;2077;p29"/>
            <p:cNvSpPr/>
            <p:nvPr/>
          </p:nvSpPr>
          <p:spPr>
            <a:xfrm flipH="1">
              <a:off x="5480574" y="47970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078" name="Google Shape;2078;p29"/>
            <p:cNvGrpSpPr/>
            <p:nvPr/>
          </p:nvGrpSpPr>
          <p:grpSpPr>
            <a:xfrm flipH="1">
              <a:off x="4074624" y="4831323"/>
              <a:ext cx="428145" cy="215966"/>
              <a:chOff x="4092051" y="3559505"/>
              <a:chExt cx="1306116" cy="658836"/>
            </a:xfrm>
          </p:grpSpPr>
          <p:grpSp>
            <p:nvGrpSpPr>
              <p:cNvPr id="2079" name="Google Shape;2079;p29"/>
              <p:cNvGrpSpPr/>
              <p:nvPr/>
            </p:nvGrpSpPr>
            <p:grpSpPr>
              <a:xfrm>
                <a:off x="4092051" y="3559505"/>
                <a:ext cx="1306116" cy="298886"/>
                <a:chOff x="4092051" y="3559505"/>
                <a:chExt cx="1306116" cy="298886"/>
              </a:xfrm>
            </p:grpSpPr>
            <p:sp>
              <p:nvSpPr>
                <p:cNvPr id="2080" name="Google Shape;2080;p29"/>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1" name="Google Shape;2081;p29"/>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2" name="Google Shape;2082;p29"/>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3" name="Google Shape;2083;p29"/>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4" name="Google Shape;2084;p29"/>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5" name="Google Shape;2085;p29"/>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6" name="Google Shape;2086;p29"/>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87" name="Google Shape;2087;p29"/>
              <p:cNvGrpSpPr/>
              <p:nvPr/>
            </p:nvGrpSpPr>
            <p:grpSpPr>
              <a:xfrm>
                <a:off x="4092051" y="3919455"/>
                <a:ext cx="1306116" cy="298886"/>
                <a:chOff x="4092051" y="3919455"/>
                <a:chExt cx="1306116" cy="298886"/>
              </a:xfrm>
            </p:grpSpPr>
            <p:sp>
              <p:nvSpPr>
                <p:cNvPr id="2088" name="Google Shape;2088;p29"/>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9" name="Google Shape;2089;p29"/>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0" name="Google Shape;2090;p29"/>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1" name="Google Shape;2091;p29"/>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2" name="Google Shape;2092;p29"/>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3" name="Google Shape;2093;p29"/>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4" name="Google Shape;2094;p29"/>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095" name="Google Shape;2095;p29"/>
            <p:cNvGrpSpPr/>
            <p:nvPr/>
          </p:nvGrpSpPr>
          <p:grpSpPr>
            <a:xfrm flipH="1" rot="-5400000">
              <a:off x="4651662" y="4789071"/>
              <a:ext cx="212838" cy="322401"/>
              <a:chOff x="5958752" y="3513438"/>
              <a:chExt cx="464103" cy="703011"/>
            </a:xfrm>
          </p:grpSpPr>
          <p:sp>
            <p:nvSpPr>
              <p:cNvPr id="2096" name="Google Shape;2096;p2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7" name="Google Shape;2097;p2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8" name="Google Shape;2098;p2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9" name="Google Shape;2099;p2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100" name="Google Shape;2100;p29"/>
            <p:cNvSpPr/>
            <p:nvPr/>
          </p:nvSpPr>
          <p:spPr>
            <a:xfrm flipH="1">
              <a:off x="5064887" y="4788068"/>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1" name="Google Shape;2101;p29"/>
            <p:cNvSpPr/>
            <p:nvPr/>
          </p:nvSpPr>
          <p:spPr>
            <a:xfrm flipH="1">
              <a:off x="7335449" y="47970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102" name="Google Shape;2102;p29"/>
            <p:cNvGrpSpPr/>
            <p:nvPr/>
          </p:nvGrpSpPr>
          <p:grpSpPr>
            <a:xfrm flipH="1">
              <a:off x="5929499" y="4831323"/>
              <a:ext cx="428145" cy="215966"/>
              <a:chOff x="4092051" y="3559505"/>
              <a:chExt cx="1306116" cy="658836"/>
            </a:xfrm>
          </p:grpSpPr>
          <p:grpSp>
            <p:nvGrpSpPr>
              <p:cNvPr id="2103" name="Google Shape;2103;p29"/>
              <p:cNvGrpSpPr/>
              <p:nvPr/>
            </p:nvGrpSpPr>
            <p:grpSpPr>
              <a:xfrm>
                <a:off x="4092051" y="3559505"/>
                <a:ext cx="1306116" cy="298886"/>
                <a:chOff x="4092051" y="3559505"/>
                <a:chExt cx="1306116" cy="298886"/>
              </a:xfrm>
            </p:grpSpPr>
            <p:sp>
              <p:nvSpPr>
                <p:cNvPr id="2104" name="Google Shape;2104;p29"/>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5" name="Google Shape;2105;p29"/>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6" name="Google Shape;2106;p29"/>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7" name="Google Shape;2107;p29"/>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8" name="Google Shape;2108;p29"/>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9" name="Google Shape;2109;p29"/>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0" name="Google Shape;2110;p29"/>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11" name="Google Shape;2111;p29"/>
              <p:cNvGrpSpPr/>
              <p:nvPr/>
            </p:nvGrpSpPr>
            <p:grpSpPr>
              <a:xfrm>
                <a:off x="4092051" y="3919455"/>
                <a:ext cx="1306116" cy="298886"/>
                <a:chOff x="4092051" y="3919455"/>
                <a:chExt cx="1306116" cy="298886"/>
              </a:xfrm>
            </p:grpSpPr>
            <p:sp>
              <p:nvSpPr>
                <p:cNvPr id="2112" name="Google Shape;2112;p29"/>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3" name="Google Shape;2113;p29"/>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4" name="Google Shape;2114;p29"/>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5" name="Google Shape;2115;p29"/>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6" name="Google Shape;2116;p29"/>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7" name="Google Shape;2117;p29"/>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8" name="Google Shape;2118;p29"/>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119" name="Google Shape;2119;p29"/>
            <p:cNvGrpSpPr/>
            <p:nvPr/>
          </p:nvGrpSpPr>
          <p:grpSpPr>
            <a:xfrm flipH="1" rot="-5400000">
              <a:off x="6506537" y="4789071"/>
              <a:ext cx="212838" cy="322401"/>
              <a:chOff x="5958752" y="3513438"/>
              <a:chExt cx="464103" cy="703011"/>
            </a:xfrm>
          </p:grpSpPr>
          <p:sp>
            <p:nvSpPr>
              <p:cNvPr id="2120" name="Google Shape;2120;p2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1" name="Google Shape;2121;p2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2" name="Google Shape;2122;p2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3" name="Google Shape;2123;p2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124" name="Google Shape;2124;p29"/>
            <p:cNvSpPr/>
            <p:nvPr/>
          </p:nvSpPr>
          <p:spPr>
            <a:xfrm flipH="1">
              <a:off x="6919762" y="4788068"/>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125" name="Google Shape;2125;p29"/>
            <p:cNvGrpSpPr/>
            <p:nvPr/>
          </p:nvGrpSpPr>
          <p:grpSpPr>
            <a:xfrm flipH="1">
              <a:off x="7734549" y="4831323"/>
              <a:ext cx="428145" cy="215966"/>
              <a:chOff x="4092051" y="3559505"/>
              <a:chExt cx="1306116" cy="658836"/>
            </a:xfrm>
          </p:grpSpPr>
          <p:grpSp>
            <p:nvGrpSpPr>
              <p:cNvPr id="2126" name="Google Shape;2126;p29"/>
              <p:cNvGrpSpPr/>
              <p:nvPr/>
            </p:nvGrpSpPr>
            <p:grpSpPr>
              <a:xfrm>
                <a:off x="4092051" y="3559505"/>
                <a:ext cx="1306116" cy="298886"/>
                <a:chOff x="4092051" y="3559505"/>
                <a:chExt cx="1306116" cy="298886"/>
              </a:xfrm>
            </p:grpSpPr>
            <p:sp>
              <p:nvSpPr>
                <p:cNvPr id="2127" name="Google Shape;2127;p29"/>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8" name="Google Shape;2128;p29"/>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9" name="Google Shape;2129;p29"/>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0" name="Google Shape;2130;p29"/>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1" name="Google Shape;2131;p29"/>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2" name="Google Shape;2132;p29"/>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3" name="Google Shape;2133;p29"/>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34" name="Google Shape;2134;p29"/>
              <p:cNvGrpSpPr/>
              <p:nvPr/>
            </p:nvGrpSpPr>
            <p:grpSpPr>
              <a:xfrm>
                <a:off x="4092051" y="3919455"/>
                <a:ext cx="1306116" cy="298886"/>
                <a:chOff x="4092051" y="3919455"/>
                <a:chExt cx="1306116" cy="298886"/>
              </a:xfrm>
            </p:grpSpPr>
            <p:sp>
              <p:nvSpPr>
                <p:cNvPr id="2135" name="Google Shape;2135;p29"/>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6" name="Google Shape;2136;p29"/>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7" name="Google Shape;2137;p29"/>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8" name="Google Shape;2138;p29"/>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9" name="Google Shape;2139;p29"/>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0" name="Google Shape;2140;p29"/>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1" name="Google Shape;2141;p29"/>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142" name="Google Shape;2142;p29"/>
            <p:cNvGrpSpPr/>
            <p:nvPr/>
          </p:nvGrpSpPr>
          <p:grpSpPr>
            <a:xfrm flipH="1" rot="-5400000">
              <a:off x="8311587" y="4789071"/>
              <a:ext cx="212838" cy="322401"/>
              <a:chOff x="5958752" y="3513438"/>
              <a:chExt cx="464103" cy="703011"/>
            </a:xfrm>
          </p:grpSpPr>
          <p:sp>
            <p:nvSpPr>
              <p:cNvPr id="2143" name="Google Shape;2143;p29"/>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4" name="Google Shape;2144;p29"/>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5" name="Google Shape;2145;p29"/>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6" name="Google Shape;2146;p29"/>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147" name="Google Shape;2147;p29"/>
            <p:cNvSpPr/>
            <p:nvPr/>
          </p:nvSpPr>
          <p:spPr>
            <a:xfrm flipH="1">
              <a:off x="8724812" y="4788068"/>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ONE_COLUMN_TEXT_1">
    <p:spTree>
      <p:nvGrpSpPr>
        <p:cNvPr id="2148" name="Shape 2148"/>
        <p:cNvGrpSpPr/>
        <p:nvPr/>
      </p:nvGrpSpPr>
      <p:grpSpPr>
        <a:xfrm>
          <a:off x="0" y="0"/>
          <a:ext cx="0" cy="0"/>
          <a:chOff x="0" y="0"/>
          <a:chExt cx="0" cy="0"/>
        </a:xfrm>
      </p:grpSpPr>
      <p:sp>
        <p:nvSpPr>
          <p:cNvPr id="2149" name="Google Shape;2149;p30"/>
          <p:cNvSpPr txBox="1"/>
          <p:nvPr>
            <p:ph idx="1" type="subTitle"/>
          </p:nvPr>
        </p:nvSpPr>
        <p:spPr>
          <a:xfrm>
            <a:off x="4868075" y="1920750"/>
            <a:ext cx="3555900" cy="19065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50" name="Google Shape;2150;p30"/>
          <p:cNvSpPr txBox="1"/>
          <p:nvPr>
            <p:ph idx="2" type="subTitle"/>
          </p:nvPr>
        </p:nvSpPr>
        <p:spPr>
          <a:xfrm>
            <a:off x="720025" y="1920750"/>
            <a:ext cx="3555900" cy="19065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51" name="Google Shape;2151;p30"/>
          <p:cNvSpPr txBox="1"/>
          <p:nvPr>
            <p:ph type="title"/>
          </p:nvPr>
        </p:nvSpPr>
        <p:spPr>
          <a:xfrm>
            <a:off x="713225"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SzPts val="3100"/>
              <a:buFont typeface="Hammersmith One"/>
              <a:buNone/>
              <a:defRPr b="1" sz="3100">
                <a:latin typeface="Hammersmith One"/>
                <a:ea typeface="Hammersmith One"/>
                <a:cs typeface="Hammersmith One"/>
                <a:sym typeface="Hammersmith One"/>
              </a:defRPr>
            </a:lvl2pPr>
            <a:lvl3pPr lvl="2" algn="ctr">
              <a:spcBef>
                <a:spcPts val="0"/>
              </a:spcBef>
              <a:spcAft>
                <a:spcPts val="0"/>
              </a:spcAft>
              <a:buSzPts val="3100"/>
              <a:buFont typeface="Hammersmith One"/>
              <a:buNone/>
              <a:defRPr b="1" sz="3100">
                <a:latin typeface="Hammersmith One"/>
                <a:ea typeface="Hammersmith One"/>
                <a:cs typeface="Hammersmith One"/>
                <a:sym typeface="Hammersmith One"/>
              </a:defRPr>
            </a:lvl3pPr>
            <a:lvl4pPr lvl="3" algn="ctr">
              <a:spcBef>
                <a:spcPts val="0"/>
              </a:spcBef>
              <a:spcAft>
                <a:spcPts val="0"/>
              </a:spcAft>
              <a:buSzPts val="3100"/>
              <a:buFont typeface="Hammersmith One"/>
              <a:buNone/>
              <a:defRPr b="1" sz="3100">
                <a:latin typeface="Hammersmith One"/>
                <a:ea typeface="Hammersmith One"/>
                <a:cs typeface="Hammersmith One"/>
                <a:sym typeface="Hammersmith One"/>
              </a:defRPr>
            </a:lvl4pPr>
            <a:lvl5pPr lvl="4" algn="ctr">
              <a:spcBef>
                <a:spcPts val="0"/>
              </a:spcBef>
              <a:spcAft>
                <a:spcPts val="0"/>
              </a:spcAft>
              <a:buSzPts val="3100"/>
              <a:buFont typeface="Hammersmith One"/>
              <a:buNone/>
              <a:defRPr b="1" sz="3100">
                <a:latin typeface="Hammersmith One"/>
                <a:ea typeface="Hammersmith One"/>
                <a:cs typeface="Hammersmith One"/>
                <a:sym typeface="Hammersmith One"/>
              </a:defRPr>
            </a:lvl5pPr>
            <a:lvl6pPr lvl="5" algn="ctr">
              <a:spcBef>
                <a:spcPts val="0"/>
              </a:spcBef>
              <a:spcAft>
                <a:spcPts val="0"/>
              </a:spcAft>
              <a:buSzPts val="3100"/>
              <a:buFont typeface="Hammersmith One"/>
              <a:buNone/>
              <a:defRPr b="1" sz="3100">
                <a:latin typeface="Hammersmith One"/>
                <a:ea typeface="Hammersmith One"/>
                <a:cs typeface="Hammersmith One"/>
                <a:sym typeface="Hammersmith One"/>
              </a:defRPr>
            </a:lvl6pPr>
            <a:lvl7pPr lvl="6" algn="ctr">
              <a:spcBef>
                <a:spcPts val="0"/>
              </a:spcBef>
              <a:spcAft>
                <a:spcPts val="0"/>
              </a:spcAft>
              <a:buSzPts val="3100"/>
              <a:buFont typeface="Hammersmith One"/>
              <a:buNone/>
              <a:defRPr b="1" sz="3100">
                <a:latin typeface="Hammersmith One"/>
                <a:ea typeface="Hammersmith One"/>
                <a:cs typeface="Hammersmith One"/>
                <a:sym typeface="Hammersmith One"/>
              </a:defRPr>
            </a:lvl7pPr>
            <a:lvl8pPr lvl="7" algn="ctr">
              <a:spcBef>
                <a:spcPts val="0"/>
              </a:spcBef>
              <a:spcAft>
                <a:spcPts val="0"/>
              </a:spcAft>
              <a:buSzPts val="3100"/>
              <a:buFont typeface="Hammersmith One"/>
              <a:buNone/>
              <a:defRPr b="1" sz="3100">
                <a:latin typeface="Hammersmith One"/>
                <a:ea typeface="Hammersmith One"/>
                <a:cs typeface="Hammersmith One"/>
                <a:sym typeface="Hammersmith One"/>
              </a:defRPr>
            </a:lvl8pPr>
            <a:lvl9pPr lvl="8" algn="ctr">
              <a:spcBef>
                <a:spcPts val="0"/>
              </a:spcBef>
              <a:spcAft>
                <a:spcPts val="0"/>
              </a:spcAft>
              <a:buSzPts val="3100"/>
              <a:buFont typeface="Hammersmith One"/>
              <a:buNone/>
              <a:defRPr b="1" sz="3100">
                <a:latin typeface="Hammersmith One"/>
                <a:ea typeface="Hammersmith One"/>
                <a:cs typeface="Hammersmith One"/>
                <a:sym typeface="Hammersmith One"/>
              </a:defRPr>
            </a:lvl9pPr>
          </a:lstStyle>
          <a:p/>
        </p:txBody>
      </p:sp>
      <p:grpSp>
        <p:nvGrpSpPr>
          <p:cNvPr id="2152" name="Google Shape;2152;p30"/>
          <p:cNvGrpSpPr/>
          <p:nvPr/>
        </p:nvGrpSpPr>
        <p:grpSpPr>
          <a:xfrm>
            <a:off x="-20500" y="4701273"/>
            <a:ext cx="9219895" cy="461615"/>
            <a:chOff x="150" y="4701117"/>
            <a:chExt cx="9144000" cy="461615"/>
          </a:xfrm>
        </p:grpSpPr>
        <p:sp>
          <p:nvSpPr>
            <p:cNvPr id="2153" name="Google Shape;2153;p30"/>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154" name="Google Shape;2154;p30"/>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155" name="Google Shape;2155;p30"/>
          <p:cNvGrpSpPr/>
          <p:nvPr/>
        </p:nvGrpSpPr>
        <p:grpSpPr>
          <a:xfrm>
            <a:off x="261287" y="4801753"/>
            <a:ext cx="8778933" cy="295339"/>
            <a:chOff x="261287" y="4801753"/>
            <a:chExt cx="8778933" cy="295339"/>
          </a:xfrm>
        </p:grpSpPr>
        <p:grpSp>
          <p:nvGrpSpPr>
            <p:cNvPr id="2156" name="Google Shape;2156;p30"/>
            <p:cNvGrpSpPr/>
            <p:nvPr/>
          </p:nvGrpSpPr>
          <p:grpSpPr>
            <a:xfrm flipH="1">
              <a:off x="8741544" y="4801753"/>
              <a:ext cx="298676" cy="295339"/>
              <a:chOff x="10240740" y="2106170"/>
              <a:chExt cx="751954" cy="743552"/>
            </a:xfrm>
          </p:grpSpPr>
          <p:sp>
            <p:nvSpPr>
              <p:cNvPr id="2157" name="Google Shape;2157;p30"/>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8" name="Google Shape;2158;p30"/>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9" name="Google Shape;2159;p30"/>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0" name="Google Shape;2160;p30"/>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1" name="Google Shape;2161;p30"/>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2" name="Google Shape;2162;p30"/>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163" name="Google Shape;2163;p30"/>
            <p:cNvSpPr/>
            <p:nvPr/>
          </p:nvSpPr>
          <p:spPr>
            <a:xfrm flipH="1">
              <a:off x="8296892"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4" name="Google Shape;2164;p30"/>
            <p:cNvSpPr/>
            <p:nvPr/>
          </p:nvSpPr>
          <p:spPr>
            <a:xfrm flipH="1">
              <a:off x="7897781"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165" name="Google Shape;2165;p30"/>
            <p:cNvGrpSpPr/>
            <p:nvPr/>
          </p:nvGrpSpPr>
          <p:grpSpPr>
            <a:xfrm flipH="1" rot="-5400000">
              <a:off x="7484569" y="4799196"/>
              <a:ext cx="212838" cy="322401"/>
              <a:chOff x="5958752" y="3513438"/>
              <a:chExt cx="464103" cy="703011"/>
            </a:xfrm>
          </p:grpSpPr>
          <p:sp>
            <p:nvSpPr>
              <p:cNvPr id="2166" name="Google Shape;2166;p30"/>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7" name="Google Shape;2167;p30"/>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8" name="Google Shape;2168;p30"/>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9" name="Google Shape;2169;p30"/>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70" name="Google Shape;2170;p30"/>
            <p:cNvGrpSpPr/>
            <p:nvPr/>
          </p:nvGrpSpPr>
          <p:grpSpPr>
            <a:xfrm flipH="1">
              <a:off x="6949419" y="4801753"/>
              <a:ext cx="298676" cy="295339"/>
              <a:chOff x="10240740" y="2106170"/>
              <a:chExt cx="751954" cy="743552"/>
            </a:xfrm>
          </p:grpSpPr>
          <p:sp>
            <p:nvSpPr>
              <p:cNvPr id="2171" name="Google Shape;2171;p30"/>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2" name="Google Shape;2172;p30"/>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3" name="Google Shape;2173;p30"/>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4" name="Google Shape;2174;p30"/>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5" name="Google Shape;2175;p30"/>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6" name="Google Shape;2176;p30"/>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177" name="Google Shape;2177;p30"/>
            <p:cNvSpPr/>
            <p:nvPr/>
          </p:nvSpPr>
          <p:spPr>
            <a:xfrm flipH="1">
              <a:off x="6504767"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8" name="Google Shape;2178;p30"/>
            <p:cNvSpPr/>
            <p:nvPr/>
          </p:nvSpPr>
          <p:spPr>
            <a:xfrm flipH="1">
              <a:off x="6105656"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179" name="Google Shape;2179;p30"/>
            <p:cNvGrpSpPr/>
            <p:nvPr/>
          </p:nvGrpSpPr>
          <p:grpSpPr>
            <a:xfrm flipH="1" rot="-5400000">
              <a:off x="5692444" y="4799196"/>
              <a:ext cx="212838" cy="322401"/>
              <a:chOff x="5958752" y="3513438"/>
              <a:chExt cx="464103" cy="703011"/>
            </a:xfrm>
          </p:grpSpPr>
          <p:sp>
            <p:nvSpPr>
              <p:cNvPr id="2180" name="Google Shape;2180;p30"/>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1" name="Google Shape;2181;p30"/>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2" name="Google Shape;2182;p30"/>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3" name="Google Shape;2183;p30"/>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84" name="Google Shape;2184;p30"/>
            <p:cNvGrpSpPr/>
            <p:nvPr/>
          </p:nvGrpSpPr>
          <p:grpSpPr>
            <a:xfrm flipH="1">
              <a:off x="5157294" y="4801753"/>
              <a:ext cx="298676" cy="295339"/>
              <a:chOff x="10240740" y="2106170"/>
              <a:chExt cx="751954" cy="743552"/>
            </a:xfrm>
          </p:grpSpPr>
          <p:sp>
            <p:nvSpPr>
              <p:cNvPr id="2185" name="Google Shape;2185;p30"/>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6" name="Google Shape;2186;p30"/>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7" name="Google Shape;2187;p30"/>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8" name="Google Shape;2188;p30"/>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9" name="Google Shape;2189;p30"/>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0" name="Google Shape;2190;p30"/>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191" name="Google Shape;2191;p30"/>
            <p:cNvSpPr/>
            <p:nvPr/>
          </p:nvSpPr>
          <p:spPr>
            <a:xfrm flipH="1">
              <a:off x="4712642"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2" name="Google Shape;2192;p30"/>
            <p:cNvSpPr/>
            <p:nvPr/>
          </p:nvSpPr>
          <p:spPr>
            <a:xfrm flipH="1">
              <a:off x="4313531"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193" name="Google Shape;2193;p30"/>
            <p:cNvGrpSpPr/>
            <p:nvPr/>
          </p:nvGrpSpPr>
          <p:grpSpPr>
            <a:xfrm flipH="1" rot="-5400000">
              <a:off x="3900319" y="4799196"/>
              <a:ext cx="212838" cy="322401"/>
              <a:chOff x="5958752" y="3513438"/>
              <a:chExt cx="464103" cy="703011"/>
            </a:xfrm>
          </p:grpSpPr>
          <p:sp>
            <p:nvSpPr>
              <p:cNvPr id="2194" name="Google Shape;2194;p30"/>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5" name="Google Shape;2195;p30"/>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6" name="Google Shape;2196;p30"/>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7" name="Google Shape;2197;p30"/>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98" name="Google Shape;2198;p30"/>
            <p:cNvGrpSpPr/>
            <p:nvPr/>
          </p:nvGrpSpPr>
          <p:grpSpPr>
            <a:xfrm flipH="1">
              <a:off x="3365169" y="4801753"/>
              <a:ext cx="298676" cy="295339"/>
              <a:chOff x="10240740" y="2106170"/>
              <a:chExt cx="751954" cy="743552"/>
            </a:xfrm>
          </p:grpSpPr>
          <p:sp>
            <p:nvSpPr>
              <p:cNvPr id="2199" name="Google Shape;2199;p30"/>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0" name="Google Shape;2200;p30"/>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1" name="Google Shape;2201;p30"/>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2" name="Google Shape;2202;p30"/>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3" name="Google Shape;2203;p30"/>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4" name="Google Shape;2204;p30"/>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205" name="Google Shape;2205;p30"/>
            <p:cNvSpPr/>
            <p:nvPr/>
          </p:nvSpPr>
          <p:spPr>
            <a:xfrm flipH="1">
              <a:off x="2920517"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6" name="Google Shape;2206;p30"/>
            <p:cNvSpPr/>
            <p:nvPr/>
          </p:nvSpPr>
          <p:spPr>
            <a:xfrm flipH="1">
              <a:off x="2521406"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207" name="Google Shape;2207;p30"/>
            <p:cNvGrpSpPr/>
            <p:nvPr/>
          </p:nvGrpSpPr>
          <p:grpSpPr>
            <a:xfrm flipH="1" rot="-5400000">
              <a:off x="2108194" y="4799196"/>
              <a:ext cx="212838" cy="322401"/>
              <a:chOff x="5958752" y="3513438"/>
              <a:chExt cx="464103" cy="703011"/>
            </a:xfrm>
          </p:grpSpPr>
          <p:sp>
            <p:nvSpPr>
              <p:cNvPr id="2208" name="Google Shape;2208;p30"/>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9" name="Google Shape;2209;p30"/>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0" name="Google Shape;2210;p30"/>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1" name="Google Shape;2211;p30"/>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12" name="Google Shape;2212;p30"/>
            <p:cNvGrpSpPr/>
            <p:nvPr/>
          </p:nvGrpSpPr>
          <p:grpSpPr>
            <a:xfrm flipH="1">
              <a:off x="1573044" y="4801753"/>
              <a:ext cx="298676" cy="295339"/>
              <a:chOff x="10240740" y="2106170"/>
              <a:chExt cx="751954" cy="743552"/>
            </a:xfrm>
          </p:grpSpPr>
          <p:sp>
            <p:nvSpPr>
              <p:cNvPr id="2213" name="Google Shape;2213;p30"/>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4" name="Google Shape;2214;p30"/>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5" name="Google Shape;2215;p30"/>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6" name="Google Shape;2216;p30"/>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7" name="Google Shape;2217;p30"/>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8" name="Google Shape;2218;p30"/>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219" name="Google Shape;2219;p30"/>
            <p:cNvSpPr/>
            <p:nvPr/>
          </p:nvSpPr>
          <p:spPr>
            <a:xfrm flipH="1">
              <a:off x="1128392"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0" name="Google Shape;2220;p30"/>
            <p:cNvSpPr/>
            <p:nvPr/>
          </p:nvSpPr>
          <p:spPr>
            <a:xfrm flipH="1">
              <a:off x="729281"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221" name="Google Shape;2221;p30"/>
            <p:cNvGrpSpPr/>
            <p:nvPr/>
          </p:nvGrpSpPr>
          <p:grpSpPr>
            <a:xfrm flipH="1" rot="-5400000">
              <a:off x="316069" y="4799196"/>
              <a:ext cx="212838" cy="322401"/>
              <a:chOff x="5958752" y="3513438"/>
              <a:chExt cx="464103" cy="703011"/>
            </a:xfrm>
          </p:grpSpPr>
          <p:sp>
            <p:nvSpPr>
              <p:cNvPr id="2222" name="Google Shape;2222;p30"/>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3" name="Google Shape;2223;p30"/>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4" name="Google Shape;2224;p30"/>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5" name="Google Shape;2225;p30"/>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10">
    <p:spTree>
      <p:nvGrpSpPr>
        <p:cNvPr id="2226" name="Shape 2226"/>
        <p:cNvGrpSpPr/>
        <p:nvPr/>
      </p:nvGrpSpPr>
      <p:grpSpPr>
        <a:xfrm>
          <a:off x="0" y="0"/>
          <a:ext cx="0" cy="0"/>
          <a:chOff x="0" y="0"/>
          <a:chExt cx="0" cy="0"/>
        </a:xfrm>
      </p:grpSpPr>
      <p:sp>
        <p:nvSpPr>
          <p:cNvPr id="2227" name="Google Shape;2227;p31"/>
          <p:cNvSpPr txBox="1"/>
          <p:nvPr>
            <p:ph idx="1" type="body"/>
          </p:nvPr>
        </p:nvSpPr>
        <p:spPr>
          <a:xfrm>
            <a:off x="720000" y="1321350"/>
            <a:ext cx="3817800" cy="30426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1"/>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
        <p:nvSpPr>
          <p:cNvPr id="2228" name="Google Shape;2228;p31"/>
          <p:cNvSpPr txBox="1"/>
          <p:nvPr>
            <p:ph type="title"/>
          </p:nvPr>
        </p:nvSpPr>
        <p:spPr>
          <a:xfrm>
            <a:off x="713225"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SzPts val="3100"/>
              <a:buFont typeface="Hammersmith One"/>
              <a:buNone/>
              <a:defRPr b="1" sz="3100">
                <a:latin typeface="Hammersmith One"/>
                <a:ea typeface="Hammersmith One"/>
                <a:cs typeface="Hammersmith One"/>
                <a:sym typeface="Hammersmith One"/>
              </a:defRPr>
            </a:lvl2pPr>
            <a:lvl3pPr lvl="2" algn="ctr">
              <a:spcBef>
                <a:spcPts val="0"/>
              </a:spcBef>
              <a:spcAft>
                <a:spcPts val="0"/>
              </a:spcAft>
              <a:buSzPts val="3100"/>
              <a:buFont typeface="Hammersmith One"/>
              <a:buNone/>
              <a:defRPr b="1" sz="3100">
                <a:latin typeface="Hammersmith One"/>
                <a:ea typeface="Hammersmith One"/>
                <a:cs typeface="Hammersmith One"/>
                <a:sym typeface="Hammersmith One"/>
              </a:defRPr>
            </a:lvl3pPr>
            <a:lvl4pPr lvl="3" algn="ctr">
              <a:spcBef>
                <a:spcPts val="0"/>
              </a:spcBef>
              <a:spcAft>
                <a:spcPts val="0"/>
              </a:spcAft>
              <a:buSzPts val="3100"/>
              <a:buFont typeface="Hammersmith One"/>
              <a:buNone/>
              <a:defRPr b="1" sz="3100">
                <a:latin typeface="Hammersmith One"/>
                <a:ea typeface="Hammersmith One"/>
                <a:cs typeface="Hammersmith One"/>
                <a:sym typeface="Hammersmith One"/>
              </a:defRPr>
            </a:lvl4pPr>
            <a:lvl5pPr lvl="4" algn="ctr">
              <a:spcBef>
                <a:spcPts val="0"/>
              </a:spcBef>
              <a:spcAft>
                <a:spcPts val="0"/>
              </a:spcAft>
              <a:buSzPts val="3100"/>
              <a:buFont typeface="Hammersmith One"/>
              <a:buNone/>
              <a:defRPr b="1" sz="3100">
                <a:latin typeface="Hammersmith One"/>
                <a:ea typeface="Hammersmith One"/>
                <a:cs typeface="Hammersmith One"/>
                <a:sym typeface="Hammersmith One"/>
              </a:defRPr>
            </a:lvl5pPr>
            <a:lvl6pPr lvl="5" algn="ctr">
              <a:spcBef>
                <a:spcPts val="0"/>
              </a:spcBef>
              <a:spcAft>
                <a:spcPts val="0"/>
              </a:spcAft>
              <a:buSzPts val="3100"/>
              <a:buFont typeface="Hammersmith One"/>
              <a:buNone/>
              <a:defRPr b="1" sz="3100">
                <a:latin typeface="Hammersmith One"/>
                <a:ea typeface="Hammersmith One"/>
                <a:cs typeface="Hammersmith One"/>
                <a:sym typeface="Hammersmith One"/>
              </a:defRPr>
            </a:lvl6pPr>
            <a:lvl7pPr lvl="6" algn="ctr">
              <a:spcBef>
                <a:spcPts val="0"/>
              </a:spcBef>
              <a:spcAft>
                <a:spcPts val="0"/>
              </a:spcAft>
              <a:buSzPts val="3100"/>
              <a:buFont typeface="Hammersmith One"/>
              <a:buNone/>
              <a:defRPr b="1" sz="3100">
                <a:latin typeface="Hammersmith One"/>
                <a:ea typeface="Hammersmith One"/>
                <a:cs typeface="Hammersmith One"/>
                <a:sym typeface="Hammersmith One"/>
              </a:defRPr>
            </a:lvl7pPr>
            <a:lvl8pPr lvl="7" algn="ctr">
              <a:spcBef>
                <a:spcPts val="0"/>
              </a:spcBef>
              <a:spcAft>
                <a:spcPts val="0"/>
              </a:spcAft>
              <a:buSzPts val="3100"/>
              <a:buFont typeface="Hammersmith One"/>
              <a:buNone/>
              <a:defRPr b="1" sz="3100">
                <a:latin typeface="Hammersmith One"/>
                <a:ea typeface="Hammersmith One"/>
                <a:cs typeface="Hammersmith One"/>
                <a:sym typeface="Hammersmith One"/>
              </a:defRPr>
            </a:lvl8pPr>
            <a:lvl9pPr lvl="8" algn="ctr">
              <a:spcBef>
                <a:spcPts val="0"/>
              </a:spcBef>
              <a:spcAft>
                <a:spcPts val="0"/>
              </a:spcAft>
              <a:buSzPts val="3100"/>
              <a:buFont typeface="Hammersmith One"/>
              <a:buNone/>
              <a:defRPr b="1" sz="3100">
                <a:latin typeface="Hammersmith One"/>
                <a:ea typeface="Hammersmith One"/>
                <a:cs typeface="Hammersmith One"/>
                <a:sym typeface="Hammersmith One"/>
              </a:defRPr>
            </a:lvl9pPr>
          </a:lstStyle>
          <a:p/>
        </p:txBody>
      </p:sp>
      <p:sp>
        <p:nvSpPr>
          <p:cNvPr id="2229" name="Google Shape;2229;p31"/>
          <p:cNvSpPr txBox="1"/>
          <p:nvPr>
            <p:ph idx="2" type="body"/>
          </p:nvPr>
        </p:nvSpPr>
        <p:spPr>
          <a:xfrm>
            <a:off x="4619750" y="1321350"/>
            <a:ext cx="3817800" cy="30426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1"/>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grpSp>
        <p:nvGrpSpPr>
          <p:cNvPr id="2230" name="Google Shape;2230;p31"/>
          <p:cNvGrpSpPr/>
          <p:nvPr/>
        </p:nvGrpSpPr>
        <p:grpSpPr>
          <a:xfrm>
            <a:off x="-20500" y="4701273"/>
            <a:ext cx="9219895" cy="461615"/>
            <a:chOff x="150" y="4701117"/>
            <a:chExt cx="9144000" cy="461615"/>
          </a:xfrm>
        </p:grpSpPr>
        <p:sp>
          <p:nvSpPr>
            <p:cNvPr id="2231" name="Google Shape;2231;p31"/>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232" name="Google Shape;2232;p31"/>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233" name="Google Shape;2233;p31"/>
          <p:cNvGrpSpPr/>
          <p:nvPr/>
        </p:nvGrpSpPr>
        <p:grpSpPr>
          <a:xfrm>
            <a:off x="308008" y="4809856"/>
            <a:ext cx="8527984" cy="272350"/>
            <a:chOff x="308008" y="4809856"/>
            <a:chExt cx="8527984" cy="272350"/>
          </a:xfrm>
        </p:grpSpPr>
        <p:grpSp>
          <p:nvGrpSpPr>
            <p:cNvPr id="2234" name="Google Shape;2234;p31"/>
            <p:cNvGrpSpPr/>
            <p:nvPr/>
          </p:nvGrpSpPr>
          <p:grpSpPr>
            <a:xfrm>
              <a:off x="1927618" y="4829429"/>
              <a:ext cx="344874" cy="246093"/>
              <a:chOff x="2509616" y="1928763"/>
              <a:chExt cx="1327970" cy="947605"/>
            </a:xfrm>
          </p:grpSpPr>
          <p:sp>
            <p:nvSpPr>
              <p:cNvPr id="2235" name="Google Shape;2235;p31"/>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6" name="Google Shape;2236;p31"/>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7" name="Google Shape;2237;p31"/>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8" name="Google Shape;2238;p31"/>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9" name="Google Shape;2239;p31"/>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0" name="Google Shape;2240;p31"/>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1" name="Google Shape;2241;p31"/>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2" name="Google Shape;2242;p31"/>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3" name="Google Shape;2243;p31"/>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4" name="Google Shape;2244;p31"/>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5" name="Google Shape;2245;p31"/>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6" name="Google Shape;2246;p31"/>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7" name="Google Shape;2247;p31"/>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48" name="Google Shape;2248;p31"/>
            <p:cNvGrpSpPr/>
            <p:nvPr/>
          </p:nvGrpSpPr>
          <p:grpSpPr>
            <a:xfrm rot="5400000">
              <a:off x="1450161" y="4803123"/>
              <a:ext cx="235464" cy="298700"/>
              <a:chOff x="4443093" y="1867585"/>
              <a:chExt cx="726740" cy="921628"/>
            </a:xfrm>
          </p:grpSpPr>
          <p:sp>
            <p:nvSpPr>
              <p:cNvPr id="2249" name="Google Shape;2249;p31"/>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0" name="Google Shape;2250;p31"/>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251" name="Google Shape;2251;p31"/>
            <p:cNvSpPr/>
            <p:nvPr/>
          </p:nvSpPr>
          <p:spPr>
            <a:xfrm>
              <a:off x="308008" y="48098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252" name="Google Shape;2252;p31"/>
            <p:cNvGrpSpPr/>
            <p:nvPr/>
          </p:nvGrpSpPr>
          <p:grpSpPr>
            <a:xfrm rot="5400000">
              <a:off x="2632692" y="4758710"/>
              <a:ext cx="65949" cy="365580"/>
              <a:chOff x="7486891" y="2067545"/>
              <a:chExt cx="143805" cy="797165"/>
            </a:xfrm>
          </p:grpSpPr>
          <p:sp>
            <p:nvSpPr>
              <p:cNvPr id="2253" name="Google Shape;2253;p31"/>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4" name="Google Shape;2254;p31"/>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55" name="Google Shape;2255;p31"/>
            <p:cNvGrpSpPr/>
            <p:nvPr/>
          </p:nvGrpSpPr>
          <p:grpSpPr>
            <a:xfrm rot="5400000">
              <a:off x="969408" y="4803136"/>
              <a:ext cx="259475" cy="298664"/>
              <a:chOff x="8627678" y="2059919"/>
              <a:chExt cx="737775" cy="849201"/>
            </a:xfrm>
          </p:grpSpPr>
          <p:sp>
            <p:nvSpPr>
              <p:cNvPr id="2256" name="Google Shape;2256;p31"/>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7" name="Google Shape;2257;p31"/>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8" name="Google Shape;2258;p31"/>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9" name="Google Shape;2259;p31"/>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0" name="Google Shape;2260;p31"/>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1" name="Google Shape;2261;p31"/>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2" name="Google Shape;2262;p31"/>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3" name="Google Shape;2263;p31"/>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4" name="Google Shape;2264;p31"/>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5" name="Google Shape;2265;p31"/>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6" name="Google Shape;2266;p31"/>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7" name="Google Shape;2267;p31"/>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8" name="Google Shape;2268;p31"/>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9" name="Google Shape;2269;p31"/>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70" name="Google Shape;2270;p31"/>
            <p:cNvGrpSpPr/>
            <p:nvPr/>
          </p:nvGrpSpPr>
          <p:grpSpPr>
            <a:xfrm rot="-5400000">
              <a:off x="3066061" y="4715880"/>
              <a:ext cx="215942" cy="473196"/>
              <a:chOff x="1293873" y="1704092"/>
              <a:chExt cx="470872" cy="1031828"/>
            </a:xfrm>
          </p:grpSpPr>
          <p:sp>
            <p:nvSpPr>
              <p:cNvPr id="2271" name="Google Shape;2271;p31"/>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2" name="Google Shape;2272;p31"/>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3" name="Google Shape;2273;p31"/>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4" name="Google Shape;2274;p31"/>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5" name="Google Shape;2275;p31"/>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6" name="Google Shape;2276;p31"/>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77" name="Google Shape;2277;p31"/>
            <p:cNvGrpSpPr/>
            <p:nvPr/>
          </p:nvGrpSpPr>
          <p:grpSpPr>
            <a:xfrm>
              <a:off x="5209368" y="4829429"/>
              <a:ext cx="344874" cy="246093"/>
              <a:chOff x="2509616" y="1928763"/>
              <a:chExt cx="1327970" cy="947605"/>
            </a:xfrm>
          </p:grpSpPr>
          <p:sp>
            <p:nvSpPr>
              <p:cNvPr id="2278" name="Google Shape;2278;p31"/>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9" name="Google Shape;2279;p31"/>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0" name="Google Shape;2280;p31"/>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1" name="Google Shape;2281;p31"/>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2" name="Google Shape;2282;p31"/>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3" name="Google Shape;2283;p31"/>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4" name="Google Shape;2284;p31"/>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5" name="Google Shape;2285;p31"/>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6" name="Google Shape;2286;p31"/>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7" name="Google Shape;2287;p31"/>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8" name="Google Shape;2288;p31"/>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9" name="Google Shape;2289;p31"/>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0" name="Google Shape;2290;p31"/>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91" name="Google Shape;2291;p31"/>
            <p:cNvGrpSpPr/>
            <p:nvPr/>
          </p:nvGrpSpPr>
          <p:grpSpPr>
            <a:xfrm rot="5400000">
              <a:off x="4731911" y="4803123"/>
              <a:ext cx="235464" cy="298700"/>
              <a:chOff x="4443093" y="1867585"/>
              <a:chExt cx="726740" cy="921628"/>
            </a:xfrm>
          </p:grpSpPr>
          <p:sp>
            <p:nvSpPr>
              <p:cNvPr id="2292" name="Google Shape;2292;p31"/>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3" name="Google Shape;2293;p31"/>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294" name="Google Shape;2294;p31"/>
            <p:cNvSpPr/>
            <p:nvPr/>
          </p:nvSpPr>
          <p:spPr>
            <a:xfrm>
              <a:off x="3589758" y="48098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295" name="Google Shape;2295;p31"/>
            <p:cNvGrpSpPr/>
            <p:nvPr/>
          </p:nvGrpSpPr>
          <p:grpSpPr>
            <a:xfrm rot="5400000">
              <a:off x="5914442" y="4758710"/>
              <a:ext cx="65949" cy="365580"/>
              <a:chOff x="7486891" y="2067545"/>
              <a:chExt cx="143805" cy="797165"/>
            </a:xfrm>
          </p:grpSpPr>
          <p:sp>
            <p:nvSpPr>
              <p:cNvPr id="2296" name="Google Shape;2296;p31"/>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7" name="Google Shape;2297;p31"/>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98" name="Google Shape;2298;p31"/>
            <p:cNvGrpSpPr/>
            <p:nvPr/>
          </p:nvGrpSpPr>
          <p:grpSpPr>
            <a:xfrm rot="5400000">
              <a:off x="4251158" y="4803136"/>
              <a:ext cx="259475" cy="298664"/>
              <a:chOff x="8627678" y="2059919"/>
              <a:chExt cx="737775" cy="849201"/>
            </a:xfrm>
          </p:grpSpPr>
          <p:sp>
            <p:nvSpPr>
              <p:cNvPr id="2299" name="Google Shape;2299;p31"/>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0" name="Google Shape;2300;p31"/>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1" name="Google Shape;2301;p31"/>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2" name="Google Shape;2302;p31"/>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3" name="Google Shape;2303;p31"/>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4" name="Google Shape;2304;p31"/>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5" name="Google Shape;2305;p31"/>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6" name="Google Shape;2306;p31"/>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7" name="Google Shape;2307;p31"/>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8" name="Google Shape;2308;p31"/>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9" name="Google Shape;2309;p31"/>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0" name="Google Shape;2310;p31"/>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1" name="Google Shape;2311;p31"/>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2" name="Google Shape;2312;p31"/>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13" name="Google Shape;2313;p31"/>
            <p:cNvGrpSpPr/>
            <p:nvPr/>
          </p:nvGrpSpPr>
          <p:grpSpPr>
            <a:xfrm rot="-5400000">
              <a:off x="6347811" y="4715880"/>
              <a:ext cx="215942" cy="473196"/>
              <a:chOff x="1293873" y="1704092"/>
              <a:chExt cx="470872" cy="1031828"/>
            </a:xfrm>
          </p:grpSpPr>
          <p:sp>
            <p:nvSpPr>
              <p:cNvPr id="2314" name="Google Shape;2314;p31"/>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5" name="Google Shape;2315;p31"/>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6" name="Google Shape;2316;p31"/>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7" name="Google Shape;2317;p31"/>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8" name="Google Shape;2318;p31"/>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9" name="Google Shape;2319;p31"/>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20" name="Google Shape;2320;p31"/>
            <p:cNvGrpSpPr/>
            <p:nvPr/>
          </p:nvGrpSpPr>
          <p:grpSpPr>
            <a:xfrm>
              <a:off x="8491118" y="4829429"/>
              <a:ext cx="344874" cy="246093"/>
              <a:chOff x="2509616" y="1928763"/>
              <a:chExt cx="1327970" cy="947605"/>
            </a:xfrm>
          </p:grpSpPr>
          <p:sp>
            <p:nvSpPr>
              <p:cNvPr id="2321" name="Google Shape;2321;p31"/>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2" name="Google Shape;2322;p31"/>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3" name="Google Shape;2323;p31"/>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4" name="Google Shape;2324;p31"/>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5" name="Google Shape;2325;p31"/>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6" name="Google Shape;2326;p31"/>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7" name="Google Shape;2327;p31"/>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8" name="Google Shape;2328;p31"/>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9" name="Google Shape;2329;p31"/>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0" name="Google Shape;2330;p31"/>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1" name="Google Shape;2331;p31"/>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2" name="Google Shape;2332;p31"/>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3" name="Google Shape;2333;p31"/>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34" name="Google Shape;2334;p31"/>
            <p:cNvGrpSpPr/>
            <p:nvPr/>
          </p:nvGrpSpPr>
          <p:grpSpPr>
            <a:xfrm rot="5400000">
              <a:off x="8013661" y="4803123"/>
              <a:ext cx="235464" cy="298700"/>
              <a:chOff x="4443093" y="1867585"/>
              <a:chExt cx="726740" cy="921628"/>
            </a:xfrm>
          </p:grpSpPr>
          <p:sp>
            <p:nvSpPr>
              <p:cNvPr id="2335" name="Google Shape;2335;p31"/>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6" name="Google Shape;2336;p31"/>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337" name="Google Shape;2337;p31"/>
            <p:cNvSpPr/>
            <p:nvPr/>
          </p:nvSpPr>
          <p:spPr>
            <a:xfrm>
              <a:off x="6871508" y="48098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338" name="Google Shape;2338;p31"/>
            <p:cNvGrpSpPr/>
            <p:nvPr/>
          </p:nvGrpSpPr>
          <p:grpSpPr>
            <a:xfrm rot="5400000">
              <a:off x="7532908" y="4803136"/>
              <a:ext cx="259475" cy="298664"/>
              <a:chOff x="8627678" y="2059919"/>
              <a:chExt cx="737775" cy="849201"/>
            </a:xfrm>
          </p:grpSpPr>
          <p:sp>
            <p:nvSpPr>
              <p:cNvPr id="2339" name="Google Shape;2339;p31"/>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0" name="Google Shape;2340;p31"/>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1" name="Google Shape;2341;p31"/>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2" name="Google Shape;2342;p31"/>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3" name="Google Shape;2343;p31"/>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4" name="Google Shape;2344;p31"/>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5" name="Google Shape;2345;p31"/>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6" name="Google Shape;2346;p31"/>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7" name="Google Shape;2347;p31"/>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8" name="Google Shape;2348;p31"/>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9" name="Google Shape;2349;p31"/>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0" name="Google Shape;2350;p31"/>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1" name="Google Shape;2351;p31"/>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2" name="Google Shape;2352;p31"/>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_1">
    <p:spTree>
      <p:nvGrpSpPr>
        <p:cNvPr id="2353" name="Shape 2353"/>
        <p:cNvGrpSpPr/>
        <p:nvPr/>
      </p:nvGrpSpPr>
      <p:grpSpPr>
        <a:xfrm>
          <a:off x="0" y="0"/>
          <a:ext cx="0" cy="0"/>
          <a:chOff x="0" y="0"/>
          <a:chExt cx="0" cy="0"/>
        </a:xfrm>
      </p:grpSpPr>
      <p:sp>
        <p:nvSpPr>
          <p:cNvPr id="2354" name="Google Shape;2354;p32"/>
          <p:cNvSpPr txBox="1"/>
          <p:nvPr>
            <p:ph type="title"/>
          </p:nvPr>
        </p:nvSpPr>
        <p:spPr>
          <a:xfrm>
            <a:off x="713225"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SzPts val="3100"/>
              <a:buFont typeface="Hammersmith One"/>
              <a:buNone/>
              <a:defRPr b="1" sz="3100">
                <a:latin typeface="Hammersmith One"/>
                <a:ea typeface="Hammersmith One"/>
                <a:cs typeface="Hammersmith One"/>
                <a:sym typeface="Hammersmith One"/>
              </a:defRPr>
            </a:lvl2pPr>
            <a:lvl3pPr lvl="2" algn="ctr">
              <a:spcBef>
                <a:spcPts val="0"/>
              </a:spcBef>
              <a:spcAft>
                <a:spcPts val="0"/>
              </a:spcAft>
              <a:buSzPts val="3100"/>
              <a:buFont typeface="Hammersmith One"/>
              <a:buNone/>
              <a:defRPr b="1" sz="3100">
                <a:latin typeface="Hammersmith One"/>
                <a:ea typeface="Hammersmith One"/>
                <a:cs typeface="Hammersmith One"/>
                <a:sym typeface="Hammersmith One"/>
              </a:defRPr>
            </a:lvl3pPr>
            <a:lvl4pPr lvl="3" algn="ctr">
              <a:spcBef>
                <a:spcPts val="0"/>
              </a:spcBef>
              <a:spcAft>
                <a:spcPts val="0"/>
              </a:spcAft>
              <a:buSzPts val="3100"/>
              <a:buFont typeface="Hammersmith One"/>
              <a:buNone/>
              <a:defRPr b="1" sz="3100">
                <a:latin typeface="Hammersmith One"/>
                <a:ea typeface="Hammersmith One"/>
                <a:cs typeface="Hammersmith One"/>
                <a:sym typeface="Hammersmith One"/>
              </a:defRPr>
            </a:lvl4pPr>
            <a:lvl5pPr lvl="4" algn="ctr">
              <a:spcBef>
                <a:spcPts val="0"/>
              </a:spcBef>
              <a:spcAft>
                <a:spcPts val="0"/>
              </a:spcAft>
              <a:buSzPts val="3100"/>
              <a:buFont typeface="Hammersmith One"/>
              <a:buNone/>
              <a:defRPr b="1" sz="3100">
                <a:latin typeface="Hammersmith One"/>
                <a:ea typeface="Hammersmith One"/>
                <a:cs typeface="Hammersmith One"/>
                <a:sym typeface="Hammersmith One"/>
              </a:defRPr>
            </a:lvl5pPr>
            <a:lvl6pPr lvl="5" algn="ctr">
              <a:spcBef>
                <a:spcPts val="0"/>
              </a:spcBef>
              <a:spcAft>
                <a:spcPts val="0"/>
              </a:spcAft>
              <a:buSzPts val="3100"/>
              <a:buFont typeface="Hammersmith One"/>
              <a:buNone/>
              <a:defRPr b="1" sz="3100">
                <a:latin typeface="Hammersmith One"/>
                <a:ea typeface="Hammersmith One"/>
                <a:cs typeface="Hammersmith One"/>
                <a:sym typeface="Hammersmith One"/>
              </a:defRPr>
            </a:lvl6pPr>
            <a:lvl7pPr lvl="6" algn="ctr">
              <a:spcBef>
                <a:spcPts val="0"/>
              </a:spcBef>
              <a:spcAft>
                <a:spcPts val="0"/>
              </a:spcAft>
              <a:buSzPts val="3100"/>
              <a:buFont typeface="Hammersmith One"/>
              <a:buNone/>
              <a:defRPr b="1" sz="3100">
                <a:latin typeface="Hammersmith One"/>
                <a:ea typeface="Hammersmith One"/>
                <a:cs typeface="Hammersmith One"/>
                <a:sym typeface="Hammersmith One"/>
              </a:defRPr>
            </a:lvl7pPr>
            <a:lvl8pPr lvl="7" algn="ctr">
              <a:spcBef>
                <a:spcPts val="0"/>
              </a:spcBef>
              <a:spcAft>
                <a:spcPts val="0"/>
              </a:spcAft>
              <a:buSzPts val="3100"/>
              <a:buFont typeface="Hammersmith One"/>
              <a:buNone/>
              <a:defRPr b="1" sz="3100">
                <a:latin typeface="Hammersmith One"/>
                <a:ea typeface="Hammersmith One"/>
                <a:cs typeface="Hammersmith One"/>
                <a:sym typeface="Hammersmith One"/>
              </a:defRPr>
            </a:lvl8pPr>
            <a:lvl9pPr lvl="8" algn="ctr">
              <a:spcBef>
                <a:spcPts val="0"/>
              </a:spcBef>
              <a:spcAft>
                <a:spcPts val="0"/>
              </a:spcAft>
              <a:buSzPts val="3100"/>
              <a:buFont typeface="Hammersmith One"/>
              <a:buNone/>
              <a:defRPr b="1" sz="3100">
                <a:latin typeface="Hammersmith One"/>
                <a:ea typeface="Hammersmith One"/>
                <a:cs typeface="Hammersmith One"/>
                <a:sym typeface="Hammersmith One"/>
              </a:defRPr>
            </a:lvl9pPr>
          </a:lstStyle>
          <a:p/>
        </p:txBody>
      </p:sp>
      <p:sp>
        <p:nvSpPr>
          <p:cNvPr id="2355" name="Google Shape;2355;p32"/>
          <p:cNvSpPr txBox="1"/>
          <p:nvPr>
            <p:ph idx="1" type="subTitle"/>
          </p:nvPr>
        </p:nvSpPr>
        <p:spPr>
          <a:xfrm>
            <a:off x="713225" y="2904225"/>
            <a:ext cx="2463300" cy="843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6" name="Google Shape;2356;p32"/>
          <p:cNvSpPr txBox="1"/>
          <p:nvPr>
            <p:ph idx="2" type="subTitle"/>
          </p:nvPr>
        </p:nvSpPr>
        <p:spPr>
          <a:xfrm>
            <a:off x="713225" y="2510775"/>
            <a:ext cx="2463300" cy="499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1800">
                <a:solidFill>
                  <a:schemeClr val="accent2"/>
                </a:solidFill>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57" name="Google Shape;2357;p32"/>
          <p:cNvSpPr txBox="1"/>
          <p:nvPr>
            <p:ph idx="3" type="subTitle"/>
          </p:nvPr>
        </p:nvSpPr>
        <p:spPr>
          <a:xfrm>
            <a:off x="3340396" y="2904225"/>
            <a:ext cx="2463300" cy="843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8" name="Google Shape;2358;p32"/>
          <p:cNvSpPr txBox="1"/>
          <p:nvPr>
            <p:ph idx="4" type="subTitle"/>
          </p:nvPr>
        </p:nvSpPr>
        <p:spPr>
          <a:xfrm>
            <a:off x="3340396" y="2510775"/>
            <a:ext cx="2463300" cy="499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1800">
                <a:solidFill>
                  <a:schemeClr val="accent2"/>
                </a:solidFill>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59" name="Google Shape;2359;p32"/>
          <p:cNvSpPr txBox="1"/>
          <p:nvPr>
            <p:ph idx="5" type="subTitle"/>
          </p:nvPr>
        </p:nvSpPr>
        <p:spPr>
          <a:xfrm>
            <a:off x="5967567" y="2904225"/>
            <a:ext cx="2463300" cy="843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60" name="Google Shape;2360;p32"/>
          <p:cNvSpPr txBox="1"/>
          <p:nvPr>
            <p:ph idx="6" type="subTitle"/>
          </p:nvPr>
        </p:nvSpPr>
        <p:spPr>
          <a:xfrm>
            <a:off x="5967567" y="2510775"/>
            <a:ext cx="2463300" cy="499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1800">
                <a:solidFill>
                  <a:schemeClr val="accent2"/>
                </a:solidFill>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361" name="Google Shape;2361;p32"/>
          <p:cNvGrpSpPr/>
          <p:nvPr/>
        </p:nvGrpSpPr>
        <p:grpSpPr>
          <a:xfrm>
            <a:off x="-20500" y="4701273"/>
            <a:ext cx="9219895" cy="461615"/>
            <a:chOff x="150" y="4701117"/>
            <a:chExt cx="9144000" cy="461615"/>
          </a:xfrm>
        </p:grpSpPr>
        <p:sp>
          <p:nvSpPr>
            <p:cNvPr id="2362" name="Google Shape;2362;p32"/>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363" name="Google Shape;2363;p32"/>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364" name="Google Shape;2364;p32"/>
          <p:cNvGrpSpPr/>
          <p:nvPr/>
        </p:nvGrpSpPr>
        <p:grpSpPr>
          <a:xfrm flipH="1">
            <a:off x="8741544" y="4801753"/>
            <a:ext cx="298676" cy="295339"/>
            <a:chOff x="10240740" y="2106170"/>
            <a:chExt cx="751954" cy="743552"/>
          </a:xfrm>
        </p:grpSpPr>
        <p:sp>
          <p:nvSpPr>
            <p:cNvPr id="2365" name="Google Shape;2365;p32"/>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6" name="Google Shape;2366;p32"/>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7" name="Google Shape;2367;p32"/>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8" name="Google Shape;2368;p32"/>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9" name="Google Shape;2369;p32"/>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0" name="Google Shape;2370;p32"/>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371" name="Google Shape;2371;p32"/>
          <p:cNvSpPr/>
          <p:nvPr/>
        </p:nvSpPr>
        <p:spPr>
          <a:xfrm flipH="1">
            <a:off x="8296892"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2" name="Google Shape;2372;p32"/>
          <p:cNvSpPr/>
          <p:nvPr/>
        </p:nvSpPr>
        <p:spPr>
          <a:xfrm flipH="1">
            <a:off x="7897781"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373" name="Google Shape;2373;p32"/>
          <p:cNvGrpSpPr/>
          <p:nvPr/>
        </p:nvGrpSpPr>
        <p:grpSpPr>
          <a:xfrm flipH="1" rot="-5400000">
            <a:off x="7484569" y="4799196"/>
            <a:ext cx="212838" cy="322401"/>
            <a:chOff x="5958752" y="3513438"/>
            <a:chExt cx="464103" cy="703011"/>
          </a:xfrm>
        </p:grpSpPr>
        <p:sp>
          <p:nvSpPr>
            <p:cNvPr id="2374" name="Google Shape;2374;p32"/>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5" name="Google Shape;2375;p32"/>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6" name="Google Shape;2376;p32"/>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7" name="Google Shape;2377;p32"/>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78" name="Google Shape;2378;p32"/>
          <p:cNvGrpSpPr/>
          <p:nvPr/>
        </p:nvGrpSpPr>
        <p:grpSpPr>
          <a:xfrm flipH="1">
            <a:off x="6949419" y="4801753"/>
            <a:ext cx="298676" cy="295339"/>
            <a:chOff x="10240740" y="2106170"/>
            <a:chExt cx="751954" cy="743552"/>
          </a:xfrm>
        </p:grpSpPr>
        <p:sp>
          <p:nvSpPr>
            <p:cNvPr id="2379" name="Google Shape;2379;p32"/>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0" name="Google Shape;2380;p32"/>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1" name="Google Shape;2381;p32"/>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2" name="Google Shape;2382;p32"/>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3" name="Google Shape;2383;p32"/>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4" name="Google Shape;2384;p32"/>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385" name="Google Shape;2385;p32"/>
          <p:cNvSpPr/>
          <p:nvPr/>
        </p:nvSpPr>
        <p:spPr>
          <a:xfrm flipH="1">
            <a:off x="6504767"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6" name="Google Shape;2386;p32"/>
          <p:cNvSpPr/>
          <p:nvPr/>
        </p:nvSpPr>
        <p:spPr>
          <a:xfrm flipH="1">
            <a:off x="6105656"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387" name="Google Shape;2387;p32"/>
          <p:cNvGrpSpPr/>
          <p:nvPr/>
        </p:nvGrpSpPr>
        <p:grpSpPr>
          <a:xfrm flipH="1" rot="-5400000">
            <a:off x="5692444" y="4799196"/>
            <a:ext cx="212838" cy="322401"/>
            <a:chOff x="5958752" y="3513438"/>
            <a:chExt cx="464103" cy="703011"/>
          </a:xfrm>
        </p:grpSpPr>
        <p:sp>
          <p:nvSpPr>
            <p:cNvPr id="2388" name="Google Shape;2388;p32"/>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9" name="Google Shape;2389;p32"/>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0" name="Google Shape;2390;p32"/>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1" name="Google Shape;2391;p32"/>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92" name="Google Shape;2392;p32"/>
          <p:cNvGrpSpPr/>
          <p:nvPr/>
        </p:nvGrpSpPr>
        <p:grpSpPr>
          <a:xfrm flipH="1">
            <a:off x="5157294" y="4801753"/>
            <a:ext cx="298676" cy="295339"/>
            <a:chOff x="10240740" y="2106170"/>
            <a:chExt cx="751954" cy="743552"/>
          </a:xfrm>
        </p:grpSpPr>
        <p:sp>
          <p:nvSpPr>
            <p:cNvPr id="2393" name="Google Shape;2393;p32"/>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4" name="Google Shape;2394;p32"/>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5" name="Google Shape;2395;p32"/>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6" name="Google Shape;2396;p32"/>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7" name="Google Shape;2397;p32"/>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8" name="Google Shape;2398;p32"/>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399" name="Google Shape;2399;p32"/>
          <p:cNvSpPr/>
          <p:nvPr/>
        </p:nvSpPr>
        <p:spPr>
          <a:xfrm flipH="1">
            <a:off x="4712642"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0" name="Google Shape;2400;p32"/>
          <p:cNvSpPr/>
          <p:nvPr/>
        </p:nvSpPr>
        <p:spPr>
          <a:xfrm flipH="1">
            <a:off x="4313531"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401" name="Google Shape;2401;p32"/>
          <p:cNvGrpSpPr/>
          <p:nvPr/>
        </p:nvGrpSpPr>
        <p:grpSpPr>
          <a:xfrm flipH="1" rot="-5400000">
            <a:off x="3900319" y="4799196"/>
            <a:ext cx="212838" cy="322401"/>
            <a:chOff x="5958752" y="3513438"/>
            <a:chExt cx="464103" cy="703011"/>
          </a:xfrm>
        </p:grpSpPr>
        <p:sp>
          <p:nvSpPr>
            <p:cNvPr id="2402" name="Google Shape;2402;p32"/>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3" name="Google Shape;2403;p32"/>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4" name="Google Shape;2404;p32"/>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5" name="Google Shape;2405;p32"/>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06" name="Google Shape;2406;p32"/>
          <p:cNvGrpSpPr/>
          <p:nvPr/>
        </p:nvGrpSpPr>
        <p:grpSpPr>
          <a:xfrm flipH="1">
            <a:off x="3365169" y="4801753"/>
            <a:ext cx="298676" cy="295339"/>
            <a:chOff x="10240740" y="2106170"/>
            <a:chExt cx="751954" cy="743552"/>
          </a:xfrm>
        </p:grpSpPr>
        <p:sp>
          <p:nvSpPr>
            <p:cNvPr id="2407" name="Google Shape;2407;p32"/>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8" name="Google Shape;2408;p32"/>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9" name="Google Shape;2409;p32"/>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0" name="Google Shape;2410;p32"/>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1" name="Google Shape;2411;p32"/>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2" name="Google Shape;2412;p32"/>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413" name="Google Shape;2413;p32"/>
          <p:cNvSpPr/>
          <p:nvPr/>
        </p:nvSpPr>
        <p:spPr>
          <a:xfrm flipH="1">
            <a:off x="2920517"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4" name="Google Shape;2414;p32"/>
          <p:cNvSpPr/>
          <p:nvPr/>
        </p:nvSpPr>
        <p:spPr>
          <a:xfrm flipH="1">
            <a:off x="2521406"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415" name="Google Shape;2415;p32"/>
          <p:cNvGrpSpPr/>
          <p:nvPr/>
        </p:nvGrpSpPr>
        <p:grpSpPr>
          <a:xfrm flipH="1" rot="-5400000">
            <a:off x="2108194" y="4799196"/>
            <a:ext cx="212838" cy="322401"/>
            <a:chOff x="5958752" y="3513438"/>
            <a:chExt cx="464103" cy="703011"/>
          </a:xfrm>
        </p:grpSpPr>
        <p:sp>
          <p:nvSpPr>
            <p:cNvPr id="2416" name="Google Shape;2416;p32"/>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7" name="Google Shape;2417;p32"/>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8" name="Google Shape;2418;p32"/>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9" name="Google Shape;2419;p32"/>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20" name="Google Shape;2420;p32"/>
          <p:cNvGrpSpPr/>
          <p:nvPr/>
        </p:nvGrpSpPr>
        <p:grpSpPr>
          <a:xfrm flipH="1">
            <a:off x="1573044" y="4801753"/>
            <a:ext cx="298676" cy="295339"/>
            <a:chOff x="10240740" y="2106170"/>
            <a:chExt cx="751954" cy="743552"/>
          </a:xfrm>
        </p:grpSpPr>
        <p:sp>
          <p:nvSpPr>
            <p:cNvPr id="2421" name="Google Shape;2421;p32"/>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2" name="Google Shape;2422;p32"/>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3" name="Google Shape;2423;p32"/>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4" name="Google Shape;2424;p32"/>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5" name="Google Shape;2425;p32"/>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6" name="Google Shape;2426;p32"/>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427" name="Google Shape;2427;p32"/>
          <p:cNvSpPr/>
          <p:nvPr/>
        </p:nvSpPr>
        <p:spPr>
          <a:xfrm flipH="1">
            <a:off x="1128392" y="4816096"/>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8" name="Google Shape;2428;p32"/>
          <p:cNvSpPr/>
          <p:nvPr/>
        </p:nvSpPr>
        <p:spPr>
          <a:xfrm flipH="1">
            <a:off x="729281" y="4807177"/>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429" name="Google Shape;2429;p32"/>
          <p:cNvGrpSpPr/>
          <p:nvPr/>
        </p:nvGrpSpPr>
        <p:grpSpPr>
          <a:xfrm flipH="1" rot="-5400000">
            <a:off x="316069" y="4799196"/>
            <a:ext cx="212838" cy="322401"/>
            <a:chOff x="5958752" y="3513438"/>
            <a:chExt cx="464103" cy="703011"/>
          </a:xfrm>
        </p:grpSpPr>
        <p:sp>
          <p:nvSpPr>
            <p:cNvPr id="2430" name="Google Shape;2430;p32"/>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1" name="Google Shape;2431;p32"/>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2" name="Google Shape;2432;p32"/>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3" name="Google Shape;2433;p32"/>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434" name="Shape 2434"/>
        <p:cNvGrpSpPr/>
        <p:nvPr/>
      </p:nvGrpSpPr>
      <p:grpSpPr>
        <a:xfrm>
          <a:off x="0" y="0"/>
          <a:ext cx="0" cy="0"/>
          <a:chOff x="0" y="0"/>
          <a:chExt cx="0" cy="0"/>
        </a:xfrm>
      </p:grpSpPr>
      <p:sp>
        <p:nvSpPr>
          <p:cNvPr id="2435" name="Google Shape;2435;p33"/>
          <p:cNvSpPr txBox="1"/>
          <p:nvPr>
            <p:ph type="title"/>
          </p:nvPr>
        </p:nvSpPr>
        <p:spPr>
          <a:xfrm>
            <a:off x="713225"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2pPr>
            <a:lvl3pPr lvl="2"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3pPr>
            <a:lvl4pPr lvl="3"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4pPr>
            <a:lvl5pPr lvl="4"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5pPr>
            <a:lvl6pPr lvl="5"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6pPr>
            <a:lvl7pPr lvl="6"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7pPr>
            <a:lvl8pPr lvl="7"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8pPr>
            <a:lvl9pPr lvl="8" algn="ctr">
              <a:spcBef>
                <a:spcPts val="0"/>
              </a:spcBef>
              <a:spcAft>
                <a:spcPts val="0"/>
              </a:spcAft>
              <a:buClr>
                <a:schemeClr val="dk1"/>
              </a:buClr>
              <a:buSzPts val="3100"/>
              <a:buFont typeface="Hammersmith One"/>
              <a:buNone/>
              <a:defRPr b="1" sz="3100">
                <a:solidFill>
                  <a:schemeClr val="dk1"/>
                </a:solidFill>
                <a:latin typeface="Hammersmith One"/>
                <a:ea typeface="Hammersmith One"/>
                <a:cs typeface="Hammersmith One"/>
                <a:sym typeface="Hammersmith One"/>
              </a:defRPr>
            </a:lvl9pPr>
          </a:lstStyle>
          <a:p/>
        </p:txBody>
      </p:sp>
      <p:sp>
        <p:nvSpPr>
          <p:cNvPr id="2436" name="Google Shape;2436;p33"/>
          <p:cNvSpPr txBox="1"/>
          <p:nvPr>
            <p:ph idx="1" type="subTitle"/>
          </p:nvPr>
        </p:nvSpPr>
        <p:spPr>
          <a:xfrm>
            <a:off x="1926615" y="1960350"/>
            <a:ext cx="2463300" cy="634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37" name="Google Shape;2437;p33"/>
          <p:cNvSpPr txBox="1"/>
          <p:nvPr>
            <p:ph idx="2" type="subTitle"/>
          </p:nvPr>
        </p:nvSpPr>
        <p:spPr>
          <a:xfrm>
            <a:off x="1926616" y="1566900"/>
            <a:ext cx="2463300" cy="499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DM Sans"/>
              <a:buNone/>
              <a:defRPr b="1" sz="1800">
                <a:solidFill>
                  <a:schemeClr val="accent2"/>
                </a:solidFill>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38" name="Google Shape;2438;p33"/>
          <p:cNvSpPr txBox="1"/>
          <p:nvPr>
            <p:ph idx="3" type="subTitle"/>
          </p:nvPr>
        </p:nvSpPr>
        <p:spPr>
          <a:xfrm>
            <a:off x="5443739" y="1960350"/>
            <a:ext cx="2463300" cy="634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39" name="Google Shape;2439;p33"/>
          <p:cNvSpPr txBox="1"/>
          <p:nvPr>
            <p:ph idx="4" type="subTitle"/>
          </p:nvPr>
        </p:nvSpPr>
        <p:spPr>
          <a:xfrm>
            <a:off x="5443736" y="1566900"/>
            <a:ext cx="2463300" cy="499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DM Sans"/>
              <a:buNone/>
              <a:defRPr b="1" sz="1800">
                <a:solidFill>
                  <a:schemeClr val="accent2"/>
                </a:solidFill>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40" name="Google Shape;2440;p33"/>
          <p:cNvSpPr txBox="1"/>
          <p:nvPr>
            <p:ph idx="5" type="subTitle"/>
          </p:nvPr>
        </p:nvSpPr>
        <p:spPr>
          <a:xfrm>
            <a:off x="1926615" y="3395375"/>
            <a:ext cx="2463300" cy="634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41" name="Google Shape;2441;p33"/>
          <p:cNvSpPr txBox="1"/>
          <p:nvPr>
            <p:ph idx="6" type="subTitle"/>
          </p:nvPr>
        </p:nvSpPr>
        <p:spPr>
          <a:xfrm>
            <a:off x="1926616" y="3001925"/>
            <a:ext cx="2463300" cy="499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DM Sans"/>
              <a:buNone/>
              <a:defRPr b="1" sz="1800">
                <a:solidFill>
                  <a:schemeClr val="accent2"/>
                </a:solidFill>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42" name="Google Shape;2442;p33"/>
          <p:cNvSpPr txBox="1"/>
          <p:nvPr>
            <p:ph idx="7" type="subTitle"/>
          </p:nvPr>
        </p:nvSpPr>
        <p:spPr>
          <a:xfrm>
            <a:off x="5443739" y="3395375"/>
            <a:ext cx="2463300" cy="634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43" name="Google Shape;2443;p33"/>
          <p:cNvSpPr txBox="1"/>
          <p:nvPr>
            <p:ph idx="8" type="subTitle"/>
          </p:nvPr>
        </p:nvSpPr>
        <p:spPr>
          <a:xfrm>
            <a:off x="5443736" y="3001925"/>
            <a:ext cx="2463300" cy="499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DM Sans"/>
              <a:buNone/>
              <a:defRPr b="1" sz="1800">
                <a:solidFill>
                  <a:schemeClr val="accent2"/>
                </a:solidFill>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444" name="Google Shape;2444;p33"/>
          <p:cNvGrpSpPr/>
          <p:nvPr/>
        </p:nvGrpSpPr>
        <p:grpSpPr>
          <a:xfrm>
            <a:off x="-20500" y="4701273"/>
            <a:ext cx="9219895" cy="461615"/>
            <a:chOff x="150" y="4701117"/>
            <a:chExt cx="9144000" cy="461615"/>
          </a:xfrm>
        </p:grpSpPr>
        <p:sp>
          <p:nvSpPr>
            <p:cNvPr id="2445" name="Google Shape;2445;p33"/>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446" name="Google Shape;2446;p33"/>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447" name="Google Shape;2447;p33"/>
          <p:cNvGrpSpPr/>
          <p:nvPr/>
        </p:nvGrpSpPr>
        <p:grpSpPr>
          <a:xfrm>
            <a:off x="308008" y="4809856"/>
            <a:ext cx="8527984" cy="272350"/>
            <a:chOff x="308008" y="4809856"/>
            <a:chExt cx="8527984" cy="272350"/>
          </a:xfrm>
        </p:grpSpPr>
        <p:grpSp>
          <p:nvGrpSpPr>
            <p:cNvPr id="2448" name="Google Shape;2448;p33"/>
            <p:cNvGrpSpPr/>
            <p:nvPr/>
          </p:nvGrpSpPr>
          <p:grpSpPr>
            <a:xfrm>
              <a:off x="1927618" y="4829429"/>
              <a:ext cx="344874" cy="246093"/>
              <a:chOff x="2509616" y="1928763"/>
              <a:chExt cx="1327970" cy="947605"/>
            </a:xfrm>
          </p:grpSpPr>
          <p:sp>
            <p:nvSpPr>
              <p:cNvPr id="2449" name="Google Shape;2449;p33"/>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0" name="Google Shape;2450;p33"/>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1" name="Google Shape;2451;p33"/>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2" name="Google Shape;2452;p33"/>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3" name="Google Shape;2453;p33"/>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4" name="Google Shape;2454;p33"/>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5" name="Google Shape;2455;p33"/>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6" name="Google Shape;2456;p33"/>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7" name="Google Shape;2457;p33"/>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8" name="Google Shape;2458;p33"/>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9" name="Google Shape;2459;p33"/>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0" name="Google Shape;2460;p33"/>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1" name="Google Shape;2461;p33"/>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62" name="Google Shape;2462;p33"/>
            <p:cNvGrpSpPr/>
            <p:nvPr/>
          </p:nvGrpSpPr>
          <p:grpSpPr>
            <a:xfrm rot="5400000">
              <a:off x="1450161" y="4803123"/>
              <a:ext cx="235464" cy="298700"/>
              <a:chOff x="4443093" y="1867585"/>
              <a:chExt cx="726740" cy="921628"/>
            </a:xfrm>
          </p:grpSpPr>
          <p:sp>
            <p:nvSpPr>
              <p:cNvPr id="2463" name="Google Shape;2463;p33"/>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4" name="Google Shape;2464;p33"/>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465" name="Google Shape;2465;p33"/>
            <p:cNvSpPr/>
            <p:nvPr/>
          </p:nvSpPr>
          <p:spPr>
            <a:xfrm>
              <a:off x="308008" y="48098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466" name="Google Shape;2466;p33"/>
            <p:cNvGrpSpPr/>
            <p:nvPr/>
          </p:nvGrpSpPr>
          <p:grpSpPr>
            <a:xfrm rot="5400000">
              <a:off x="2632692" y="4758710"/>
              <a:ext cx="65949" cy="365580"/>
              <a:chOff x="7486891" y="2067545"/>
              <a:chExt cx="143805" cy="797165"/>
            </a:xfrm>
          </p:grpSpPr>
          <p:sp>
            <p:nvSpPr>
              <p:cNvPr id="2467" name="Google Shape;2467;p33"/>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8" name="Google Shape;2468;p33"/>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69" name="Google Shape;2469;p33"/>
            <p:cNvGrpSpPr/>
            <p:nvPr/>
          </p:nvGrpSpPr>
          <p:grpSpPr>
            <a:xfrm rot="5400000">
              <a:off x="969408" y="4803136"/>
              <a:ext cx="259475" cy="298664"/>
              <a:chOff x="8627678" y="2059919"/>
              <a:chExt cx="737775" cy="849201"/>
            </a:xfrm>
          </p:grpSpPr>
          <p:sp>
            <p:nvSpPr>
              <p:cNvPr id="2470" name="Google Shape;2470;p33"/>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1" name="Google Shape;2471;p33"/>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2" name="Google Shape;2472;p33"/>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3" name="Google Shape;2473;p33"/>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4" name="Google Shape;2474;p33"/>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5" name="Google Shape;2475;p33"/>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6" name="Google Shape;2476;p33"/>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7" name="Google Shape;2477;p33"/>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8" name="Google Shape;2478;p33"/>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9" name="Google Shape;2479;p33"/>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0" name="Google Shape;2480;p33"/>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1" name="Google Shape;2481;p33"/>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2" name="Google Shape;2482;p33"/>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3" name="Google Shape;2483;p33"/>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84" name="Google Shape;2484;p33"/>
            <p:cNvGrpSpPr/>
            <p:nvPr/>
          </p:nvGrpSpPr>
          <p:grpSpPr>
            <a:xfrm rot="-5400000">
              <a:off x="3066061" y="4715880"/>
              <a:ext cx="215942" cy="473196"/>
              <a:chOff x="1293873" y="1704092"/>
              <a:chExt cx="470872" cy="1031828"/>
            </a:xfrm>
          </p:grpSpPr>
          <p:sp>
            <p:nvSpPr>
              <p:cNvPr id="2485" name="Google Shape;2485;p33"/>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6" name="Google Shape;2486;p33"/>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7" name="Google Shape;2487;p33"/>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8" name="Google Shape;2488;p33"/>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9" name="Google Shape;2489;p33"/>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0" name="Google Shape;2490;p33"/>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91" name="Google Shape;2491;p33"/>
            <p:cNvGrpSpPr/>
            <p:nvPr/>
          </p:nvGrpSpPr>
          <p:grpSpPr>
            <a:xfrm>
              <a:off x="5209368" y="4829429"/>
              <a:ext cx="344874" cy="246093"/>
              <a:chOff x="2509616" y="1928763"/>
              <a:chExt cx="1327970" cy="947605"/>
            </a:xfrm>
          </p:grpSpPr>
          <p:sp>
            <p:nvSpPr>
              <p:cNvPr id="2492" name="Google Shape;2492;p33"/>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3" name="Google Shape;2493;p33"/>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4" name="Google Shape;2494;p33"/>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5" name="Google Shape;2495;p33"/>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6" name="Google Shape;2496;p33"/>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7" name="Google Shape;2497;p33"/>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8" name="Google Shape;2498;p33"/>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9" name="Google Shape;2499;p33"/>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0" name="Google Shape;2500;p33"/>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1" name="Google Shape;2501;p33"/>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2" name="Google Shape;2502;p33"/>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3" name="Google Shape;2503;p33"/>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4" name="Google Shape;2504;p33"/>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05" name="Google Shape;2505;p33"/>
            <p:cNvGrpSpPr/>
            <p:nvPr/>
          </p:nvGrpSpPr>
          <p:grpSpPr>
            <a:xfrm rot="5400000">
              <a:off x="4731911" y="4803123"/>
              <a:ext cx="235464" cy="298700"/>
              <a:chOff x="4443093" y="1867585"/>
              <a:chExt cx="726740" cy="921628"/>
            </a:xfrm>
          </p:grpSpPr>
          <p:sp>
            <p:nvSpPr>
              <p:cNvPr id="2506" name="Google Shape;2506;p33"/>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7" name="Google Shape;2507;p33"/>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508" name="Google Shape;2508;p33"/>
            <p:cNvSpPr/>
            <p:nvPr/>
          </p:nvSpPr>
          <p:spPr>
            <a:xfrm>
              <a:off x="3589758" y="48098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509" name="Google Shape;2509;p33"/>
            <p:cNvGrpSpPr/>
            <p:nvPr/>
          </p:nvGrpSpPr>
          <p:grpSpPr>
            <a:xfrm rot="5400000">
              <a:off x="5914442" y="4758710"/>
              <a:ext cx="65949" cy="365580"/>
              <a:chOff x="7486891" y="2067545"/>
              <a:chExt cx="143805" cy="797165"/>
            </a:xfrm>
          </p:grpSpPr>
          <p:sp>
            <p:nvSpPr>
              <p:cNvPr id="2510" name="Google Shape;2510;p33"/>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1" name="Google Shape;2511;p33"/>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12" name="Google Shape;2512;p33"/>
            <p:cNvGrpSpPr/>
            <p:nvPr/>
          </p:nvGrpSpPr>
          <p:grpSpPr>
            <a:xfrm rot="5400000">
              <a:off x="4251158" y="4803136"/>
              <a:ext cx="259475" cy="298664"/>
              <a:chOff x="8627678" y="2059919"/>
              <a:chExt cx="737775" cy="849201"/>
            </a:xfrm>
          </p:grpSpPr>
          <p:sp>
            <p:nvSpPr>
              <p:cNvPr id="2513" name="Google Shape;2513;p33"/>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4" name="Google Shape;2514;p33"/>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5" name="Google Shape;2515;p33"/>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6" name="Google Shape;2516;p33"/>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7" name="Google Shape;2517;p33"/>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8" name="Google Shape;2518;p33"/>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9" name="Google Shape;2519;p33"/>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0" name="Google Shape;2520;p33"/>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1" name="Google Shape;2521;p33"/>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2" name="Google Shape;2522;p33"/>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3" name="Google Shape;2523;p33"/>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4" name="Google Shape;2524;p33"/>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5" name="Google Shape;2525;p33"/>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6" name="Google Shape;2526;p33"/>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27" name="Google Shape;2527;p33"/>
            <p:cNvGrpSpPr/>
            <p:nvPr/>
          </p:nvGrpSpPr>
          <p:grpSpPr>
            <a:xfrm rot="-5400000">
              <a:off x="6347811" y="4715880"/>
              <a:ext cx="215942" cy="473196"/>
              <a:chOff x="1293873" y="1704092"/>
              <a:chExt cx="470872" cy="1031828"/>
            </a:xfrm>
          </p:grpSpPr>
          <p:sp>
            <p:nvSpPr>
              <p:cNvPr id="2528" name="Google Shape;2528;p33"/>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9" name="Google Shape;2529;p33"/>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0" name="Google Shape;2530;p33"/>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1" name="Google Shape;2531;p33"/>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2" name="Google Shape;2532;p33"/>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3" name="Google Shape;2533;p33"/>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34" name="Google Shape;2534;p33"/>
            <p:cNvGrpSpPr/>
            <p:nvPr/>
          </p:nvGrpSpPr>
          <p:grpSpPr>
            <a:xfrm>
              <a:off x="8491118" y="4829429"/>
              <a:ext cx="344874" cy="246093"/>
              <a:chOff x="2509616" y="1928763"/>
              <a:chExt cx="1327970" cy="947605"/>
            </a:xfrm>
          </p:grpSpPr>
          <p:sp>
            <p:nvSpPr>
              <p:cNvPr id="2535" name="Google Shape;2535;p33"/>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6" name="Google Shape;2536;p33"/>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7" name="Google Shape;2537;p33"/>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8" name="Google Shape;2538;p33"/>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9" name="Google Shape;2539;p33"/>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0" name="Google Shape;2540;p33"/>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1" name="Google Shape;2541;p33"/>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2" name="Google Shape;2542;p33"/>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3" name="Google Shape;2543;p33"/>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4" name="Google Shape;2544;p33"/>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5" name="Google Shape;2545;p33"/>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6" name="Google Shape;2546;p33"/>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7" name="Google Shape;2547;p33"/>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48" name="Google Shape;2548;p33"/>
            <p:cNvGrpSpPr/>
            <p:nvPr/>
          </p:nvGrpSpPr>
          <p:grpSpPr>
            <a:xfrm rot="5400000">
              <a:off x="8013661" y="4803123"/>
              <a:ext cx="235464" cy="298700"/>
              <a:chOff x="4443093" y="1867585"/>
              <a:chExt cx="726740" cy="921628"/>
            </a:xfrm>
          </p:grpSpPr>
          <p:sp>
            <p:nvSpPr>
              <p:cNvPr id="2549" name="Google Shape;2549;p33"/>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0" name="Google Shape;2550;p33"/>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551" name="Google Shape;2551;p33"/>
            <p:cNvSpPr/>
            <p:nvPr/>
          </p:nvSpPr>
          <p:spPr>
            <a:xfrm>
              <a:off x="6871508" y="48098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552" name="Google Shape;2552;p33"/>
            <p:cNvGrpSpPr/>
            <p:nvPr/>
          </p:nvGrpSpPr>
          <p:grpSpPr>
            <a:xfrm rot="5400000">
              <a:off x="7532908" y="4803136"/>
              <a:ext cx="259475" cy="298664"/>
              <a:chOff x="8627678" y="2059919"/>
              <a:chExt cx="737775" cy="849201"/>
            </a:xfrm>
          </p:grpSpPr>
          <p:sp>
            <p:nvSpPr>
              <p:cNvPr id="2553" name="Google Shape;2553;p33"/>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4" name="Google Shape;2554;p33"/>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5" name="Google Shape;2555;p33"/>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6" name="Google Shape;2556;p33"/>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7" name="Google Shape;2557;p33"/>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8" name="Google Shape;2558;p33"/>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9" name="Google Shape;2559;p33"/>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0" name="Google Shape;2560;p33"/>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1" name="Google Shape;2561;p33"/>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2" name="Google Shape;2562;p33"/>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3" name="Google Shape;2563;p33"/>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4" name="Google Shape;2564;p33"/>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5" name="Google Shape;2565;p33"/>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6" name="Google Shape;2566;p33"/>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567" name="Shape 2567"/>
        <p:cNvGrpSpPr/>
        <p:nvPr/>
      </p:nvGrpSpPr>
      <p:grpSpPr>
        <a:xfrm>
          <a:off x="0" y="0"/>
          <a:ext cx="0" cy="0"/>
          <a:chOff x="0" y="0"/>
          <a:chExt cx="0" cy="0"/>
        </a:xfrm>
      </p:grpSpPr>
      <p:sp>
        <p:nvSpPr>
          <p:cNvPr id="2568" name="Google Shape;2568;p34"/>
          <p:cNvSpPr txBox="1"/>
          <p:nvPr>
            <p:ph type="title"/>
          </p:nvPr>
        </p:nvSpPr>
        <p:spPr>
          <a:xfrm>
            <a:off x="713225" y="60147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100"/>
              <a:buFont typeface="Hammersmith One"/>
              <a:buNone/>
              <a:defRPr b="1" sz="3100">
                <a:latin typeface="Hammersmith One"/>
                <a:ea typeface="Hammersmith One"/>
                <a:cs typeface="Hammersmith One"/>
                <a:sym typeface="Hammersmith One"/>
              </a:defRPr>
            </a:lvl1pPr>
            <a:lvl2pPr lvl="1" algn="ctr">
              <a:spcBef>
                <a:spcPts val="0"/>
              </a:spcBef>
              <a:spcAft>
                <a:spcPts val="0"/>
              </a:spcAft>
              <a:buSzPts val="3100"/>
              <a:buFont typeface="Hammersmith One"/>
              <a:buNone/>
              <a:defRPr b="1" sz="3100">
                <a:latin typeface="Hammersmith One"/>
                <a:ea typeface="Hammersmith One"/>
                <a:cs typeface="Hammersmith One"/>
                <a:sym typeface="Hammersmith One"/>
              </a:defRPr>
            </a:lvl2pPr>
            <a:lvl3pPr lvl="2" algn="ctr">
              <a:spcBef>
                <a:spcPts val="0"/>
              </a:spcBef>
              <a:spcAft>
                <a:spcPts val="0"/>
              </a:spcAft>
              <a:buSzPts val="3100"/>
              <a:buFont typeface="Hammersmith One"/>
              <a:buNone/>
              <a:defRPr b="1" sz="3100">
                <a:latin typeface="Hammersmith One"/>
                <a:ea typeface="Hammersmith One"/>
                <a:cs typeface="Hammersmith One"/>
                <a:sym typeface="Hammersmith One"/>
              </a:defRPr>
            </a:lvl3pPr>
            <a:lvl4pPr lvl="3" algn="ctr">
              <a:spcBef>
                <a:spcPts val="0"/>
              </a:spcBef>
              <a:spcAft>
                <a:spcPts val="0"/>
              </a:spcAft>
              <a:buSzPts val="3100"/>
              <a:buFont typeface="Hammersmith One"/>
              <a:buNone/>
              <a:defRPr b="1" sz="3100">
                <a:latin typeface="Hammersmith One"/>
                <a:ea typeface="Hammersmith One"/>
                <a:cs typeface="Hammersmith One"/>
                <a:sym typeface="Hammersmith One"/>
              </a:defRPr>
            </a:lvl4pPr>
            <a:lvl5pPr lvl="4" algn="ctr">
              <a:spcBef>
                <a:spcPts val="0"/>
              </a:spcBef>
              <a:spcAft>
                <a:spcPts val="0"/>
              </a:spcAft>
              <a:buSzPts val="3100"/>
              <a:buFont typeface="Hammersmith One"/>
              <a:buNone/>
              <a:defRPr b="1" sz="3100">
                <a:latin typeface="Hammersmith One"/>
                <a:ea typeface="Hammersmith One"/>
                <a:cs typeface="Hammersmith One"/>
                <a:sym typeface="Hammersmith One"/>
              </a:defRPr>
            </a:lvl5pPr>
            <a:lvl6pPr lvl="5" algn="ctr">
              <a:spcBef>
                <a:spcPts val="0"/>
              </a:spcBef>
              <a:spcAft>
                <a:spcPts val="0"/>
              </a:spcAft>
              <a:buSzPts val="3100"/>
              <a:buFont typeface="Hammersmith One"/>
              <a:buNone/>
              <a:defRPr b="1" sz="3100">
                <a:latin typeface="Hammersmith One"/>
                <a:ea typeface="Hammersmith One"/>
                <a:cs typeface="Hammersmith One"/>
                <a:sym typeface="Hammersmith One"/>
              </a:defRPr>
            </a:lvl6pPr>
            <a:lvl7pPr lvl="6" algn="ctr">
              <a:spcBef>
                <a:spcPts val="0"/>
              </a:spcBef>
              <a:spcAft>
                <a:spcPts val="0"/>
              </a:spcAft>
              <a:buSzPts val="3100"/>
              <a:buFont typeface="Hammersmith One"/>
              <a:buNone/>
              <a:defRPr b="1" sz="3100">
                <a:latin typeface="Hammersmith One"/>
                <a:ea typeface="Hammersmith One"/>
                <a:cs typeface="Hammersmith One"/>
                <a:sym typeface="Hammersmith One"/>
              </a:defRPr>
            </a:lvl7pPr>
            <a:lvl8pPr lvl="7" algn="ctr">
              <a:spcBef>
                <a:spcPts val="0"/>
              </a:spcBef>
              <a:spcAft>
                <a:spcPts val="0"/>
              </a:spcAft>
              <a:buSzPts val="3100"/>
              <a:buFont typeface="Hammersmith One"/>
              <a:buNone/>
              <a:defRPr b="1" sz="3100">
                <a:latin typeface="Hammersmith One"/>
                <a:ea typeface="Hammersmith One"/>
                <a:cs typeface="Hammersmith One"/>
                <a:sym typeface="Hammersmith One"/>
              </a:defRPr>
            </a:lvl8pPr>
            <a:lvl9pPr lvl="8" algn="ctr">
              <a:spcBef>
                <a:spcPts val="0"/>
              </a:spcBef>
              <a:spcAft>
                <a:spcPts val="0"/>
              </a:spcAft>
              <a:buSzPts val="3100"/>
              <a:buFont typeface="Hammersmith One"/>
              <a:buNone/>
              <a:defRPr b="1" sz="3100">
                <a:latin typeface="Hammersmith One"/>
                <a:ea typeface="Hammersmith One"/>
                <a:cs typeface="Hammersmith One"/>
                <a:sym typeface="Hammersmith One"/>
              </a:defRPr>
            </a:lvl9pPr>
          </a:lstStyle>
          <a:p/>
        </p:txBody>
      </p:sp>
      <p:sp>
        <p:nvSpPr>
          <p:cNvPr id="2569" name="Google Shape;2569;p34"/>
          <p:cNvSpPr txBox="1"/>
          <p:nvPr>
            <p:ph idx="1" type="subTitle"/>
          </p:nvPr>
        </p:nvSpPr>
        <p:spPr>
          <a:xfrm>
            <a:off x="713225" y="2294550"/>
            <a:ext cx="2463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70" name="Google Shape;2570;p34"/>
          <p:cNvSpPr txBox="1"/>
          <p:nvPr>
            <p:ph idx="2" type="subTitle"/>
          </p:nvPr>
        </p:nvSpPr>
        <p:spPr>
          <a:xfrm>
            <a:off x="713225" y="1977300"/>
            <a:ext cx="2463300" cy="4074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Font typeface="DM Sans"/>
              <a:buNone/>
              <a:defRPr b="1" sz="1800">
                <a:solidFill>
                  <a:schemeClr val="accent2"/>
                </a:solidFill>
              </a:defRPr>
            </a:lvl1pPr>
            <a:lvl2pPr lvl="1"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2pPr>
            <a:lvl3pPr lvl="2"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3pPr>
            <a:lvl4pPr lvl="3"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4pPr>
            <a:lvl5pPr lvl="4"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5pPr>
            <a:lvl6pPr lvl="5"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6pPr>
            <a:lvl7pPr lvl="6"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7pPr>
            <a:lvl8pPr lvl="7"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8pPr>
            <a:lvl9pPr lvl="8"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9pPr>
          </a:lstStyle>
          <a:p/>
        </p:txBody>
      </p:sp>
      <p:sp>
        <p:nvSpPr>
          <p:cNvPr id="2571" name="Google Shape;2571;p34"/>
          <p:cNvSpPr txBox="1"/>
          <p:nvPr>
            <p:ph idx="3" type="subTitle"/>
          </p:nvPr>
        </p:nvSpPr>
        <p:spPr>
          <a:xfrm>
            <a:off x="3340398" y="2294550"/>
            <a:ext cx="2463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72" name="Google Shape;2572;p34"/>
          <p:cNvSpPr txBox="1"/>
          <p:nvPr>
            <p:ph idx="4" type="subTitle"/>
          </p:nvPr>
        </p:nvSpPr>
        <p:spPr>
          <a:xfrm>
            <a:off x="3340399" y="1977300"/>
            <a:ext cx="2463300" cy="4074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Font typeface="DM Sans"/>
              <a:buNone/>
              <a:defRPr b="1" sz="1800">
                <a:solidFill>
                  <a:schemeClr val="accent2"/>
                </a:solidFill>
              </a:defRPr>
            </a:lvl1pPr>
            <a:lvl2pPr lvl="1"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2pPr>
            <a:lvl3pPr lvl="2"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3pPr>
            <a:lvl4pPr lvl="3"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4pPr>
            <a:lvl5pPr lvl="4"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5pPr>
            <a:lvl6pPr lvl="5"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6pPr>
            <a:lvl7pPr lvl="6"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7pPr>
            <a:lvl8pPr lvl="7"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8pPr>
            <a:lvl9pPr lvl="8"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9pPr>
          </a:lstStyle>
          <a:p/>
        </p:txBody>
      </p:sp>
      <p:sp>
        <p:nvSpPr>
          <p:cNvPr id="2573" name="Google Shape;2573;p34"/>
          <p:cNvSpPr txBox="1"/>
          <p:nvPr>
            <p:ph idx="5" type="subTitle"/>
          </p:nvPr>
        </p:nvSpPr>
        <p:spPr>
          <a:xfrm>
            <a:off x="5967571" y="2294550"/>
            <a:ext cx="2463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74" name="Google Shape;2574;p34"/>
          <p:cNvSpPr txBox="1"/>
          <p:nvPr>
            <p:ph idx="6" type="subTitle"/>
          </p:nvPr>
        </p:nvSpPr>
        <p:spPr>
          <a:xfrm>
            <a:off x="5967574" y="1977300"/>
            <a:ext cx="2463300" cy="4074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Font typeface="DM Sans"/>
              <a:buNone/>
              <a:defRPr b="1" sz="1800">
                <a:solidFill>
                  <a:schemeClr val="accent2"/>
                </a:solidFill>
              </a:defRPr>
            </a:lvl1pPr>
            <a:lvl2pPr lvl="1"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2pPr>
            <a:lvl3pPr lvl="2"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3pPr>
            <a:lvl4pPr lvl="3"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4pPr>
            <a:lvl5pPr lvl="4"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5pPr>
            <a:lvl6pPr lvl="5"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6pPr>
            <a:lvl7pPr lvl="6"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7pPr>
            <a:lvl8pPr lvl="7"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8pPr>
            <a:lvl9pPr lvl="8"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9pPr>
          </a:lstStyle>
          <a:p/>
        </p:txBody>
      </p:sp>
      <p:sp>
        <p:nvSpPr>
          <p:cNvPr id="2575" name="Google Shape;2575;p34"/>
          <p:cNvSpPr txBox="1"/>
          <p:nvPr>
            <p:ph idx="7" type="subTitle"/>
          </p:nvPr>
        </p:nvSpPr>
        <p:spPr>
          <a:xfrm>
            <a:off x="713225" y="3961253"/>
            <a:ext cx="2463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76" name="Google Shape;2576;p34"/>
          <p:cNvSpPr txBox="1"/>
          <p:nvPr>
            <p:ph idx="8" type="subTitle"/>
          </p:nvPr>
        </p:nvSpPr>
        <p:spPr>
          <a:xfrm>
            <a:off x="713225" y="3643976"/>
            <a:ext cx="2463300" cy="4074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Font typeface="DM Sans"/>
              <a:buNone/>
              <a:defRPr b="1" sz="1800">
                <a:solidFill>
                  <a:schemeClr val="accent2"/>
                </a:solidFill>
              </a:defRPr>
            </a:lvl1pPr>
            <a:lvl2pPr lvl="1"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2pPr>
            <a:lvl3pPr lvl="2"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3pPr>
            <a:lvl4pPr lvl="3"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4pPr>
            <a:lvl5pPr lvl="4"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5pPr>
            <a:lvl6pPr lvl="5"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6pPr>
            <a:lvl7pPr lvl="6"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7pPr>
            <a:lvl8pPr lvl="7"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8pPr>
            <a:lvl9pPr lvl="8"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9pPr>
          </a:lstStyle>
          <a:p/>
        </p:txBody>
      </p:sp>
      <p:sp>
        <p:nvSpPr>
          <p:cNvPr id="2577" name="Google Shape;2577;p34"/>
          <p:cNvSpPr txBox="1"/>
          <p:nvPr>
            <p:ph idx="9" type="subTitle"/>
          </p:nvPr>
        </p:nvSpPr>
        <p:spPr>
          <a:xfrm>
            <a:off x="3340398" y="3961253"/>
            <a:ext cx="2463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78" name="Google Shape;2578;p34"/>
          <p:cNvSpPr txBox="1"/>
          <p:nvPr>
            <p:ph idx="13" type="subTitle"/>
          </p:nvPr>
        </p:nvSpPr>
        <p:spPr>
          <a:xfrm>
            <a:off x="3340399" y="3643976"/>
            <a:ext cx="2463300" cy="4074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Font typeface="DM Sans"/>
              <a:buNone/>
              <a:defRPr b="1" sz="1800">
                <a:solidFill>
                  <a:schemeClr val="accent2"/>
                </a:solidFill>
              </a:defRPr>
            </a:lvl1pPr>
            <a:lvl2pPr lvl="1"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2pPr>
            <a:lvl3pPr lvl="2"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3pPr>
            <a:lvl4pPr lvl="3"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4pPr>
            <a:lvl5pPr lvl="4"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5pPr>
            <a:lvl6pPr lvl="5"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6pPr>
            <a:lvl7pPr lvl="6"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7pPr>
            <a:lvl8pPr lvl="7"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8pPr>
            <a:lvl9pPr lvl="8"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9pPr>
          </a:lstStyle>
          <a:p/>
        </p:txBody>
      </p:sp>
      <p:sp>
        <p:nvSpPr>
          <p:cNvPr id="2579" name="Google Shape;2579;p34"/>
          <p:cNvSpPr txBox="1"/>
          <p:nvPr>
            <p:ph idx="14" type="subTitle"/>
          </p:nvPr>
        </p:nvSpPr>
        <p:spPr>
          <a:xfrm>
            <a:off x="5967571" y="3961253"/>
            <a:ext cx="2463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80" name="Google Shape;2580;p34"/>
          <p:cNvSpPr txBox="1"/>
          <p:nvPr>
            <p:ph idx="15" type="subTitle"/>
          </p:nvPr>
        </p:nvSpPr>
        <p:spPr>
          <a:xfrm>
            <a:off x="5967574" y="3643976"/>
            <a:ext cx="2463300" cy="4074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Font typeface="DM Sans"/>
              <a:buNone/>
              <a:defRPr b="1" sz="1800">
                <a:solidFill>
                  <a:schemeClr val="accent2"/>
                </a:solidFill>
              </a:defRPr>
            </a:lvl1pPr>
            <a:lvl2pPr lvl="1"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2pPr>
            <a:lvl3pPr lvl="2"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3pPr>
            <a:lvl4pPr lvl="3"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4pPr>
            <a:lvl5pPr lvl="4"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5pPr>
            <a:lvl6pPr lvl="5"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6pPr>
            <a:lvl7pPr lvl="6"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7pPr>
            <a:lvl8pPr lvl="7"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8pPr>
            <a:lvl9pPr lvl="8" algn="ctr">
              <a:lnSpc>
                <a:spcPct val="100000"/>
              </a:lnSpc>
              <a:spcBef>
                <a:spcPts val="0"/>
              </a:spcBef>
              <a:spcAft>
                <a:spcPts val="0"/>
              </a:spcAft>
              <a:buClr>
                <a:schemeClr val="accent2"/>
              </a:buClr>
              <a:buSzPts val="2400"/>
              <a:buFont typeface="DM Sans"/>
              <a:buNone/>
              <a:defRPr b="1" sz="2400">
                <a:solidFill>
                  <a:schemeClr val="accent2"/>
                </a:solidFill>
                <a:latin typeface="DM Sans"/>
                <a:ea typeface="DM Sans"/>
                <a:cs typeface="DM Sans"/>
                <a:sym typeface="DM Sans"/>
              </a:defRPr>
            </a:lvl9pPr>
          </a:lstStyle>
          <a:p/>
        </p:txBody>
      </p:sp>
      <p:grpSp>
        <p:nvGrpSpPr>
          <p:cNvPr id="2581" name="Google Shape;2581;p34"/>
          <p:cNvGrpSpPr/>
          <p:nvPr/>
        </p:nvGrpSpPr>
        <p:grpSpPr>
          <a:xfrm>
            <a:off x="-20500" y="4701273"/>
            <a:ext cx="9219895" cy="461615"/>
            <a:chOff x="150" y="4701117"/>
            <a:chExt cx="9144000" cy="461615"/>
          </a:xfrm>
        </p:grpSpPr>
        <p:sp>
          <p:nvSpPr>
            <p:cNvPr id="2582" name="Google Shape;2582;p34"/>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583" name="Google Shape;2583;p34"/>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584" name="Google Shape;2584;p34"/>
          <p:cNvGrpSpPr/>
          <p:nvPr/>
        </p:nvGrpSpPr>
        <p:grpSpPr>
          <a:xfrm>
            <a:off x="186263" y="4809856"/>
            <a:ext cx="8839635" cy="272350"/>
            <a:chOff x="186263" y="4809856"/>
            <a:chExt cx="8839635" cy="272350"/>
          </a:xfrm>
        </p:grpSpPr>
        <p:grpSp>
          <p:nvGrpSpPr>
            <p:cNvPr id="2585" name="Google Shape;2585;p34"/>
            <p:cNvGrpSpPr/>
            <p:nvPr/>
          </p:nvGrpSpPr>
          <p:grpSpPr>
            <a:xfrm>
              <a:off x="806397" y="4829429"/>
              <a:ext cx="344874" cy="246093"/>
              <a:chOff x="2509616" y="1928763"/>
              <a:chExt cx="1327970" cy="947605"/>
            </a:xfrm>
          </p:grpSpPr>
          <p:sp>
            <p:nvSpPr>
              <p:cNvPr id="2586" name="Google Shape;2586;p34"/>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7" name="Google Shape;2587;p34"/>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8" name="Google Shape;2588;p34"/>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9" name="Google Shape;2589;p34"/>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0" name="Google Shape;2590;p34"/>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1" name="Google Shape;2591;p34"/>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2" name="Google Shape;2592;p34"/>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3" name="Google Shape;2593;p34"/>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4" name="Google Shape;2594;p34"/>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5" name="Google Shape;2595;p34"/>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6" name="Google Shape;2596;p34"/>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7" name="Google Shape;2597;p34"/>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8" name="Google Shape;2598;p34"/>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99" name="Google Shape;2599;p34"/>
            <p:cNvGrpSpPr/>
            <p:nvPr/>
          </p:nvGrpSpPr>
          <p:grpSpPr>
            <a:xfrm rot="5400000">
              <a:off x="1329853" y="4803123"/>
              <a:ext cx="235464" cy="298700"/>
              <a:chOff x="4443093" y="1867585"/>
              <a:chExt cx="726740" cy="921628"/>
            </a:xfrm>
          </p:grpSpPr>
          <p:sp>
            <p:nvSpPr>
              <p:cNvPr id="2600" name="Google Shape;2600;p34"/>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1" name="Google Shape;2601;p34"/>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602" name="Google Shape;2602;p34"/>
            <p:cNvSpPr/>
            <p:nvPr/>
          </p:nvSpPr>
          <p:spPr>
            <a:xfrm>
              <a:off x="1743875" y="48098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603" name="Google Shape;2603;p34"/>
            <p:cNvGrpSpPr/>
            <p:nvPr/>
          </p:nvGrpSpPr>
          <p:grpSpPr>
            <a:xfrm rot="5400000">
              <a:off x="2512383" y="4758710"/>
              <a:ext cx="65949" cy="365580"/>
              <a:chOff x="7486891" y="2067545"/>
              <a:chExt cx="143805" cy="797165"/>
            </a:xfrm>
          </p:grpSpPr>
          <p:sp>
            <p:nvSpPr>
              <p:cNvPr id="2604" name="Google Shape;2604;p34"/>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5" name="Google Shape;2605;p34"/>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06" name="Google Shape;2606;p34"/>
            <p:cNvGrpSpPr/>
            <p:nvPr/>
          </p:nvGrpSpPr>
          <p:grpSpPr>
            <a:xfrm rot="5400000">
              <a:off x="2894699" y="4803136"/>
              <a:ext cx="259475" cy="298664"/>
              <a:chOff x="8627678" y="2059919"/>
              <a:chExt cx="737775" cy="849201"/>
            </a:xfrm>
          </p:grpSpPr>
          <p:sp>
            <p:nvSpPr>
              <p:cNvPr id="2607" name="Google Shape;2607;p34"/>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8" name="Google Shape;2608;p34"/>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9" name="Google Shape;2609;p34"/>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0" name="Google Shape;2610;p34"/>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1" name="Google Shape;2611;p34"/>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2" name="Google Shape;2612;p34"/>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3" name="Google Shape;2613;p34"/>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4" name="Google Shape;2614;p34"/>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5" name="Google Shape;2615;p34"/>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6" name="Google Shape;2616;p34"/>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7" name="Google Shape;2617;p34"/>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8" name="Google Shape;2618;p34"/>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9" name="Google Shape;2619;p34"/>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0" name="Google Shape;2620;p34"/>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21" name="Google Shape;2621;p34"/>
            <p:cNvGrpSpPr/>
            <p:nvPr/>
          </p:nvGrpSpPr>
          <p:grpSpPr>
            <a:xfrm rot="-5400000">
              <a:off x="314890" y="4715880"/>
              <a:ext cx="215942" cy="473196"/>
              <a:chOff x="1293873" y="1704092"/>
              <a:chExt cx="470872" cy="1031828"/>
            </a:xfrm>
          </p:grpSpPr>
          <p:sp>
            <p:nvSpPr>
              <p:cNvPr id="2622" name="Google Shape;2622;p34"/>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3" name="Google Shape;2623;p34"/>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4" name="Google Shape;2624;p34"/>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5" name="Google Shape;2625;p34"/>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6" name="Google Shape;2626;p34"/>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7" name="Google Shape;2627;p34"/>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28" name="Google Shape;2628;p34"/>
            <p:cNvGrpSpPr/>
            <p:nvPr/>
          </p:nvGrpSpPr>
          <p:grpSpPr>
            <a:xfrm>
              <a:off x="3955272" y="4829429"/>
              <a:ext cx="344874" cy="246093"/>
              <a:chOff x="2509616" y="1928763"/>
              <a:chExt cx="1327970" cy="947605"/>
            </a:xfrm>
          </p:grpSpPr>
          <p:sp>
            <p:nvSpPr>
              <p:cNvPr id="2629" name="Google Shape;2629;p34"/>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0" name="Google Shape;2630;p34"/>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1" name="Google Shape;2631;p34"/>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2" name="Google Shape;2632;p34"/>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3" name="Google Shape;2633;p34"/>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4" name="Google Shape;2634;p34"/>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5" name="Google Shape;2635;p34"/>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6" name="Google Shape;2636;p34"/>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7" name="Google Shape;2637;p34"/>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8" name="Google Shape;2638;p34"/>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9" name="Google Shape;2639;p34"/>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0" name="Google Shape;2640;p34"/>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1" name="Google Shape;2641;p34"/>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42" name="Google Shape;2642;p34"/>
            <p:cNvGrpSpPr/>
            <p:nvPr/>
          </p:nvGrpSpPr>
          <p:grpSpPr>
            <a:xfrm rot="5400000">
              <a:off x="4478728" y="4803123"/>
              <a:ext cx="235464" cy="298700"/>
              <a:chOff x="4443093" y="1867585"/>
              <a:chExt cx="726740" cy="921628"/>
            </a:xfrm>
          </p:grpSpPr>
          <p:sp>
            <p:nvSpPr>
              <p:cNvPr id="2643" name="Google Shape;2643;p34"/>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4" name="Google Shape;2644;p34"/>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645" name="Google Shape;2645;p34"/>
            <p:cNvSpPr/>
            <p:nvPr/>
          </p:nvSpPr>
          <p:spPr>
            <a:xfrm>
              <a:off x="4892750" y="48098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646" name="Google Shape;2646;p34"/>
            <p:cNvGrpSpPr/>
            <p:nvPr/>
          </p:nvGrpSpPr>
          <p:grpSpPr>
            <a:xfrm rot="5400000">
              <a:off x="5661258" y="4758710"/>
              <a:ext cx="65949" cy="365580"/>
              <a:chOff x="7486891" y="2067545"/>
              <a:chExt cx="143805" cy="797165"/>
            </a:xfrm>
          </p:grpSpPr>
          <p:sp>
            <p:nvSpPr>
              <p:cNvPr id="2647" name="Google Shape;2647;p34"/>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8" name="Google Shape;2648;p34"/>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49" name="Google Shape;2649;p34"/>
            <p:cNvGrpSpPr/>
            <p:nvPr/>
          </p:nvGrpSpPr>
          <p:grpSpPr>
            <a:xfrm rot="5400000">
              <a:off x="6043574" y="4803136"/>
              <a:ext cx="259475" cy="298664"/>
              <a:chOff x="8627678" y="2059919"/>
              <a:chExt cx="737775" cy="849201"/>
            </a:xfrm>
          </p:grpSpPr>
          <p:sp>
            <p:nvSpPr>
              <p:cNvPr id="2650" name="Google Shape;2650;p34"/>
              <p:cNvSpPr/>
              <p:nvPr/>
            </p:nvSpPr>
            <p:spPr>
              <a:xfrm>
                <a:off x="8627678" y="2059919"/>
                <a:ext cx="521072" cy="817004"/>
              </a:xfrm>
              <a:custGeom>
                <a:rect b="b" l="l" r="r" t="t"/>
                <a:pathLst>
                  <a:path extrusionOk="0" h="817004" w="521072">
                    <a:moveTo>
                      <a:pt x="65507" y="817005"/>
                    </a:moveTo>
                    <a:cubicBezTo>
                      <a:pt x="57181" y="817005"/>
                      <a:pt x="49409" y="815339"/>
                      <a:pt x="42192" y="812563"/>
                    </a:cubicBezTo>
                    <a:cubicBezTo>
                      <a:pt x="-1108" y="793689"/>
                      <a:pt x="3" y="735401"/>
                      <a:pt x="3" y="715971"/>
                    </a:cubicBezTo>
                    <a:lnTo>
                      <a:pt x="3" y="715971"/>
                    </a:lnTo>
                    <a:lnTo>
                      <a:pt x="8885" y="206363"/>
                    </a:lnTo>
                    <a:cubicBezTo>
                      <a:pt x="8885" y="197481"/>
                      <a:pt x="8885" y="187488"/>
                      <a:pt x="8330" y="177496"/>
                    </a:cubicBezTo>
                    <a:cubicBezTo>
                      <a:pt x="7219" y="130865"/>
                      <a:pt x="4999" y="72577"/>
                      <a:pt x="41082" y="36493"/>
                    </a:cubicBezTo>
                    <a:cubicBezTo>
                      <a:pt x="77721" y="-145"/>
                      <a:pt x="138785" y="410"/>
                      <a:pt x="188191" y="965"/>
                    </a:cubicBezTo>
                    <a:cubicBezTo>
                      <a:pt x="197628" y="965"/>
                      <a:pt x="207065" y="965"/>
                      <a:pt x="215392" y="965"/>
                    </a:cubicBezTo>
                    <a:cubicBezTo>
                      <a:pt x="294776" y="-1256"/>
                      <a:pt x="374715" y="410"/>
                      <a:pt x="453543" y="5406"/>
                    </a:cubicBezTo>
                    <a:cubicBezTo>
                      <a:pt x="466866" y="6516"/>
                      <a:pt x="506835" y="9292"/>
                      <a:pt x="518493" y="41489"/>
                    </a:cubicBezTo>
                    <a:cubicBezTo>
                      <a:pt x="525154" y="60919"/>
                      <a:pt x="517382" y="79793"/>
                      <a:pt x="512386" y="90896"/>
                    </a:cubicBezTo>
                    <a:cubicBezTo>
                      <a:pt x="411353" y="322940"/>
                      <a:pt x="288670" y="547212"/>
                      <a:pt x="148222" y="757606"/>
                    </a:cubicBezTo>
                    <a:cubicBezTo>
                      <a:pt x="138785" y="771484"/>
                      <a:pt x="127127" y="789248"/>
                      <a:pt x="109918" y="802016"/>
                    </a:cubicBezTo>
                    <a:cubicBezTo>
                      <a:pt x="96040" y="811453"/>
                      <a:pt x="80496" y="817005"/>
                      <a:pt x="65507" y="817005"/>
                    </a:cubicBezTo>
                    <a:close/>
                    <a:moveTo>
                      <a:pt x="37196" y="716526"/>
                    </a:moveTo>
                    <a:cubicBezTo>
                      <a:pt x="36641" y="752054"/>
                      <a:pt x="42747" y="772594"/>
                      <a:pt x="57181" y="778701"/>
                    </a:cubicBezTo>
                    <a:cubicBezTo>
                      <a:pt x="66063" y="782587"/>
                      <a:pt x="78276" y="779811"/>
                      <a:pt x="88823" y="772039"/>
                    </a:cubicBezTo>
                    <a:cubicBezTo>
                      <a:pt x="100481" y="763157"/>
                      <a:pt x="109918" y="749279"/>
                      <a:pt x="118245" y="737066"/>
                    </a:cubicBezTo>
                    <a:cubicBezTo>
                      <a:pt x="258138" y="528893"/>
                      <a:pt x="379155" y="306286"/>
                      <a:pt x="479634" y="76462"/>
                    </a:cubicBezTo>
                    <a:cubicBezTo>
                      <a:pt x="482410" y="70356"/>
                      <a:pt x="486850" y="59809"/>
                      <a:pt x="485185" y="53702"/>
                    </a:cubicBezTo>
                    <a:cubicBezTo>
                      <a:pt x="482965" y="47596"/>
                      <a:pt x="471307" y="43155"/>
                      <a:pt x="452433" y="42045"/>
                    </a:cubicBezTo>
                    <a:cubicBezTo>
                      <a:pt x="374715" y="36493"/>
                      <a:pt x="295886" y="34828"/>
                      <a:pt x="218168" y="37603"/>
                    </a:cubicBezTo>
                    <a:cubicBezTo>
                      <a:pt x="209286" y="37603"/>
                      <a:pt x="199849" y="37603"/>
                      <a:pt x="189301" y="37603"/>
                    </a:cubicBezTo>
                    <a:cubicBezTo>
                      <a:pt x="146557" y="37603"/>
                      <a:pt x="93820" y="37048"/>
                      <a:pt x="68283" y="62584"/>
                    </a:cubicBezTo>
                    <a:cubicBezTo>
                      <a:pt x="43302" y="87010"/>
                      <a:pt x="44968" y="134196"/>
                      <a:pt x="46078" y="176386"/>
                    </a:cubicBezTo>
                    <a:cubicBezTo>
                      <a:pt x="46634" y="187488"/>
                      <a:pt x="46634" y="197481"/>
                      <a:pt x="46634" y="206918"/>
                    </a:cubicBezTo>
                    <a:lnTo>
                      <a:pt x="37196" y="716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1" name="Google Shape;2651;p34"/>
              <p:cNvSpPr/>
              <p:nvPr/>
            </p:nvSpPr>
            <p:spPr>
              <a:xfrm>
                <a:off x="8812900" y="2095857"/>
                <a:ext cx="552553" cy="813263"/>
              </a:xfrm>
              <a:custGeom>
                <a:rect b="b" l="l" r="r" t="t"/>
                <a:pathLst>
                  <a:path extrusionOk="0" h="813263" w="552553">
                    <a:moveTo>
                      <a:pt x="406548" y="813264"/>
                    </a:moveTo>
                    <a:cubicBezTo>
                      <a:pt x="401552" y="813264"/>
                      <a:pt x="396555" y="813264"/>
                      <a:pt x="391560" y="813264"/>
                    </a:cubicBezTo>
                    <a:lnTo>
                      <a:pt x="146192" y="807713"/>
                    </a:lnTo>
                    <a:cubicBezTo>
                      <a:pt x="138421" y="807713"/>
                      <a:pt x="129539" y="808268"/>
                      <a:pt x="119547" y="808823"/>
                    </a:cubicBezTo>
                    <a:cubicBezTo>
                      <a:pt x="87349" y="810488"/>
                      <a:pt x="51266" y="812709"/>
                      <a:pt x="26285" y="797720"/>
                    </a:cubicBezTo>
                    <a:cubicBezTo>
                      <a:pt x="12962" y="789393"/>
                      <a:pt x="4635" y="778846"/>
                      <a:pt x="1304" y="766633"/>
                    </a:cubicBezTo>
                    <a:cubicBezTo>
                      <a:pt x="-4247" y="743873"/>
                      <a:pt x="9076" y="722223"/>
                      <a:pt x="19623" y="704459"/>
                    </a:cubicBezTo>
                    <a:lnTo>
                      <a:pt x="24064" y="697797"/>
                    </a:lnTo>
                    <a:lnTo>
                      <a:pt x="377126" y="98258"/>
                    </a:lnTo>
                    <a:cubicBezTo>
                      <a:pt x="434859" y="0"/>
                      <a:pt x="457065" y="0"/>
                      <a:pt x="464837" y="0"/>
                    </a:cubicBezTo>
                    <a:lnTo>
                      <a:pt x="464837" y="0"/>
                    </a:lnTo>
                    <a:cubicBezTo>
                      <a:pt x="464837" y="0"/>
                      <a:pt x="464837" y="0"/>
                      <a:pt x="464837" y="0"/>
                    </a:cubicBezTo>
                    <a:cubicBezTo>
                      <a:pt x="495369" y="0"/>
                      <a:pt x="516464" y="28867"/>
                      <a:pt x="518684" y="75498"/>
                    </a:cubicBezTo>
                    <a:lnTo>
                      <a:pt x="551437" y="650056"/>
                    </a:lnTo>
                    <a:cubicBezTo>
                      <a:pt x="554212" y="693911"/>
                      <a:pt x="554212" y="743318"/>
                      <a:pt x="522015" y="777736"/>
                    </a:cubicBezTo>
                    <a:cubicBezTo>
                      <a:pt x="493148" y="808268"/>
                      <a:pt x="448738" y="813264"/>
                      <a:pt x="406548" y="813264"/>
                    </a:cubicBezTo>
                    <a:close/>
                    <a:moveTo>
                      <a:pt x="143417" y="770519"/>
                    </a:moveTo>
                    <a:cubicBezTo>
                      <a:pt x="144527" y="770519"/>
                      <a:pt x="145637" y="770519"/>
                      <a:pt x="146747" y="770519"/>
                    </a:cubicBezTo>
                    <a:lnTo>
                      <a:pt x="392115" y="776070"/>
                    </a:lnTo>
                    <a:cubicBezTo>
                      <a:pt x="431529" y="777180"/>
                      <a:pt x="472608" y="775515"/>
                      <a:pt x="495369" y="751089"/>
                    </a:cubicBezTo>
                    <a:cubicBezTo>
                      <a:pt x="517019" y="727774"/>
                      <a:pt x="517019" y="688915"/>
                      <a:pt x="514798" y="651166"/>
                    </a:cubicBezTo>
                    <a:lnTo>
                      <a:pt x="482045" y="76608"/>
                    </a:lnTo>
                    <a:cubicBezTo>
                      <a:pt x="480935" y="58289"/>
                      <a:pt x="475384" y="39414"/>
                      <a:pt x="467057" y="36639"/>
                    </a:cubicBezTo>
                    <a:cubicBezTo>
                      <a:pt x="455955" y="44965"/>
                      <a:pt x="428198" y="84380"/>
                      <a:pt x="409324" y="116577"/>
                    </a:cubicBezTo>
                    <a:lnTo>
                      <a:pt x="51821" y="723888"/>
                    </a:lnTo>
                    <a:cubicBezTo>
                      <a:pt x="45159" y="734991"/>
                      <a:pt x="35722" y="750534"/>
                      <a:pt x="37387" y="757751"/>
                    </a:cubicBezTo>
                    <a:cubicBezTo>
                      <a:pt x="37942" y="760527"/>
                      <a:pt x="40718" y="763302"/>
                      <a:pt x="45714" y="766078"/>
                    </a:cubicBezTo>
                    <a:cubicBezTo>
                      <a:pt x="60702" y="774960"/>
                      <a:pt x="92345" y="773295"/>
                      <a:pt x="117881" y="772184"/>
                    </a:cubicBezTo>
                    <a:cubicBezTo>
                      <a:pt x="126763" y="771074"/>
                      <a:pt x="135645" y="770519"/>
                      <a:pt x="143417" y="770519"/>
                    </a:cubicBezTo>
                    <a:close/>
                    <a:moveTo>
                      <a:pt x="464837" y="17209"/>
                    </a:moveTo>
                    <a:lnTo>
                      <a:pt x="464837" y="17209"/>
                    </a:lnTo>
                    <a:lnTo>
                      <a:pt x="464837" y="1720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2" name="Google Shape;2652;p34"/>
              <p:cNvSpPr/>
              <p:nvPr/>
            </p:nvSpPr>
            <p:spPr>
              <a:xfrm>
                <a:off x="8634047" y="2630151"/>
                <a:ext cx="200437" cy="103549"/>
              </a:xfrm>
              <a:custGeom>
                <a:rect b="b" l="l" r="r" t="t"/>
                <a:pathLst>
                  <a:path extrusionOk="0" h="103549" w="200437">
                    <a:moveTo>
                      <a:pt x="182378" y="103549"/>
                    </a:moveTo>
                    <a:cubicBezTo>
                      <a:pt x="180157" y="103549"/>
                      <a:pt x="177381" y="102994"/>
                      <a:pt x="175161" y="102439"/>
                    </a:cubicBezTo>
                    <a:lnTo>
                      <a:pt x="11398" y="35269"/>
                    </a:lnTo>
                    <a:cubicBezTo>
                      <a:pt x="1961" y="31383"/>
                      <a:pt x="-2480" y="20835"/>
                      <a:pt x="1406" y="11398"/>
                    </a:cubicBezTo>
                    <a:cubicBezTo>
                      <a:pt x="5291" y="1961"/>
                      <a:pt x="16394" y="-2480"/>
                      <a:pt x="25276" y="1406"/>
                    </a:cubicBezTo>
                    <a:lnTo>
                      <a:pt x="189039" y="68576"/>
                    </a:lnTo>
                    <a:cubicBezTo>
                      <a:pt x="198477" y="72462"/>
                      <a:pt x="202917" y="83010"/>
                      <a:pt x="199032" y="92447"/>
                    </a:cubicBezTo>
                    <a:cubicBezTo>
                      <a:pt x="196811" y="99664"/>
                      <a:pt x="189594" y="103549"/>
                      <a:pt x="182378" y="1035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3" name="Google Shape;2653;p34"/>
              <p:cNvSpPr/>
              <p:nvPr/>
            </p:nvSpPr>
            <p:spPr>
              <a:xfrm>
                <a:off x="8635157" y="2514129"/>
                <a:ext cx="259280" cy="125754"/>
              </a:xfrm>
              <a:custGeom>
                <a:rect b="b" l="l" r="r" t="t"/>
                <a:pathLst>
                  <a:path extrusionOk="0" h="125754" w="259280">
                    <a:moveTo>
                      <a:pt x="240666" y="125755"/>
                    </a:moveTo>
                    <a:cubicBezTo>
                      <a:pt x="238445" y="125755"/>
                      <a:pt x="236225" y="125199"/>
                      <a:pt x="234005" y="124644"/>
                    </a:cubicBezTo>
                    <a:lnTo>
                      <a:pt x="11398" y="35269"/>
                    </a:lnTo>
                    <a:cubicBezTo>
                      <a:pt x="1961" y="31383"/>
                      <a:pt x="-2480" y="20835"/>
                      <a:pt x="1406" y="11398"/>
                    </a:cubicBezTo>
                    <a:cubicBezTo>
                      <a:pt x="5291" y="1961"/>
                      <a:pt x="15839" y="-2480"/>
                      <a:pt x="25276" y="1406"/>
                    </a:cubicBezTo>
                    <a:lnTo>
                      <a:pt x="247883" y="90781"/>
                    </a:lnTo>
                    <a:cubicBezTo>
                      <a:pt x="257320" y="94667"/>
                      <a:pt x="261761" y="105215"/>
                      <a:pt x="257875" y="114652"/>
                    </a:cubicBezTo>
                    <a:cubicBezTo>
                      <a:pt x="254544" y="121314"/>
                      <a:pt x="247883" y="125755"/>
                      <a:pt x="240666" y="1257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4" name="Google Shape;2654;p34"/>
              <p:cNvSpPr/>
              <p:nvPr/>
            </p:nvSpPr>
            <p:spPr>
              <a:xfrm>
                <a:off x="8634163" y="2363804"/>
                <a:ext cx="317433" cy="173380"/>
              </a:xfrm>
              <a:custGeom>
                <a:rect b="b" l="l" r="r" t="t"/>
                <a:pathLst>
                  <a:path extrusionOk="0" h="173380" w="317433">
                    <a:moveTo>
                      <a:pt x="299394" y="173380"/>
                    </a:moveTo>
                    <a:cubicBezTo>
                      <a:pt x="298839" y="173380"/>
                      <a:pt x="298284" y="173380"/>
                      <a:pt x="297729" y="173380"/>
                    </a:cubicBezTo>
                    <a:lnTo>
                      <a:pt x="291067" y="172825"/>
                    </a:lnTo>
                    <a:cubicBezTo>
                      <a:pt x="285516" y="172270"/>
                      <a:pt x="280520" y="169494"/>
                      <a:pt x="277189" y="165053"/>
                    </a:cubicBezTo>
                    <a:lnTo>
                      <a:pt x="10172" y="34598"/>
                    </a:lnTo>
                    <a:cubicBezTo>
                      <a:pt x="1290" y="30157"/>
                      <a:pt x="-2596" y="19054"/>
                      <a:pt x="1845" y="10172"/>
                    </a:cubicBezTo>
                    <a:cubicBezTo>
                      <a:pt x="6286" y="1290"/>
                      <a:pt x="17389" y="-2596"/>
                      <a:pt x="26271" y="1845"/>
                    </a:cubicBezTo>
                    <a:lnTo>
                      <a:pt x="307166" y="138962"/>
                    </a:lnTo>
                    <a:cubicBezTo>
                      <a:pt x="314938" y="142848"/>
                      <a:pt x="319379" y="151730"/>
                      <a:pt x="316603" y="160612"/>
                    </a:cubicBezTo>
                    <a:cubicBezTo>
                      <a:pt x="315493" y="167829"/>
                      <a:pt x="307721" y="173380"/>
                      <a:pt x="299394" y="173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5" name="Google Shape;2655;p34"/>
              <p:cNvSpPr/>
              <p:nvPr/>
            </p:nvSpPr>
            <p:spPr>
              <a:xfrm>
                <a:off x="8639726" y="2232806"/>
                <a:ext cx="362834" cy="190021"/>
              </a:xfrm>
              <a:custGeom>
                <a:rect b="b" l="l" r="r" t="t"/>
                <a:pathLst>
                  <a:path extrusionOk="0" h="190021" w="362834">
                    <a:moveTo>
                      <a:pt x="344347" y="190022"/>
                    </a:moveTo>
                    <a:cubicBezTo>
                      <a:pt x="341572" y="190022"/>
                      <a:pt x="338796" y="189466"/>
                      <a:pt x="336575" y="188356"/>
                    </a:cubicBezTo>
                    <a:lnTo>
                      <a:pt x="10715" y="35141"/>
                    </a:lnTo>
                    <a:cubicBezTo>
                      <a:pt x="1278" y="30700"/>
                      <a:pt x="-2608" y="19597"/>
                      <a:pt x="1833" y="10715"/>
                    </a:cubicBezTo>
                    <a:cubicBezTo>
                      <a:pt x="6274" y="1278"/>
                      <a:pt x="17376" y="-2608"/>
                      <a:pt x="26259" y="1833"/>
                    </a:cubicBezTo>
                    <a:lnTo>
                      <a:pt x="352119" y="155048"/>
                    </a:lnTo>
                    <a:cubicBezTo>
                      <a:pt x="361556" y="159489"/>
                      <a:pt x="365442" y="170592"/>
                      <a:pt x="361001" y="179474"/>
                    </a:cubicBezTo>
                    <a:cubicBezTo>
                      <a:pt x="357670" y="186136"/>
                      <a:pt x="351009" y="190022"/>
                      <a:pt x="344347" y="19002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6" name="Google Shape;2656;p34"/>
              <p:cNvSpPr/>
              <p:nvPr/>
            </p:nvSpPr>
            <p:spPr>
              <a:xfrm>
                <a:off x="8656010" y="2100315"/>
                <a:ext cx="399658" cy="224809"/>
              </a:xfrm>
              <a:custGeom>
                <a:rect b="b" l="l" r="r" t="t"/>
                <a:pathLst>
                  <a:path extrusionOk="0" h="224809" w="399658">
                    <a:moveTo>
                      <a:pt x="380801" y="224810"/>
                    </a:moveTo>
                    <a:cubicBezTo>
                      <a:pt x="378025" y="224810"/>
                      <a:pt x="375250" y="224255"/>
                      <a:pt x="372474" y="222589"/>
                    </a:cubicBezTo>
                    <a:lnTo>
                      <a:pt x="9975" y="34956"/>
                    </a:lnTo>
                    <a:cubicBezTo>
                      <a:pt x="1093" y="30515"/>
                      <a:pt x="-2793" y="18857"/>
                      <a:pt x="2203" y="9975"/>
                    </a:cubicBezTo>
                    <a:cubicBezTo>
                      <a:pt x="7200" y="1093"/>
                      <a:pt x="18302" y="-2793"/>
                      <a:pt x="27184" y="2203"/>
                    </a:cubicBezTo>
                    <a:lnTo>
                      <a:pt x="389683" y="189837"/>
                    </a:lnTo>
                    <a:cubicBezTo>
                      <a:pt x="398566" y="194278"/>
                      <a:pt x="402451" y="205936"/>
                      <a:pt x="397455" y="214818"/>
                    </a:cubicBezTo>
                    <a:cubicBezTo>
                      <a:pt x="394124" y="220924"/>
                      <a:pt x="387463" y="224810"/>
                      <a:pt x="380801" y="2248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7" name="Google Shape;2657;p34"/>
              <p:cNvSpPr/>
              <p:nvPr/>
            </p:nvSpPr>
            <p:spPr>
              <a:xfrm>
                <a:off x="8905768" y="2067513"/>
                <a:ext cx="189918" cy="162685"/>
              </a:xfrm>
              <a:custGeom>
                <a:rect b="b" l="l" r="r" t="t"/>
                <a:pathLst>
                  <a:path extrusionOk="0" h="162685" w="189918">
                    <a:moveTo>
                      <a:pt x="171567" y="162685"/>
                    </a:moveTo>
                    <a:cubicBezTo>
                      <a:pt x="167681" y="162685"/>
                      <a:pt x="163240" y="161575"/>
                      <a:pt x="159910" y="158244"/>
                    </a:cubicBezTo>
                    <a:lnTo>
                      <a:pt x="6694" y="32785"/>
                    </a:lnTo>
                    <a:cubicBezTo>
                      <a:pt x="-1078" y="26123"/>
                      <a:pt x="-2188" y="14466"/>
                      <a:pt x="3918" y="6694"/>
                    </a:cubicBezTo>
                    <a:cubicBezTo>
                      <a:pt x="10580" y="-1078"/>
                      <a:pt x="22238" y="-2188"/>
                      <a:pt x="30010" y="3918"/>
                    </a:cubicBezTo>
                    <a:lnTo>
                      <a:pt x="183225" y="129377"/>
                    </a:lnTo>
                    <a:cubicBezTo>
                      <a:pt x="190997" y="136039"/>
                      <a:pt x="192107" y="147697"/>
                      <a:pt x="186001" y="155468"/>
                    </a:cubicBezTo>
                    <a:cubicBezTo>
                      <a:pt x="182670" y="160465"/>
                      <a:pt x="177119" y="162685"/>
                      <a:pt x="171567" y="16268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8" name="Google Shape;2658;p34"/>
              <p:cNvSpPr/>
              <p:nvPr/>
            </p:nvSpPr>
            <p:spPr>
              <a:xfrm>
                <a:off x="8887889" y="2706352"/>
                <a:ext cx="185151" cy="194441"/>
              </a:xfrm>
              <a:custGeom>
                <a:rect b="b" l="l" r="r" t="t"/>
                <a:pathLst>
                  <a:path extrusionOk="0" h="194441" w="185151">
                    <a:moveTo>
                      <a:pt x="166686" y="194442"/>
                    </a:moveTo>
                    <a:cubicBezTo>
                      <a:pt x="161689" y="194442"/>
                      <a:pt x="156693" y="192221"/>
                      <a:pt x="153362" y="188891"/>
                    </a:cubicBezTo>
                    <a:lnTo>
                      <a:pt x="5143" y="31234"/>
                    </a:lnTo>
                    <a:cubicBezTo>
                      <a:pt x="-2074" y="24017"/>
                      <a:pt x="-1519" y="12360"/>
                      <a:pt x="5698" y="5143"/>
                    </a:cubicBezTo>
                    <a:cubicBezTo>
                      <a:pt x="12915" y="-2074"/>
                      <a:pt x="24572" y="-1519"/>
                      <a:pt x="31789" y="5698"/>
                    </a:cubicBezTo>
                    <a:lnTo>
                      <a:pt x="180008" y="163355"/>
                    </a:lnTo>
                    <a:cubicBezTo>
                      <a:pt x="187225" y="170571"/>
                      <a:pt x="186670" y="182229"/>
                      <a:pt x="179453" y="189446"/>
                    </a:cubicBezTo>
                    <a:cubicBezTo>
                      <a:pt x="175568" y="192777"/>
                      <a:pt x="171126" y="194442"/>
                      <a:pt x="166686" y="19444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9" name="Google Shape;2659;p34"/>
              <p:cNvSpPr/>
              <p:nvPr/>
            </p:nvSpPr>
            <p:spPr>
              <a:xfrm>
                <a:off x="8952260" y="2603629"/>
                <a:ext cx="271799" cy="301605"/>
              </a:xfrm>
              <a:custGeom>
                <a:rect b="b" l="l" r="r" t="t"/>
                <a:pathLst>
                  <a:path extrusionOk="0" h="301605" w="271799">
                    <a:moveTo>
                      <a:pt x="253310" y="301606"/>
                    </a:moveTo>
                    <a:cubicBezTo>
                      <a:pt x="248313" y="301606"/>
                      <a:pt x="243317" y="299385"/>
                      <a:pt x="239431" y="295499"/>
                    </a:cubicBezTo>
                    <a:lnTo>
                      <a:pt x="4612" y="30703"/>
                    </a:lnTo>
                    <a:cubicBezTo>
                      <a:pt x="-2050" y="22931"/>
                      <a:pt x="-1495" y="11273"/>
                      <a:pt x="6277" y="4612"/>
                    </a:cubicBezTo>
                    <a:cubicBezTo>
                      <a:pt x="14049" y="-2050"/>
                      <a:pt x="25707" y="-1495"/>
                      <a:pt x="32368" y="6277"/>
                    </a:cubicBezTo>
                    <a:lnTo>
                      <a:pt x="267188" y="271074"/>
                    </a:lnTo>
                    <a:cubicBezTo>
                      <a:pt x="273849" y="278846"/>
                      <a:pt x="273294" y="290503"/>
                      <a:pt x="265522" y="297165"/>
                    </a:cubicBezTo>
                    <a:cubicBezTo>
                      <a:pt x="262192" y="299940"/>
                      <a:pt x="257751" y="301606"/>
                      <a:pt x="253310" y="30160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0" name="Google Shape;2660;p34"/>
              <p:cNvSpPr/>
              <p:nvPr/>
            </p:nvSpPr>
            <p:spPr>
              <a:xfrm>
                <a:off x="9010018" y="2503175"/>
                <a:ext cx="342252" cy="354319"/>
              </a:xfrm>
              <a:custGeom>
                <a:rect b="b" l="l" r="r" t="t"/>
                <a:pathLst>
                  <a:path extrusionOk="0" h="354319" w="342252">
                    <a:moveTo>
                      <a:pt x="323787" y="354319"/>
                    </a:moveTo>
                    <a:cubicBezTo>
                      <a:pt x="318790" y="354319"/>
                      <a:pt x="314350" y="352654"/>
                      <a:pt x="310464" y="348768"/>
                    </a:cubicBezTo>
                    <a:lnTo>
                      <a:pt x="5143" y="31234"/>
                    </a:lnTo>
                    <a:cubicBezTo>
                      <a:pt x="-2074" y="24017"/>
                      <a:pt x="-1519" y="12360"/>
                      <a:pt x="5698" y="5143"/>
                    </a:cubicBezTo>
                    <a:cubicBezTo>
                      <a:pt x="12915" y="-2074"/>
                      <a:pt x="24572" y="-1519"/>
                      <a:pt x="31789" y="5698"/>
                    </a:cubicBezTo>
                    <a:lnTo>
                      <a:pt x="337110" y="323232"/>
                    </a:lnTo>
                    <a:cubicBezTo>
                      <a:pt x="344327" y="330448"/>
                      <a:pt x="343771" y="342106"/>
                      <a:pt x="336555" y="349323"/>
                    </a:cubicBezTo>
                    <a:cubicBezTo>
                      <a:pt x="333224" y="352654"/>
                      <a:pt x="328228" y="354319"/>
                      <a:pt x="323787" y="3543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1" name="Google Shape;2661;p34"/>
              <p:cNvSpPr/>
              <p:nvPr/>
            </p:nvSpPr>
            <p:spPr>
              <a:xfrm>
                <a:off x="9074690" y="2392982"/>
                <a:ext cx="273417" cy="254118"/>
              </a:xfrm>
              <a:custGeom>
                <a:rect b="b" l="l" r="r" t="t"/>
                <a:pathLst>
                  <a:path extrusionOk="0" h="254118" w="273417">
                    <a:moveTo>
                      <a:pt x="254674" y="254118"/>
                    </a:moveTo>
                    <a:cubicBezTo>
                      <a:pt x="250232" y="254118"/>
                      <a:pt x="245791" y="252453"/>
                      <a:pt x="242460" y="249122"/>
                    </a:cubicBezTo>
                    <a:lnTo>
                      <a:pt x="5976" y="32067"/>
                    </a:lnTo>
                    <a:cubicBezTo>
                      <a:pt x="-1796" y="25405"/>
                      <a:pt x="-1796" y="13747"/>
                      <a:pt x="4866" y="5976"/>
                    </a:cubicBezTo>
                    <a:cubicBezTo>
                      <a:pt x="11527" y="-1796"/>
                      <a:pt x="23740" y="-1796"/>
                      <a:pt x="30957" y="4865"/>
                    </a:cubicBezTo>
                    <a:lnTo>
                      <a:pt x="267441" y="221921"/>
                    </a:lnTo>
                    <a:cubicBezTo>
                      <a:pt x="275213" y="228582"/>
                      <a:pt x="275213" y="240240"/>
                      <a:pt x="268552" y="248012"/>
                    </a:cubicBezTo>
                    <a:cubicBezTo>
                      <a:pt x="264666" y="251898"/>
                      <a:pt x="259669" y="254118"/>
                      <a:pt x="254674" y="25411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2" name="Google Shape;2662;p34"/>
              <p:cNvSpPr/>
              <p:nvPr/>
            </p:nvSpPr>
            <p:spPr>
              <a:xfrm>
                <a:off x="9124588" y="2297436"/>
                <a:ext cx="212480" cy="183680"/>
              </a:xfrm>
              <a:custGeom>
                <a:rect b="b" l="l" r="r" t="t"/>
                <a:pathLst>
                  <a:path extrusionOk="0" h="183680" w="212480">
                    <a:moveTo>
                      <a:pt x="193673" y="183681"/>
                    </a:moveTo>
                    <a:cubicBezTo>
                      <a:pt x="189232" y="183681"/>
                      <a:pt x="185347" y="182015"/>
                      <a:pt x="182015" y="179240"/>
                    </a:cubicBezTo>
                    <a:lnTo>
                      <a:pt x="6595" y="32686"/>
                    </a:lnTo>
                    <a:cubicBezTo>
                      <a:pt x="-1177" y="26024"/>
                      <a:pt x="-2287" y="14366"/>
                      <a:pt x="4374" y="6595"/>
                    </a:cubicBezTo>
                    <a:cubicBezTo>
                      <a:pt x="11036" y="-1177"/>
                      <a:pt x="22693" y="-2287"/>
                      <a:pt x="30465" y="4374"/>
                    </a:cubicBezTo>
                    <a:lnTo>
                      <a:pt x="205886" y="150928"/>
                    </a:lnTo>
                    <a:cubicBezTo>
                      <a:pt x="213658" y="157590"/>
                      <a:pt x="214768" y="169247"/>
                      <a:pt x="208107" y="177019"/>
                    </a:cubicBezTo>
                    <a:cubicBezTo>
                      <a:pt x="204220" y="181460"/>
                      <a:pt x="199225" y="183681"/>
                      <a:pt x="193673" y="1836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3" name="Google Shape;2663;p34"/>
              <p:cNvSpPr/>
              <p:nvPr/>
            </p:nvSpPr>
            <p:spPr>
              <a:xfrm>
                <a:off x="9182321" y="2199178"/>
                <a:ext cx="152526" cy="133719"/>
              </a:xfrm>
              <a:custGeom>
                <a:rect b="b" l="l" r="r" t="t"/>
                <a:pathLst>
                  <a:path extrusionOk="0" h="133719" w="152526">
                    <a:moveTo>
                      <a:pt x="133719" y="133719"/>
                    </a:moveTo>
                    <a:cubicBezTo>
                      <a:pt x="129278" y="133719"/>
                      <a:pt x="125392" y="132054"/>
                      <a:pt x="122062" y="129278"/>
                    </a:cubicBezTo>
                    <a:lnTo>
                      <a:pt x="6595" y="32686"/>
                    </a:lnTo>
                    <a:cubicBezTo>
                      <a:pt x="-1177" y="26024"/>
                      <a:pt x="-2287" y="14366"/>
                      <a:pt x="4374" y="6595"/>
                    </a:cubicBezTo>
                    <a:cubicBezTo>
                      <a:pt x="11036" y="-1177"/>
                      <a:pt x="22693" y="-2287"/>
                      <a:pt x="30465" y="4374"/>
                    </a:cubicBezTo>
                    <a:lnTo>
                      <a:pt x="145932" y="100966"/>
                    </a:lnTo>
                    <a:cubicBezTo>
                      <a:pt x="153704" y="107628"/>
                      <a:pt x="154814" y="119286"/>
                      <a:pt x="148152" y="127058"/>
                    </a:cubicBezTo>
                    <a:cubicBezTo>
                      <a:pt x="144267" y="131499"/>
                      <a:pt x="139271" y="133719"/>
                      <a:pt x="133719" y="1337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64" name="Google Shape;2664;p34"/>
            <p:cNvGrpSpPr/>
            <p:nvPr/>
          </p:nvGrpSpPr>
          <p:grpSpPr>
            <a:xfrm rot="-5400000">
              <a:off x="3463765" y="4715880"/>
              <a:ext cx="215942" cy="473196"/>
              <a:chOff x="1293873" y="1704092"/>
              <a:chExt cx="470872" cy="1031828"/>
            </a:xfrm>
          </p:grpSpPr>
          <p:sp>
            <p:nvSpPr>
              <p:cNvPr id="2665" name="Google Shape;2665;p34"/>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6" name="Google Shape;2666;p34"/>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7" name="Google Shape;2667;p34"/>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8" name="Google Shape;2668;p34"/>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9" name="Google Shape;2669;p34"/>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0" name="Google Shape;2670;p34"/>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71" name="Google Shape;2671;p34"/>
            <p:cNvGrpSpPr/>
            <p:nvPr/>
          </p:nvGrpSpPr>
          <p:grpSpPr>
            <a:xfrm>
              <a:off x="7104147" y="4829429"/>
              <a:ext cx="344874" cy="246093"/>
              <a:chOff x="2509616" y="1928763"/>
              <a:chExt cx="1327970" cy="947605"/>
            </a:xfrm>
          </p:grpSpPr>
          <p:sp>
            <p:nvSpPr>
              <p:cNvPr id="2672" name="Google Shape;2672;p34"/>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3" name="Google Shape;2673;p34"/>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4" name="Google Shape;2674;p34"/>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5" name="Google Shape;2675;p34"/>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6" name="Google Shape;2676;p34"/>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7" name="Google Shape;2677;p34"/>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8" name="Google Shape;2678;p34"/>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9" name="Google Shape;2679;p34"/>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0" name="Google Shape;2680;p34"/>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1" name="Google Shape;2681;p34"/>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2" name="Google Shape;2682;p34"/>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3" name="Google Shape;2683;p34"/>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4" name="Google Shape;2684;p34"/>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85" name="Google Shape;2685;p34"/>
            <p:cNvGrpSpPr/>
            <p:nvPr/>
          </p:nvGrpSpPr>
          <p:grpSpPr>
            <a:xfrm rot="5400000">
              <a:off x="7627603" y="4803123"/>
              <a:ext cx="235464" cy="298700"/>
              <a:chOff x="4443093" y="1867585"/>
              <a:chExt cx="726740" cy="921628"/>
            </a:xfrm>
          </p:grpSpPr>
          <p:sp>
            <p:nvSpPr>
              <p:cNvPr id="2686" name="Google Shape;2686;p34"/>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7" name="Google Shape;2687;p34"/>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688" name="Google Shape;2688;p34"/>
            <p:cNvSpPr/>
            <p:nvPr/>
          </p:nvSpPr>
          <p:spPr>
            <a:xfrm>
              <a:off x="8041625" y="48098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689" name="Google Shape;2689;p34"/>
            <p:cNvGrpSpPr/>
            <p:nvPr/>
          </p:nvGrpSpPr>
          <p:grpSpPr>
            <a:xfrm rot="5400000">
              <a:off x="8810133" y="4758710"/>
              <a:ext cx="65949" cy="365580"/>
              <a:chOff x="7486891" y="2067545"/>
              <a:chExt cx="143805" cy="797165"/>
            </a:xfrm>
          </p:grpSpPr>
          <p:sp>
            <p:nvSpPr>
              <p:cNvPr id="2690" name="Google Shape;2690;p34"/>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1" name="Google Shape;2691;p34"/>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92" name="Google Shape;2692;p34"/>
            <p:cNvGrpSpPr/>
            <p:nvPr/>
          </p:nvGrpSpPr>
          <p:grpSpPr>
            <a:xfrm rot="-5400000">
              <a:off x="6612640" y="4715880"/>
              <a:ext cx="215942" cy="473196"/>
              <a:chOff x="1293873" y="1704092"/>
              <a:chExt cx="470872" cy="1031828"/>
            </a:xfrm>
          </p:grpSpPr>
          <p:sp>
            <p:nvSpPr>
              <p:cNvPr id="2693" name="Google Shape;2693;p34"/>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4" name="Google Shape;2694;p34"/>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5" name="Google Shape;2695;p34"/>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6" name="Google Shape;2696;p34"/>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7" name="Google Shape;2697;p34"/>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8" name="Google Shape;2698;p34"/>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2699" name="Shape 2699"/>
        <p:cNvGrpSpPr/>
        <p:nvPr/>
      </p:nvGrpSpPr>
      <p:grpSpPr>
        <a:xfrm>
          <a:off x="0" y="0"/>
          <a:ext cx="0" cy="0"/>
          <a:chOff x="0" y="0"/>
          <a:chExt cx="0" cy="0"/>
        </a:xfrm>
      </p:grpSpPr>
      <p:sp>
        <p:nvSpPr>
          <p:cNvPr id="2700" name="Google Shape;2700;p35"/>
          <p:cNvSpPr txBox="1"/>
          <p:nvPr>
            <p:ph type="title"/>
          </p:nvPr>
        </p:nvSpPr>
        <p:spPr>
          <a:xfrm>
            <a:off x="4478695" y="1868575"/>
            <a:ext cx="3942300" cy="601200"/>
          </a:xfrm>
          <a:prstGeom prst="rect">
            <a:avLst/>
          </a:prstGeom>
        </p:spPr>
        <p:txBody>
          <a:bodyPr anchorCtr="0" anchor="b"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701" name="Google Shape;2701;p35"/>
          <p:cNvSpPr txBox="1"/>
          <p:nvPr>
            <p:ph idx="1" type="subTitle"/>
          </p:nvPr>
        </p:nvSpPr>
        <p:spPr>
          <a:xfrm>
            <a:off x="4478695" y="2469725"/>
            <a:ext cx="3942300" cy="8052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02" name="Google Shape;2702;p35"/>
          <p:cNvGrpSpPr/>
          <p:nvPr/>
        </p:nvGrpSpPr>
        <p:grpSpPr>
          <a:xfrm>
            <a:off x="-20500" y="4701273"/>
            <a:ext cx="9219895" cy="461615"/>
            <a:chOff x="150" y="4701117"/>
            <a:chExt cx="9144000" cy="461615"/>
          </a:xfrm>
        </p:grpSpPr>
        <p:sp>
          <p:nvSpPr>
            <p:cNvPr id="2703" name="Google Shape;2703;p35"/>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704" name="Google Shape;2704;p35"/>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705" name="Google Shape;2705;p35"/>
          <p:cNvGrpSpPr/>
          <p:nvPr/>
        </p:nvGrpSpPr>
        <p:grpSpPr>
          <a:xfrm>
            <a:off x="261287" y="4801111"/>
            <a:ext cx="8778933" cy="295339"/>
            <a:chOff x="261287" y="51128"/>
            <a:chExt cx="8778933" cy="295339"/>
          </a:xfrm>
        </p:grpSpPr>
        <p:grpSp>
          <p:nvGrpSpPr>
            <p:cNvPr id="2706" name="Google Shape;2706;p35"/>
            <p:cNvGrpSpPr/>
            <p:nvPr/>
          </p:nvGrpSpPr>
          <p:grpSpPr>
            <a:xfrm>
              <a:off x="261287" y="51128"/>
              <a:ext cx="298676" cy="295339"/>
              <a:chOff x="10240740" y="2106170"/>
              <a:chExt cx="751954" cy="743552"/>
            </a:xfrm>
          </p:grpSpPr>
          <p:sp>
            <p:nvSpPr>
              <p:cNvPr id="2707" name="Google Shape;2707;p35"/>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8" name="Google Shape;2708;p35"/>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9" name="Google Shape;2709;p35"/>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0" name="Google Shape;2710;p35"/>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1" name="Google Shape;2711;p35"/>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2" name="Google Shape;2712;p35"/>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713" name="Google Shape;2713;p35"/>
            <p:cNvSpPr/>
            <p:nvPr/>
          </p:nvSpPr>
          <p:spPr>
            <a:xfrm>
              <a:off x="705569" y="654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4" name="Google Shape;2714;p35"/>
            <p:cNvSpPr/>
            <p:nvPr/>
          </p:nvSpPr>
          <p:spPr>
            <a:xfrm>
              <a:off x="1150221" y="565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15" name="Google Shape;2715;p35"/>
            <p:cNvGrpSpPr/>
            <p:nvPr/>
          </p:nvGrpSpPr>
          <p:grpSpPr>
            <a:xfrm rot="5400000">
              <a:off x="1604101" y="48571"/>
              <a:ext cx="212838" cy="322401"/>
              <a:chOff x="5958752" y="3513438"/>
              <a:chExt cx="464103" cy="703011"/>
            </a:xfrm>
          </p:grpSpPr>
          <p:sp>
            <p:nvSpPr>
              <p:cNvPr id="2716" name="Google Shape;2716;p35"/>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7" name="Google Shape;2717;p35"/>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8" name="Google Shape;2718;p35"/>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9" name="Google Shape;2719;p35"/>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20" name="Google Shape;2720;p35"/>
            <p:cNvGrpSpPr/>
            <p:nvPr/>
          </p:nvGrpSpPr>
          <p:grpSpPr>
            <a:xfrm>
              <a:off x="2053412" y="51128"/>
              <a:ext cx="298676" cy="295339"/>
              <a:chOff x="10240740" y="2106170"/>
              <a:chExt cx="751954" cy="743552"/>
            </a:xfrm>
          </p:grpSpPr>
          <p:sp>
            <p:nvSpPr>
              <p:cNvPr id="2721" name="Google Shape;2721;p35"/>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2" name="Google Shape;2722;p35"/>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3" name="Google Shape;2723;p35"/>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4" name="Google Shape;2724;p35"/>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5" name="Google Shape;2725;p35"/>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6" name="Google Shape;2726;p35"/>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727" name="Google Shape;2727;p35"/>
            <p:cNvSpPr/>
            <p:nvPr/>
          </p:nvSpPr>
          <p:spPr>
            <a:xfrm>
              <a:off x="2497694" y="654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8" name="Google Shape;2728;p35"/>
            <p:cNvSpPr/>
            <p:nvPr/>
          </p:nvSpPr>
          <p:spPr>
            <a:xfrm>
              <a:off x="2942346" y="565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29" name="Google Shape;2729;p35"/>
            <p:cNvGrpSpPr/>
            <p:nvPr/>
          </p:nvGrpSpPr>
          <p:grpSpPr>
            <a:xfrm rot="5400000">
              <a:off x="3396226" y="48571"/>
              <a:ext cx="212838" cy="322401"/>
              <a:chOff x="5958752" y="3513438"/>
              <a:chExt cx="464103" cy="703011"/>
            </a:xfrm>
          </p:grpSpPr>
          <p:sp>
            <p:nvSpPr>
              <p:cNvPr id="2730" name="Google Shape;2730;p35"/>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1" name="Google Shape;2731;p35"/>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2" name="Google Shape;2732;p35"/>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3" name="Google Shape;2733;p35"/>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34" name="Google Shape;2734;p35"/>
            <p:cNvGrpSpPr/>
            <p:nvPr/>
          </p:nvGrpSpPr>
          <p:grpSpPr>
            <a:xfrm>
              <a:off x="3845537" y="51128"/>
              <a:ext cx="298676" cy="295339"/>
              <a:chOff x="10240740" y="2106170"/>
              <a:chExt cx="751954" cy="743552"/>
            </a:xfrm>
          </p:grpSpPr>
          <p:sp>
            <p:nvSpPr>
              <p:cNvPr id="2735" name="Google Shape;2735;p35"/>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6" name="Google Shape;2736;p35"/>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7" name="Google Shape;2737;p35"/>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8" name="Google Shape;2738;p35"/>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9" name="Google Shape;2739;p35"/>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0" name="Google Shape;2740;p35"/>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741" name="Google Shape;2741;p35"/>
            <p:cNvSpPr/>
            <p:nvPr/>
          </p:nvSpPr>
          <p:spPr>
            <a:xfrm>
              <a:off x="4289819" y="654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2" name="Google Shape;2742;p35"/>
            <p:cNvSpPr/>
            <p:nvPr/>
          </p:nvSpPr>
          <p:spPr>
            <a:xfrm>
              <a:off x="4734471" y="565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43" name="Google Shape;2743;p35"/>
            <p:cNvGrpSpPr/>
            <p:nvPr/>
          </p:nvGrpSpPr>
          <p:grpSpPr>
            <a:xfrm rot="5400000">
              <a:off x="5188351" y="48571"/>
              <a:ext cx="212838" cy="322401"/>
              <a:chOff x="5958752" y="3513438"/>
              <a:chExt cx="464103" cy="703011"/>
            </a:xfrm>
          </p:grpSpPr>
          <p:sp>
            <p:nvSpPr>
              <p:cNvPr id="2744" name="Google Shape;2744;p35"/>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5" name="Google Shape;2745;p35"/>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6" name="Google Shape;2746;p35"/>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7" name="Google Shape;2747;p35"/>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48" name="Google Shape;2748;p35"/>
            <p:cNvGrpSpPr/>
            <p:nvPr/>
          </p:nvGrpSpPr>
          <p:grpSpPr>
            <a:xfrm>
              <a:off x="5637662" y="51128"/>
              <a:ext cx="298676" cy="295339"/>
              <a:chOff x="10240740" y="2106170"/>
              <a:chExt cx="751954" cy="743552"/>
            </a:xfrm>
          </p:grpSpPr>
          <p:sp>
            <p:nvSpPr>
              <p:cNvPr id="2749" name="Google Shape;2749;p35"/>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0" name="Google Shape;2750;p35"/>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1" name="Google Shape;2751;p35"/>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2" name="Google Shape;2752;p35"/>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3" name="Google Shape;2753;p35"/>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4" name="Google Shape;2754;p35"/>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755" name="Google Shape;2755;p35"/>
            <p:cNvSpPr/>
            <p:nvPr/>
          </p:nvSpPr>
          <p:spPr>
            <a:xfrm>
              <a:off x="6081944" y="654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6" name="Google Shape;2756;p35"/>
            <p:cNvSpPr/>
            <p:nvPr/>
          </p:nvSpPr>
          <p:spPr>
            <a:xfrm>
              <a:off x="6526596" y="565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57" name="Google Shape;2757;p35"/>
            <p:cNvGrpSpPr/>
            <p:nvPr/>
          </p:nvGrpSpPr>
          <p:grpSpPr>
            <a:xfrm rot="5400000">
              <a:off x="6980476" y="48571"/>
              <a:ext cx="212838" cy="322401"/>
              <a:chOff x="5958752" y="3513438"/>
              <a:chExt cx="464103" cy="703011"/>
            </a:xfrm>
          </p:grpSpPr>
          <p:sp>
            <p:nvSpPr>
              <p:cNvPr id="2758" name="Google Shape;2758;p35"/>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9" name="Google Shape;2759;p35"/>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0" name="Google Shape;2760;p35"/>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1" name="Google Shape;2761;p35"/>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62" name="Google Shape;2762;p35"/>
            <p:cNvGrpSpPr/>
            <p:nvPr/>
          </p:nvGrpSpPr>
          <p:grpSpPr>
            <a:xfrm>
              <a:off x="7429787" y="51128"/>
              <a:ext cx="298676" cy="295339"/>
              <a:chOff x="10240740" y="2106170"/>
              <a:chExt cx="751954" cy="743552"/>
            </a:xfrm>
          </p:grpSpPr>
          <p:sp>
            <p:nvSpPr>
              <p:cNvPr id="2763" name="Google Shape;2763;p35"/>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4" name="Google Shape;2764;p35"/>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5" name="Google Shape;2765;p35"/>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6" name="Google Shape;2766;p35"/>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7" name="Google Shape;2767;p35"/>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8" name="Google Shape;2768;p35"/>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769" name="Google Shape;2769;p35"/>
            <p:cNvSpPr/>
            <p:nvPr/>
          </p:nvSpPr>
          <p:spPr>
            <a:xfrm>
              <a:off x="7874069" y="654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0" name="Google Shape;2770;p35"/>
            <p:cNvSpPr/>
            <p:nvPr/>
          </p:nvSpPr>
          <p:spPr>
            <a:xfrm>
              <a:off x="8318721" y="565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71" name="Google Shape;2771;p35"/>
            <p:cNvGrpSpPr/>
            <p:nvPr/>
          </p:nvGrpSpPr>
          <p:grpSpPr>
            <a:xfrm rot="5400000">
              <a:off x="8772601" y="48571"/>
              <a:ext cx="212838" cy="322401"/>
              <a:chOff x="5958752" y="3513438"/>
              <a:chExt cx="464103" cy="703011"/>
            </a:xfrm>
          </p:grpSpPr>
          <p:sp>
            <p:nvSpPr>
              <p:cNvPr id="2772" name="Google Shape;2772;p35"/>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3" name="Google Shape;2773;p35"/>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4" name="Google Shape;2774;p35"/>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5" name="Google Shape;2775;p35"/>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776" name="Shape 2776"/>
        <p:cNvGrpSpPr/>
        <p:nvPr/>
      </p:nvGrpSpPr>
      <p:grpSpPr>
        <a:xfrm>
          <a:off x="0" y="0"/>
          <a:ext cx="0" cy="0"/>
          <a:chOff x="0" y="0"/>
          <a:chExt cx="0" cy="0"/>
        </a:xfrm>
      </p:grpSpPr>
      <p:sp>
        <p:nvSpPr>
          <p:cNvPr id="2777" name="Google Shape;2777;p36"/>
          <p:cNvSpPr txBox="1"/>
          <p:nvPr>
            <p:ph type="title"/>
          </p:nvPr>
        </p:nvSpPr>
        <p:spPr>
          <a:xfrm>
            <a:off x="713225" y="723075"/>
            <a:ext cx="4437300" cy="875700"/>
          </a:xfrm>
          <a:prstGeom prst="rect">
            <a:avLst/>
          </a:prstGeom>
        </p:spPr>
        <p:txBody>
          <a:bodyPr anchorCtr="0" anchor="t" bIns="91425" lIns="91425" spcFirstLastPara="1" rIns="91425" wrap="square" tIns="91425">
            <a:noAutofit/>
          </a:bodyPr>
          <a:lstStyle>
            <a:lvl1pPr lvl="0" algn="l">
              <a:spcBef>
                <a:spcPts val="0"/>
              </a:spcBef>
              <a:spcAft>
                <a:spcPts val="0"/>
              </a:spcAft>
              <a:buSzPts val="3100"/>
              <a:buNone/>
              <a:defRPr sz="6300"/>
            </a:lvl1pPr>
            <a:lvl2pPr lvl="1">
              <a:lnSpc>
                <a:spcPct val="115000"/>
              </a:lnSpc>
              <a:spcBef>
                <a:spcPts val="0"/>
              </a:spcBef>
              <a:spcAft>
                <a:spcPts val="0"/>
              </a:spcAft>
              <a:buSzPts val="3100"/>
              <a:buNone/>
              <a:defRPr/>
            </a:lvl2pPr>
            <a:lvl3pPr lvl="2">
              <a:lnSpc>
                <a:spcPct val="115000"/>
              </a:lnSpc>
              <a:spcBef>
                <a:spcPts val="0"/>
              </a:spcBef>
              <a:spcAft>
                <a:spcPts val="0"/>
              </a:spcAft>
              <a:buSzPts val="3100"/>
              <a:buNone/>
              <a:defRPr/>
            </a:lvl3pPr>
            <a:lvl4pPr lvl="3">
              <a:lnSpc>
                <a:spcPct val="115000"/>
              </a:lnSpc>
              <a:spcBef>
                <a:spcPts val="0"/>
              </a:spcBef>
              <a:spcAft>
                <a:spcPts val="0"/>
              </a:spcAft>
              <a:buSzPts val="3100"/>
              <a:buNone/>
              <a:defRPr/>
            </a:lvl4pPr>
            <a:lvl5pPr lvl="4">
              <a:lnSpc>
                <a:spcPct val="115000"/>
              </a:lnSpc>
              <a:spcBef>
                <a:spcPts val="0"/>
              </a:spcBef>
              <a:spcAft>
                <a:spcPts val="0"/>
              </a:spcAft>
              <a:buSzPts val="3100"/>
              <a:buNone/>
              <a:defRPr/>
            </a:lvl5pPr>
            <a:lvl6pPr lvl="5">
              <a:lnSpc>
                <a:spcPct val="115000"/>
              </a:lnSpc>
              <a:spcBef>
                <a:spcPts val="0"/>
              </a:spcBef>
              <a:spcAft>
                <a:spcPts val="0"/>
              </a:spcAft>
              <a:buSzPts val="3100"/>
              <a:buNone/>
              <a:defRPr/>
            </a:lvl6pPr>
            <a:lvl7pPr lvl="6">
              <a:lnSpc>
                <a:spcPct val="115000"/>
              </a:lnSpc>
              <a:spcBef>
                <a:spcPts val="0"/>
              </a:spcBef>
              <a:spcAft>
                <a:spcPts val="0"/>
              </a:spcAft>
              <a:buSzPts val="3100"/>
              <a:buNone/>
              <a:defRPr/>
            </a:lvl7pPr>
            <a:lvl8pPr lvl="7">
              <a:lnSpc>
                <a:spcPct val="115000"/>
              </a:lnSpc>
              <a:spcBef>
                <a:spcPts val="0"/>
              </a:spcBef>
              <a:spcAft>
                <a:spcPts val="0"/>
              </a:spcAft>
              <a:buSzPts val="3100"/>
              <a:buNone/>
              <a:defRPr/>
            </a:lvl8pPr>
            <a:lvl9pPr lvl="8">
              <a:lnSpc>
                <a:spcPct val="115000"/>
              </a:lnSpc>
              <a:spcBef>
                <a:spcPts val="0"/>
              </a:spcBef>
              <a:spcAft>
                <a:spcPts val="0"/>
              </a:spcAft>
              <a:buSzPts val="3100"/>
              <a:buNone/>
              <a:defRPr/>
            </a:lvl9pPr>
          </a:lstStyle>
          <a:p/>
        </p:txBody>
      </p:sp>
      <p:sp>
        <p:nvSpPr>
          <p:cNvPr id="2778" name="Google Shape;2778;p36"/>
          <p:cNvSpPr txBox="1"/>
          <p:nvPr>
            <p:ph idx="1" type="subTitle"/>
          </p:nvPr>
        </p:nvSpPr>
        <p:spPr>
          <a:xfrm>
            <a:off x="713225" y="1785827"/>
            <a:ext cx="4437300" cy="10587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779" name="Google Shape;2779;p36"/>
          <p:cNvSpPr txBox="1"/>
          <p:nvPr/>
        </p:nvSpPr>
        <p:spPr>
          <a:xfrm>
            <a:off x="713225" y="3625275"/>
            <a:ext cx="4437300" cy="55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Epilogue"/>
                <a:ea typeface="Epilogue"/>
                <a:cs typeface="Epilogue"/>
                <a:sym typeface="Epilogue"/>
              </a:rPr>
              <a:t>CREDITS: This presentation template was created by </a:t>
            </a:r>
            <a:r>
              <a:rPr lang="en" sz="1000" u="sng">
                <a:solidFill>
                  <a:schemeClr val="hlink"/>
                </a:solidFill>
                <a:latin typeface="Epilogue"/>
                <a:ea typeface="Epilogue"/>
                <a:cs typeface="Epilogue"/>
                <a:sym typeface="Epilogue"/>
                <a:hlinkClick r:id="rId2"/>
              </a:rPr>
              <a:t>Slidesgo</a:t>
            </a:r>
            <a:r>
              <a:rPr lang="en" sz="1000">
                <a:solidFill>
                  <a:schemeClr val="dk1"/>
                </a:solidFill>
                <a:latin typeface="Epilogue"/>
                <a:ea typeface="Epilogue"/>
                <a:cs typeface="Epilogue"/>
                <a:sym typeface="Epilogue"/>
              </a:rPr>
              <a:t>, and includes icons by </a:t>
            </a:r>
            <a:r>
              <a:rPr lang="en" sz="1000" u="sng">
                <a:solidFill>
                  <a:schemeClr val="dk1"/>
                </a:solidFill>
                <a:latin typeface="Epilogue"/>
                <a:ea typeface="Epilogue"/>
                <a:cs typeface="Epilogue"/>
                <a:sym typeface="Epilogue"/>
                <a:hlinkClick r:id="rId3">
                  <a:extLst>
                    <a:ext uri="{A12FA001-AC4F-418D-AE19-62706E023703}">
                      <ahyp:hlinkClr val="tx"/>
                    </a:ext>
                  </a:extLst>
                </a:hlinkClick>
              </a:rPr>
              <a:t>Flaticon</a:t>
            </a:r>
            <a:r>
              <a:rPr lang="en" sz="1000">
                <a:solidFill>
                  <a:schemeClr val="dk1"/>
                </a:solidFill>
                <a:latin typeface="Epilogue"/>
                <a:ea typeface="Epilogue"/>
                <a:cs typeface="Epilogue"/>
                <a:sym typeface="Epilogue"/>
              </a:rPr>
              <a:t>, and infographics &amp; images by </a:t>
            </a:r>
            <a:r>
              <a:rPr lang="en" sz="1000" u="sng">
                <a:solidFill>
                  <a:schemeClr val="dk1"/>
                </a:solidFill>
                <a:latin typeface="Epilogue"/>
                <a:ea typeface="Epilogue"/>
                <a:cs typeface="Epilogue"/>
                <a:sym typeface="Epilogue"/>
                <a:hlinkClick r:id="rId4">
                  <a:extLst>
                    <a:ext uri="{A12FA001-AC4F-418D-AE19-62706E023703}">
                      <ahyp:hlinkClr val="tx"/>
                    </a:ext>
                  </a:extLst>
                </a:hlinkClick>
              </a:rPr>
              <a:t>Freepik</a:t>
            </a:r>
            <a:r>
              <a:rPr lang="en" sz="1000" u="sng">
                <a:solidFill>
                  <a:schemeClr val="dk1"/>
                </a:solidFill>
                <a:latin typeface="Epilogue"/>
                <a:ea typeface="Epilogue"/>
                <a:cs typeface="Epilogue"/>
                <a:sym typeface="Epilogue"/>
              </a:rPr>
              <a:t> </a:t>
            </a:r>
            <a:endParaRPr sz="1000" u="sng">
              <a:solidFill>
                <a:schemeClr val="dk1"/>
              </a:solidFill>
              <a:latin typeface="Epilogue"/>
              <a:ea typeface="Epilogue"/>
              <a:cs typeface="Epilogue"/>
              <a:sym typeface="Epilogue"/>
            </a:endParaRPr>
          </a:p>
        </p:txBody>
      </p:sp>
      <p:sp>
        <p:nvSpPr>
          <p:cNvPr id="2780" name="Google Shape;2780;p36"/>
          <p:cNvSpPr/>
          <p:nvPr>
            <p:ph idx="2" type="pic"/>
          </p:nvPr>
        </p:nvSpPr>
        <p:spPr>
          <a:xfrm>
            <a:off x="5542450" y="432750"/>
            <a:ext cx="3601500" cy="4278300"/>
          </a:xfrm>
          <a:prstGeom prst="rect">
            <a:avLst/>
          </a:prstGeom>
          <a:noFill/>
          <a:ln cap="flat" cmpd="sng" w="28575">
            <a:solidFill>
              <a:schemeClr val="accent1"/>
            </a:solidFill>
            <a:prstDash val="solid"/>
            <a:round/>
            <a:headEnd len="sm" w="sm" type="none"/>
            <a:tailEnd len="sm" w="sm" type="none"/>
          </a:ln>
        </p:spPr>
      </p:sp>
      <p:grpSp>
        <p:nvGrpSpPr>
          <p:cNvPr id="2781" name="Google Shape;2781;p36"/>
          <p:cNvGrpSpPr/>
          <p:nvPr/>
        </p:nvGrpSpPr>
        <p:grpSpPr>
          <a:xfrm>
            <a:off x="-20500" y="4701273"/>
            <a:ext cx="9219895" cy="461615"/>
            <a:chOff x="150" y="4701117"/>
            <a:chExt cx="9144000" cy="461615"/>
          </a:xfrm>
        </p:grpSpPr>
        <p:sp>
          <p:nvSpPr>
            <p:cNvPr id="2782" name="Google Shape;2782;p36"/>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783" name="Google Shape;2783;p36"/>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784" name="Google Shape;2784;p36"/>
          <p:cNvGrpSpPr/>
          <p:nvPr/>
        </p:nvGrpSpPr>
        <p:grpSpPr>
          <a:xfrm flipH="1" rot="10800000">
            <a:off x="-20500" y="-15158"/>
            <a:ext cx="9219895" cy="461615"/>
            <a:chOff x="150" y="4701117"/>
            <a:chExt cx="9144000" cy="461615"/>
          </a:xfrm>
        </p:grpSpPr>
        <p:sp>
          <p:nvSpPr>
            <p:cNvPr id="2785" name="Google Shape;2785;p36"/>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786" name="Google Shape;2786;p36"/>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787" name="Google Shape;2787;p36"/>
          <p:cNvGrpSpPr/>
          <p:nvPr/>
        </p:nvGrpSpPr>
        <p:grpSpPr>
          <a:xfrm>
            <a:off x="145225" y="4801111"/>
            <a:ext cx="8853550" cy="295339"/>
            <a:chOff x="145225" y="4801111"/>
            <a:chExt cx="8853550" cy="295339"/>
          </a:xfrm>
        </p:grpSpPr>
        <p:grpSp>
          <p:nvGrpSpPr>
            <p:cNvPr id="2788" name="Google Shape;2788;p36"/>
            <p:cNvGrpSpPr/>
            <p:nvPr/>
          </p:nvGrpSpPr>
          <p:grpSpPr>
            <a:xfrm flipH="1">
              <a:off x="2811749" y="4801111"/>
              <a:ext cx="298676" cy="295339"/>
              <a:chOff x="10240740" y="2106170"/>
              <a:chExt cx="751954" cy="743552"/>
            </a:xfrm>
          </p:grpSpPr>
          <p:sp>
            <p:nvSpPr>
              <p:cNvPr id="2789" name="Google Shape;2789;p3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0" name="Google Shape;2790;p3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1" name="Google Shape;2791;p3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2" name="Google Shape;2792;p3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3" name="Google Shape;2793;p3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4" name="Google Shape;2794;p3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795" name="Google Shape;2795;p36"/>
            <p:cNvSpPr/>
            <p:nvPr/>
          </p:nvSpPr>
          <p:spPr>
            <a:xfrm flipH="1">
              <a:off x="2358079"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6" name="Google Shape;2796;p36"/>
            <p:cNvSpPr/>
            <p:nvPr/>
          </p:nvSpPr>
          <p:spPr>
            <a:xfrm flipH="1">
              <a:off x="1949950"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97" name="Google Shape;2797;p36"/>
            <p:cNvGrpSpPr/>
            <p:nvPr/>
          </p:nvGrpSpPr>
          <p:grpSpPr>
            <a:xfrm flipH="1" rot="-5400000">
              <a:off x="1527706" y="4798554"/>
              <a:ext cx="212838" cy="322401"/>
              <a:chOff x="5958752" y="3513438"/>
              <a:chExt cx="464103" cy="703011"/>
            </a:xfrm>
          </p:grpSpPr>
          <p:sp>
            <p:nvSpPr>
              <p:cNvPr id="2798" name="Google Shape;2798;p3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9" name="Google Shape;2799;p3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0" name="Google Shape;2800;p3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1" name="Google Shape;2801;p3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02" name="Google Shape;2802;p36"/>
            <p:cNvGrpSpPr/>
            <p:nvPr/>
          </p:nvGrpSpPr>
          <p:grpSpPr>
            <a:xfrm flipH="1">
              <a:off x="1007024" y="4801111"/>
              <a:ext cx="298676" cy="295339"/>
              <a:chOff x="10240740" y="2106170"/>
              <a:chExt cx="751954" cy="743552"/>
            </a:xfrm>
          </p:grpSpPr>
          <p:sp>
            <p:nvSpPr>
              <p:cNvPr id="2803" name="Google Shape;2803;p3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4" name="Google Shape;2804;p3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5" name="Google Shape;2805;p3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6" name="Google Shape;2806;p3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7" name="Google Shape;2807;p3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8" name="Google Shape;2808;p3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809" name="Google Shape;2809;p36"/>
            <p:cNvSpPr/>
            <p:nvPr/>
          </p:nvSpPr>
          <p:spPr>
            <a:xfrm flipH="1">
              <a:off x="553354"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0" name="Google Shape;2810;p36"/>
            <p:cNvSpPr/>
            <p:nvPr/>
          </p:nvSpPr>
          <p:spPr>
            <a:xfrm flipH="1">
              <a:off x="145225"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811" name="Google Shape;2811;p36"/>
            <p:cNvGrpSpPr/>
            <p:nvPr/>
          </p:nvGrpSpPr>
          <p:grpSpPr>
            <a:xfrm flipH="1">
              <a:off x="6007649" y="4801111"/>
              <a:ext cx="298676" cy="295339"/>
              <a:chOff x="10240740" y="2106170"/>
              <a:chExt cx="751954" cy="743552"/>
            </a:xfrm>
          </p:grpSpPr>
          <p:sp>
            <p:nvSpPr>
              <p:cNvPr id="2812" name="Google Shape;2812;p3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3" name="Google Shape;2813;p3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4" name="Google Shape;2814;p3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5" name="Google Shape;2815;p3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6" name="Google Shape;2816;p3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7" name="Google Shape;2817;p3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818" name="Google Shape;2818;p36"/>
            <p:cNvSpPr/>
            <p:nvPr/>
          </p:nvSpPr>
          <p:spPr>
            <a:xfrm flipH="1">
              <a:off x="5553979"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9" name="Google Shape;2819;p36"/>
            <p:cNvSpPr/>
            <p:nvPr/>
          </p:nvSpPr>
          <p:spPr>
            <a:xfrm flipH="1">
              <a:off x="5145850"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820" name="Google Shape;2820;p36"/>
            <p:cNvGrpSpPr/>
            <p:nvPr/>
          </p:nvGrpSpPr>
          <p:grpSpPr>
            <a:xfrm flipH="1" rot="-5400000">
              <a:off x="4723606" y="4798554"/>
              <a:ext cx="212838" cy="322401"/>
              <a:chOff x="5958752" y="3513438"/>
              <a:chExt cx="464103" cy="703011"/>
            </a:xfrm>
          </p:grpSpPr>
          <p:sp>
            <p:nvSpPr>
              <p:cNvPr id="2821" name="Google Shape;2821;p3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2" name="Google Shape;2822;p3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3" name="Google Shape;2823;p3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4" name="Google Shape;2824;p3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25" name="Google Shape;2825;p36"/>
            <p:cNvGrpSpPr/>
            <p:nvPr/>
          </p:nvGrpSpPr>
          <p:grpSpPr>
            <a:xfrm flipH="1">
              <a:off x="4202924" y="4801111"/>
              <a:ext cx="298676" cy="295339"/>
              <a:chOff x="10240740" y="2106170"/>
              <a:chExt cx="751954" cy="743552"/>
            </a:xfrm>
          </p:grpSpPr>
          <p:sp>
            <p:nvSpPr>
              <p:cNvPr id="2826" name="Google Shape;2826;p3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7" name="Google Shape;2827;p3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8" name="Google Shape;2828;p3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9" name="Google Shape;2829;p3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0" name="Google Shape;2830;p3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1" name="Google Shape;2831;p3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832" name="Google Shape;2832;p36"/>
            <p:cNvSpPr/>
            <p:nvPr/>
          </p:nvSpPr>
          <p:spPr>
            <a:xfrm flipH="1">
              <a:off x="3749254"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3" name="Google Shape;2833;p36"/>
            <p:cNvSpPr/>
            <p:nvPr/>
          </p:nvSpPr>
          <p:spPr>
            <a:xfrm flipH="1">
              <a:off x="3341125"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4" name="Google Shape;2834;p36"/>
            <p:cNvSpPr/>
            <p:nvPr/>
          </p:nvSpPr>
          <p:spPr>
            <a:xfrm flipH="1">
              <a:off x="8699729"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5" name="Google Shape;2835;p36"/>
            <p:cNvSpPr/>
            <p:nvPr/>
          </p:nvSpPr>
          <p:spPr>
            <a:xfrm flipH="1">
              <a:off x="8291600"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836" name="Google Shape;2836;p36"/>
            <p:cNvGrpSpPr/>
            <p:nvPr/>
          </p:nvGrpSpPr>
          <p:grpSpPr>
            <a:xfrm flipH="1" rot="-5400000">
              <a:off x="7869356" y="4798554"/>
              <a:ext cx="212838" cy="322401"/>
              <a:chOff x="5958752" y="3513438"/>
              <a:chExt cx="464103" cy="703011"/>
            </a:xfrm>
          </p:grpSpPr>
          <p:sp>
            <p:nvSpPr>
              <p:cNvPr id="2837" name="Google Shape;2837;p3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8" name="Google Shape;2838;p3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9" name="Google Shape;2839;p3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0" name="Google Shape;2840;p3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41" name="Google Shape;2841;p36"/>
            <p:cNvGrpSpPr/>
            <p:nvPr/>
          </p:nvGrpSpPr>
          <p:grpSpPr>
            <a:xfrm flipH="1">
              <a:off x="7348674" y="4801111"/>
              <a:ext cx="298676" cy="295339"/>
              <a:chOff x="10240740" y="2106170"/>
              <a:chExt cx="751954" cy="743552"/>
            </a:xfrm>
          </p:grpSpPr>
          <p:sp>
            <p:nvSpPr>
              <p:cNvPr id="2842" name="Google Shape;2842;p3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3" name="Google Shape;2843;p3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4" name="Google Shape;2844;p3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5" name="Google Shape;2845;p3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6" name="Google Shape;2846;p3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7" name="Google Shape;2847;p3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848" name="Google Shape;2848;p36"/>
            <p:cNvSpPr/>
            <p:nvPr/>
          </p:nvSpPr>
          <p:spPr>
            <a:xfrm flipH="1">
              <a:off x="6895004"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9" name="Google Shape;2849;p36"/>
            <p:cNvSpPr/>
            <p:nvPr/>
          </p:nvSpPr>
          <p:spPr>
            <a:xfrm flipH="1">
              <a:off x="6486875"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50" name="Google Shape;2850;p36"/>
          <p:cNvGrpSpPr/>
          <p:nvPr/>
        </p:nvGrpSpPr>
        <p:grpSpPr>
          <a:xfrm flipH="1">
            <a:off x="145225" y="47336"/>
            <a:ext cx="8853550" cy="295339"/>
            <a:chOff x="145225" y="4801111"/>
            <a:chExt cx="8853550" cy="295339"/>
          </a:xfrm>
        </p:grpSpPr>
        <p:grpSp>
          <p:nvGrpSpPr>
            <p:cNvPr id="2851" name="Google Shape;2851;p36"/>
            <p:cNvGrpSpPr/>
            <p:nvPr/>
          </p:nvGrpSpPr>
          <p:grpSpPr>
            <a:xfrm flipH="1">
              <a:off x="2811749" y="4801111"/>
              <a:ext cx="298676" cy="295339"/>
              <a:chOff x="10240740" y="2106170"/>
              <a:chExt cx="751954" cy="743552"/>
            </a:xfrm>
          </p:grpSpPr>
          <p:sp>
            <p:nvSpPr>
              <p:cNvPr id="2852" name="Google Shape;2852;p3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3" name="Google Shape;2853;p3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4" name="Google Shape;2854;p3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5" name="Google Shape;2855;p3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6" name="Google Shape;2856;p3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7" name="Google Shape;2857;p3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858" name="Google Shape;2858;p36"/>
            <p:cNvSpPr/>
            <p:nvPr/>
          </p:nvSpPr>
          <p:spPr>
            <a:xfrm flipH="1">
              <a:off x="2358079"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9" name="Google Shape;2859;p36"/>
            <p:cNvSpPr/>
            <p:nvPr/>
          </p:nvSpPr>
          <p:spPr>
            <a:xfrm flipH="1">
              <a:off x="1949950"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860" name="Google Shape;2860;p36"/>
            <p:cNvGrpSpPr/>
            <p:nvPr/>
          </p:nvGrpSpPr>
          <p:grpSpPr>
            <a:xfrm flipH="1" rot="-5400000">
              <a:off x="1527706" y="4798554"/>
              <a:ext cx="212838" cy="322401"/>
              <a:chOff x="5958752" y="3513438"/>
              <a:chExt cx="464103" cy="703011"/>
            </a:xfrm>
          </p:grpSpPr>
          <p:sp>
            <p:nvSpPr>
              <p:cNvPr id="2861" name="Google Shape;2861;p3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2" name="Google Shape;2862;p3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3" name="Google Shape;2863;p3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4" name="Google Shape;2864;p3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65" name="Google Shape;2865;p36"/>
            <p:cNvGrpSpPr/>
            <p:nvPr/>
          </p:nvGrpSpPr>
          <p:grpSpPr>
            <a:xfrm flipH="1">
              <a:off x="1007024" y="4801111"/>
              <a:ext cx="298676" cy="295339"/>
              <a:chOff x="10240740" y="2106170"/>
              <a:chExt cx="751954" cy="743552"/>
            </a:xfrm>
          </p:grpSpPr>
          <p:sp>
            <p:nvSpPr>
              <p:cNvPr id="2866" name="Google Shape;2866;p3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7" name="Google Shape;2867;p3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8" name="Google Shape;2868;p3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9" name="Google Shape;2869;p3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0" name="Google Shape;2870;p3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1" name="Google Shape;2871;p3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872" name="Google Shape;2872;p36"/>
            <p:cNvSpPr/>
            <p:nvPr/>
          </p:nvSpPr>
          <p:spPr>
            <a:xfrm flipH="1">
              <a:off x="553354"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3" name="Google Shape;2873;p36"/>
            <p:cNvSpPr/>
            <p:nvPr/>
          </p:nvSpPr>
          <p:spPr>
            <a:xfrm flipH="1">
              <a:off x="145225"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874" name="Google Shape;2874;p36"/>
            <p:cNvGrpSpPr/>
            <p:nvPr/>
          </p:nvGrpSpPr>
          <p:grpSpPr>
            <a:xfrm flipH="1">
              <a:off x="6007649" y="4801111"/>
              <a:ext cx="298676" cy="295339"/>
              <a:chOff x="10240740" y="2106170"/>
              <a:chExt cx="751954" cy="743552"/>
            </a:xfrm>
          </p:grpSpPr>
          <p:sp>
            <p:nvSpPr>
              <p:cNvPr id="2875" name="Google Shape;2875;p3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6" name="Google Shape;2876;p3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7" name="Google Shape;2877;p3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8" name="Google Shape;2878;p3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9" name="Google Shape;2879;p3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0" name="Google Shape;2880;p3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881" name="Google Shape;2881;p36"/>
            <p:cNvSpPr/>
            <p:nvPr/>
          </p:nvSpPr>
          <p:spPr>
            <a:xfrm flipH="1">
              <a:off x="5553979"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2" name="Google Shape;2882;p36"/>
            <p:cNvSpPr/>
            <p:nvPr/>
          </p:nvSpPr>
          <p:spPr>
            <a:xfrm flipH="1">
              <a:off x="5145850"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883" name="Google Shape;2883;p36"/>
            <p:cNvGrpSpPr/>
            <p:nvPr/>
          </p:nvGrpSpPr>
          <p:grpSpPr>
            <a:xfrm flipH="1" rot="-5400000">
              <a:off x="4723606" y="4798554"/>
              <a:ext cx="212838" cy="322401"/>
              <a:chOff x="5958752" y="3513438"/>
              <a:chExt cx="464103" cy="703011"/>
            </a:xfrm>
          </p:grpSpPr>
          <p:sp>
            <p:nvSpPr>
              <p:cNvPr id="2884" name="Google Shape;2884;p3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5" name="Google Shape;2885;p3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6" name="Google Shape;2886;p3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7" name="Google Shape;2887;p3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88" name="Google Shape;2888;p36"/>
            <p:cNvGrpSpPr/>
            <p:nvPr/>
          </p:nvGrpSpPr>
          <p:grpSpPr>
            <a:xfrm flipH="1">
              <a:off x="4202924" y="4801111"/>
              <a:ext cx="298676" cy="295339"/>
              <a:chOff x="10240740" y="2106170"/>
              <a:chExt cx="751954" cy="743552"/>
            </a:xfrm>
          </p:grpSpPr>
          <p:sp>
            <p:nvSpPr>
              <p:cNvPr id="2889" name="Google Shape;2889;p3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0" name="Google Shape;2890;p3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1" name="Google Shape;2891;p3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2" name="Google Shape;2892;p3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3" name="Google Shape;2893;p3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4" name="Google Shape;2894;p3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895" name="Google Shape;2895;p36"/>
            <p:cNvSpPr/>
            <p:nvPr/>
          </p:nvSpPr>
          <p:spPr>
            <a:xfrm flipH="1">
              <a:off x="3749254"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6" name="Google Shape;2896;p36"/>
            <p:cNvSpPr/>
            <p:nvPr/>
          </p:nvSpPr>
          <p:spPr>
            <a:xfrm flipH="1">
              <a:off x="3341125"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7" name="Google Shape;2897;p36"/>
            <p:cNvSpPr/>
            <p:nvPr/>
          </p:nvSpPr>
          <p:spPr>
            <a:xfrm flipH="1">
              <a:off x="8699729"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8" name="Google Shape;2898;p36"/>
            <p:cNvSpPr/>
            <p:nvPr/>
          </p:nvSpPr>
          <p:spPr>
            <a:xfrm flipH="1">
              <a:off x="8291600"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899" name="Google Shape;2899;p36"/>
            <p:cNvGrpSpPr/>
            <p:nvPr/>
          </p:nvGrpSpPr>
          <p:grpSpPr>
            <a:xfrm flipH="1" rot="-5400000">
              <a:off x="7869356" y="4798554"/>
              <a:ext cx="212838" cy="322401"/>
              <a:chOff x="5958752" y="3513438"/>
              <a:chExt cx="464103" cy="703011"/>
            </a:xfrm>
          </p:grpSpPr>
          <p:sp>
            <p:nvSpPr>
              <p:cNvPr id="2900" name="Google Shape;2900;p36"/>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1" name="Google Shape;2901;p36"/>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2" name="Google Shape;2902;p36"/>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3" name="Google Shape;2903;p36"/>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04" name="Google Shape;2904;p36"/>
            <p:cNvGrpSpPr/>
            <p:nvPr/>
          </p:nvGrpSpPr>
          <p:grpSpPr>
            <a:xfrm flipH="1">
              <a:off x="7348674" y="4801111"/>
              <a:ext cx="298676" cy="295339"/>
              <a:chOff x="10240740" y="2106170"/>
              <a:chExt cx="751954" cy="743552"/>
            </a:xfrm>
          </p:grpSpPr>
          <p:sp>
            <p:nvSpPr>
              <p:cNvPr id="2905" name="Google Shape;2905;p36"/>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6" name="Google Shape;2906;p36"/>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7" name="Google Shape;2907;p36"/>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8" name="Google Shape;2908;p36"/>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9" name="Google Shape;2909;p36"/>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0" name="Google Shape;2910;p36"/>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911" name="Google Shape;2911;p36"/>
            <p:cNvSpPr/>
            <p:nvPr/>
          </p:nvSpPr>
          <p:spPr>
            <a:xfrm flipH="1">
              <a:off x="6895004" y="4815453"/>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2" name="Google Shape;2912;p36"/>
            <p:cNvSpPr/>
            <p:nvPr/>
          </p:nvSpPr>
          <p:spPr>
            <a:xfrm flipH="1">
              <a:off x="6486875" y="4806535"/>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913" name="Shape 2913"/>
        <p:cNvGrpSpPr/>
        <p:nvPr/>
      </p:nvGrpSpPr>
      <p:grpSpPr>
        <a:xfrm>
          <a:off x="0" y="0"/>
          <a:ext cx="0" cy="0"/>
          <a:chOff x="0" y="0"/>
          <a:chExt cx="0" cy="0"/>
        </a:xfrm>
      </p:grpSpPr>
      <p:grpSp>
        <p:nvGrpSpPr>
          <p:cNvPr id="2914" name="Google Shape;2914;p37"/>
          <p:cNvGrpSpPr/>
          <p:nvPr/>
        </p:nvGrpSpPr>
        <p:grpSpPr>
          <a:xfrm>
            <a:off x="-20500" y="4701273"/>
            <a:ext cx="9219895" cy="461615"/>
            <a:chOff x="150" y="4701117"/>
            <a:chExt cx="9144000" cy="461615"/>
          </a:xfrm>
        </p:grpSpPr>
        <p:sp>
          <p:nvSpPr>
            <p:cNvPr id="2915" name="Google Shape;2915;p37"/>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916" name="Google Shape;2916;p37"/>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917" name="Google Shape;2917;p37"/>
          <p:cNvGrpSpPr/>
          <p:nvPr/>
        </p:nvGrpSpPr>
        <p:grpSpPr>
          <a:xfrm flipH="1" rot="10800000">
            <a:off x="-20500" y="-15158"/>
            <a:ext cx="9219895" cy="461615"/>
            <a:chOff x="150" y="4701117"/>
            <a:chExt cx="9144000" cy="461615"/>
          </a:xfrm>
        </p:grpSpPr>
        <p:sp>
          <p:nvSpPr>
            <p:cNvPr id="2918" name="Google Shape;2918;p37"/>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2919" name="Google Shape;2919;p37"/>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2920" name="Google Shape;2920;p37"/>
          <p:cNvGrpSpPr/>
          <p:nvPr/>
        </p:nvGrpSpPr>
        <p:grpSpPr>
          <a:xfrm>
            <a:off x="157356" y="4788056"/>
            <a:ext cx="8895728" cy="302471"/>
            <a:chOff x="157356" y="4788056"/>
            <a:chExt cx="8895728" cy="302471"/>
          </a:xfrm>
        </p:grpSpPr>
        <p:grpSp>
          <p:nvGrpSpPr>
            <p:cNvPr id="2921" name="Google Shape;2921;p37"/>
            <p:cNvGrpSpPr/>
            <p:nvPr/>
          </p:nvGrpSpPr>
          <p:grpSpPr>
            <a:xfrm flipH="1">
              <a:off x="7097295" y="4827229"/>
              <a:ext cx="344874" cy="246093"/>
              <a:chOff x="2509616" y="1928763"/>
              <a:chExt cx="1327970" cy="947605"/>
            </a:xfrm>
          </p:grpSpPr>
          <p:sp>
            <p:nvSpPr>
              <p:cNvPr id="2922" name="Google Shape;2922;p37"/>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3" name="Google Shape;2923;p37"/>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4" name="Google Shape;2924;p37"/>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5" name="Google Shape;2925;p37"/>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6" name="Google Shape;2926;p37"/>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7" name="Google Shape;2927;p37"/>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8" name="Google Shape;2928;p37"/>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9" name="Google Shape;2929;p37"/>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0" name="Google Shape;2930;p37"/>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1" name="Google Shape;2931;p37"/>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2" name="Google Shape;2932;p37"/>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3" name="Google Shape;2933;p37"/>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4" name="Google Shape;2934;p37"/>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35" name="Google Shape;2935;p37"/>
            <p:cNvGrpSpPr/>
            <p:nvPr/>
          </p:nvGrpSpPr>
          <p:grpSpPr>
            <a:xfrm flipH="1" rot="-5400000">
              <a:off x="6683249" y="4800923"/>
              <a:ext cx="235464" cy="298700"/>
              <a:chOff x="4443093" y="1867585"/>
              <a:chExt cx="726740" cy="921628"/>
            </a:xfrm>
          </p:grpSpPr>
          <p:sp>
            <p:nvSpPr>
              <p:cNvPr id="2936" name="Google Shape;2936;p37"/>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7" name="Google Shape;2937;p37"/>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938" name="Google Shape;2938;p37"/>
            <p:cNvSpPr/>
            <p:nvPr/>
          </p:nvSpPr>
          <p:spPr>
            <a:xfrm flipH="1">
              <a:off x="6032947"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939" name="Google Shape;2939;p37"/>
            <p:cNvGrpSpPr/>
            <p:nvPr/>
          </p:nvGrpSpPr>
          <p:grpSpPr>
            <a:xfrm flipH="1" rot="-5400000">
              <a:off x="5670234" y="4756510"/>
              <a:ext cx="65949" cy="365580"/>
              <a:chOff x="7486891" y="2067545"/>
              <a:chExt cx="143805" cy="797165"/>
            </a:xfrm>
          </p:grpSpPr>
          <p:sp>
            <p:nvSpPr>
              <p:cNvPr id="2940" name="Google Shape;2940;p37"/>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1" name="Google Shape;2941;p37"/>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42" name="Google Shape;2942;p37"/>
            <p:cNvGrpSpPr/>
            <p:nvPr/>
          </p:nvGrpSpPr>
          <p:grpSpPr>
            <a:xfrm flipH="1" rot="5400000">
              <a:off x="7717734" y="4713680"/>
              <a:ext cx="215942" cy="473196"/>
              <a:chOff x="1293873" y="1704092"/>
              <a:chExt cx="470872" cy="1031828"/>
            </a:xfrm>
          </p:grpSpPr>
          <p:sp>
            <p:nvSpPr>
              <p:cNvPr id="2943" name="Google Shape;2943;p37"/>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4" name="Google Shape;2944;p37"/>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5" name="Google Shape;2945;p37"/>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6" name="Google Shape;2946;p37"/>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7" name="Google Shape;2947;p37"/>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8" name="Google Shape;2948;p37"/>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49" name="Google Shape;2949;p37"/>
            <p:cNvGrpSpPr/>
            <p:nvPr/>
          </p:nvGrpSpPr>
          <p:grpSpPr>
            <a:xfrm flipH="1">
              <a:off x="8624940" y="4831311"/>
              <a:ext cx="428145" cy="215966"/>
              <a:chOff x="4092051" y="3559505"/>
              <a:chExt cx="1306116" cy="658836"/>
            </a:xfrm>
          </p:grpSpPr>
          <p:grpSp>
            <p:nvGrpSpPr>
              <p:cNvPr id="2950" name="Google Shape;2950;p37"/>
              <p:cNvGrpSpPr/>
              <p:nvPr/>
            </p:nvGrpSpPr>
            <p:grpSpPr>
              <a:xfrm>
                <a:off x="4092051" y="3559505"/>
                <a:ext cx="1306116" cy="298886"/>
                <a:chOff x="4092051" y="3559505"/>
                <a:chExt cx="1306116" cy="298886"/>
              </a:xfrm>
            </p:grpSpPr>
            <p:sp>
              <p:nvSpPr>
                <p:cNvPr id="2951" name="Google Shape;2951;p37"/>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2" name="Google Shape;2952;p37"/>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3" name="Google Shape;2953;p37"/>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4" name="Google Shape;2954;p37"/>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5" name="Google Shape;2955;p37"/>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6" name="Google Shape;2956;p37"/>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7" name="Google Shape;2957;p37"/>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58" name="Google Shape;2958;p37"/>
              <p:cNvGrpSpPr/>
              <p:nvPr/>
            </p:nvGrpSpPr>
            <p:grpSpPr>
              <a:xfrm>
                <a:off x="4092051" y="3919455"/>
                <a:ext cx="1306116" cy="298886"/>
                <a:chOff x="4092051" y="3919455"/>
                <a:chExt cx="1306116" cy="298886"/>
              </a:xfrm>
            </p:grpSpPr>
            <p:sp>
              <p:nvSpPr>
                <p:cNvPr id="2959" name="Google Shape;2959;p37"/>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0" name="Google Shape;2960;p37"/>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1" name="Google Shape;2961;p37"/>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2" name="Google Shape;2962;p37"/>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3" name="Google Shape;2963;p37"/>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4" name="Google Shape;2964;p37"/>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5" name="Google Shape;2965;p37"/>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2966" name="Google Shape;2966;p37"/>
            <p:cNvSpPr/>
            <p:nvPr/>
          </p:nvSpPr>
          <p:spPr>
            <a:xfrm flipH="1">
              <a:off x="8209253"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967" name="Google Shape;2967;p37"/>
            <p:cNvGrpSpPr/>
            <p:nvPr/>
          </p:nvGrpSpPr>
          <p:grpSpPr>
            <a:xfrm flipH="1">
              <a:off x="3381420" y="4827229"/>
              <a:ext cx="344874" cy="246093"/>
              <a:chOff x="2509616" y="1928763"/>
              <a:chExt cx="1327970" cy="947605"/>
            </a:xfrm>
          </p:grpSpPr>
          <p:sp>
            <p:nvSpPr>
              <p:cNvPr id="2968" name="Google Shape;2968;p37"/>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9" name="Google Shape;2969;p37"/>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0" name="Google Shape;2970;p37"/>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1" name="Google Shape;2971;p37"/>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2" name="Google Shape;2972;p37"/>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3" name="Google Shape;2973;p37"/>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4" name="Google Shape;2974;p37"/>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5" name="Google Shape;2975;p37"/>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6" name="Google Shape;2976;p37"/>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7" name="Google Shape;2977;p37"/>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8" name="Google Shape;2978;p37"/>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9" name="Google Shape;2979;p37"/>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0" name="Google Shape;2980;p37"/>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81" name="Google Shape;2981;p37"/>
            <p:cNvGrpSpPr/>
            <p:nvPr/>
          </p:nvGrpSpPr>
          <p:grpSpPr>
            <a:xfrm flipH="1" rot="-5400000">
              <a:off x="2967374" y="4800923"/>
              <a:ext cx="235464" cy="298700"/>
              <a:chOff x="4443093" y="1867585"/>
              <a:chExt cx="726740" cy="921628"/>
            </a:xfrm>
          </p:grpSpPr>
          <p:sp>
            <p:nvSpPr>
              <p:cNvPr id="2982" name="Google Shape;2982;p37"/>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3" name="Google Shape;2983;p37"/>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984" name="Google Shape;2984;p37"/>
            <p:cNvSpPr/>
            <p:nvPr/>
          </p:nvSpPr>
          <p:spPr>
            <a:xfrm flipH="1">
              <a:off x="2317072" y="48076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985" name="Google Shape;2985;p37"/>
            <p:cNvGrpSpPr/>
            <p:nvPr/>
          </p:nvGrpSpPr>
          <p:grpSpPr>
            <a:xfrm flipH="1" rot="-5400000">
              <a:off x="1954359" y="4756510"/>
              <a:ext cx="65949" cy="365580"/>
              <a:chOff x="7486891" y="2067545"/>
              <a:chExt cx="143805" cy="797165"/>
            </a:xfrm>
          </p:grpSpPr>
          <p:sp>
            <p:nvSpPr>
              <p:cNvPr id="2986" name="Google Shape;2986;p37"/>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7" name="Google Shape;2987;p37"/>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88" name="Google Shape;2988;p37"/>
            <p:cNvGrpSpPr/>
            <p:nvPr/>
          </p:nvGrpSpPr>
          <p:grpSpPr>
            <a:xfrm flipH="1" rot="5400000">
              <a:off x="4001859" y="4713680"/>
              <a:ext cx="215942" cy="473196"/>
              <a:chOff x="1293873" y="1704092"/>
              <a:chExt cx="470872" cy="1031828"/>
            </a:xfrm>
          </p:grpSpPr>
          <p:sp>
            <p:nvSpPr>
              <p:cNvPr id="2989" name="Google Shape;2989;p37"/>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0" name="Google Shape;2990;p37"/>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1" name="Google Shape;2991;p37"/>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2" name="Google Shape;2992;p37"/>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3" name="Google Shape;2993;p37"/>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4" name="Google Shape;2994;p37"/>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95" name="Google Shape;2995;p37"/>
            <p:cNvGrpSpPr/>
            <p:nvPr/>
          </p:nvGrpSpPr>
          <p:grpSpPr>
            <a:xfrm flipH="1">
              <a:off x="4909065" y="4831311"/>
              <a:ext cx="428145" cy="215966"/>
              <a:chOff x="4092051" y="3559505"/>
              <a:chExt cx="1306116" cy="658836"/>
            </a:xfrm>
          </p:grpSpPr>
          <p:grpSp>
            <p:nvGrpSpPr>
              <p:cNvPr id="2996" name="Google Shape;2996;p37"/>
              <p:cNvGrpSpPr/>
              <p:nvPr/>
            </p:nvGrpSpPr>
            <p:grpSpPr>
              <a:xfrm>
                <a:off x="4092051" y="3559505"/>
                <a:ext cx="1306116" cy="298886"/>
                <a:chOff x="4092051" y="3559505"/>
                <a:chExt cx="1306116" cy="298886"/>
              </a:xfrm>
            </p:grpSpPr>
            <p:sp>
              <p:nvSpPr>
                <p:cNvPr id="2997" name="Google Shape;2997;p37"/>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8" name="Google Shape;2998;p37"/>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9" name="Google Shape;2999;p37"/>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0" name="Google Shape;3000;p37"/>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1" name="Google Shape;3001;p37"/>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2" name="Google Shape;3002;p37"/>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3" name="Google Shape;3003;p37"/>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04" name="Google Shape;3004;p37"/>
              <p:cNvGrpSpPr/>
              <p:nvPr/>
            </p:nvGrpSpPr>
            <p:grpSpPr>
              <a:xfrm>
                <a:off x="4092051" y="3919455"/>
                <a:ext cx="1306116" cy="298886"/>
                <a:chOff x="4092051" y="3919455"/>
                <a:chExt cx="1306116" cy="298886"/>
              </a:xfrm>
            </p:grpSpPr>
            <p:sp>
              <p:nvSpPr>
                <p:cNvPr id="3005" name="Google Shape;3005;p37"/>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6" name="Google Shape;3006;p37"/>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7" name="Google Shape;3007;p37"/>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8" name="Google Shape;3008;p37"/>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9" name="Google Shape;3009;p37"/>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0" name="Google Shape;3010;p37"/>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1" name="Google Shape;3011;p37"/>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012" name="Google Shape;3012;p37"/>
            <p:cNvSpPr/>
            <p:nvPr/>
          </p:nvSpPr>
          <p:spPr>
            <a:xfrm flipH="1">
              <a:off x="4493378"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013" name="Google Shape;3013;p37"/>
            <p:cNvGrpSpPr/>
            <p:nvPr/>
          </p:nvGrpSpPr>
          <p:grpSpPr>
            <a:xfrm flipH="1" rot="5400000">
              <a:off x="285984" y="4713680"/>
              <a:ext cx="215942" cy="473196"/>
              <a:chOff x="1293873" y="1704092"/>
              <a:chExt cx="470872" cy="1031828"/>
            </a:xfrm>
          </p:grpSpPr>
          <p:sp>
            <p:nvSpPr>
              <p:cNvPr id="3014" name="Google Shape;3014;p37"/>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5" name="Google Shape;3015;p37"/>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6" name="Google Shape;3016;p37"/>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7" name="Google Shape;3017;p37"/>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8" name="Google Shape;3018;p37"/>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9" name="Google Shape;3019;p37"/>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20" name="Google Shape;3020;p37"/>
            <p:cNvGrpSpPr/>
            <p:nvPr/>
          </p:nvGrpSpPr>
          <p:grpSpPr>
            <a:xfrm flipH="1">
              <a:off x="1193190" y="4831311"/>
              <a:ext cx="428145" cy="215966"/>
              <a:chOff x="4092051" y="3559505"/>
              <a:chExt cx="1306116" cy="658836"/>
            </a:xfrm>
          </p:grpSpPr>
          <p:grpSp>
            <p:nvGrpSpPr>
              <p:cNvPr id="3021" name="Google Shape;3021;p37"/>
              <p:cNvGrpSpPr/>
              <p:nvPr/>
            </p:nvGrpSpPr>
            <p:grpSpPr>
              <a:xfrm>
                <a:off x="4092051" y="3559505"/>
                <a:ext cx="1306116" cy="298886"/>
                <a:chOff x="4092051" y="3559505"/>
                <a:chExt cx="1306116" cy="298886"/>
              </a:xfrm>
            </p:grpSpPr>
            <p:sp>
              <p:nvSpPr>
                <p:cNvPr id="3022" name="Google Shape;3022;p37"/>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3" name="Google Shape;3023;p37"/>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4" name="Google Shape;3024;p37"/>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5" name="Google Shape;3025;p37"/>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6" name="Google Shape;3026;p37"/>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7" name="Google Shape;3027;p37"/>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8" name="Google Shape;3028;p37"/>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29" name="Google Shape;3029;p37"/>
              <p:cNvGrpSpPr/>
              <p:nvPr/>
            </p:nvGrpSpPr>
            <p:grpSpPr>
              <a:xfrm>
                <a:off x="4092051" y="3919455"/>
                <a:ext cx="1306116" cy="298886"/>
                <a:chOff x="4092051" y="3919455"/>
                <a:chExt cx="1306116" cy="298886"/>
              </a:xfrm>
            </p:grpSpPr>
            <p:sp>
              <p:nvSpPr>
                <p:cNvPr id="3030" name="Google Shape;3030;p37"/>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1" name="Google Shape;3031;p37"/>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2" name="Google Shape;3032;p37"/>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3" name="Google Shape;3033;p37"/>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4" name="Google Shape;3034;p37"/>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5" name="Google Shape;3035;p37"/>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6" name="Google Shape;3036;p37"/>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037" name="Google Shape;3037;p37"/>
            <p:cNvSpPr/>
            <p:nvPr/>
          </p:nvSpPr>
          <p:spPr>
            <a:xfrm flipH="1">
              <a:off x="777503" y="47880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38" name="Google Shape;3038;p37"/>
          <p:cNvGrpSpPr/>
          <p:nvPr/>
        </p:nvGrpSpPr>
        <p:grpSpPr>
          <a:xfrm>
            <a:off x="157356" y="54756"/>
            <a:ext cx="8895728" cy="302471"/>
            <a:chOff x="157356" y="54756"/>
            <a:chExt cx="8895728" cy="302471"/>
          </a:xfrm>
        </p:grpSpPr>
        <p:grpSp>
          <p:nvGrpSpPr>
            <p:cNvPr id="3039" name="Google Shape;3039;p37"/>
            <p:cNvGrpSpPr/>
            <p:nvPr/>
          </p:nvGrpSpPr>
          <p:grpSpPr>
            <a:xfrm>
              <a:off x="1768272" y="93929"/>
              <a:ext cx="344874" cy="246093"/>
              <a:chOff x="2509616" y="1928763"/>
              <a:chExt cx="1327970" cy="947605"/>
            </a:xfrm>
          </p:grpSpPr>
          <p:sp>
            <p:nvSpPr>
              <p:cNvPr id="3040" name="Google Shape;3040;p37"/>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1" name="Google Shape;3041;p37"/>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2" name="Google Shape;3042;p37"/>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3" name="Google Shape;3043;p37"/>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4" name="Google Shape;3044;p37"/>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5" name="Google Shape;3045;p37"/>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6" name="Google Shape;3046;p37"/>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7" name="Google Shape;3047;p37"/>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8" name="Google Shape;3048;p37"/>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9" name="Google Shape;3049;p37"/>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0" name="Google Shape;3050;p37"/>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1" name="Google Shape;3051;p37"/>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2" name="Google Shape;3052;p37"/>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53" name="Google Shape;3053;p37"/>
            <p:cNvGrpSpPr/>
            <p:nvPr/>
          </p:nvGrpSpPr>
          <p:grpSpPr>
            <a:xfrm rot="5400000">
              <a:off x="2291728" y="67623"/>
              <a:ext cx="235464" cy="298700"/>
              <a:chOff x="4443093" y="1867585"/>
              <a:chExt cx="726740" cy="921628"/>
            </a:xfrm>
          </p:grpSpPr>
          <p:sp>
            <p:nvSpPr>
              <p:cNvPr id="3054" name="Google Shape;3054;p37"/>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5" name="Google Shape;3055;p37"/>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056" name="Google Shape;3056;p37"/>
            <p:cNvSpPr/>
            <p:nvPr/>
          </p:nvSpPr>
          <p:spPr>
            <a:xfrm>
              <a:off x="2705750" y="743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057" name="Google Shape;3057;p37"/>
            <p:cNvGrpSpPr/>
            <p:nvPr/>
          </p:nvGrpSpPr>
          <p:grpSpPr>
            <a:xfrm rot="5400000">
              <a:off x="3474258" y="23210"/>
              <a:ext cx="65949" cy="365580"/>
              <a:chOff x="7486891" y="2067545"/>
              <a:chExt cx="143805" cy="797165"/>
            </a:xfrm>
          </p:grpSpPr>
          <p:sp>
            <p:nvSpPr>
              <p:cNvPr id="3058" name="Google Shape;3058;p37"/>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9" name="Google Shape;3059;p37"/>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60" name="Google Shape;3060;p37"/>
            <p:cNvGrpSpPr/>
            <p:nvPr/>
          </p:nvGrpSpPr>
          <p:grpSpPr>
            <a:xfrm rot="-5400000">
              <a:off x="1276765" y="-19620"/>
              <a:ext cx="215942" cy="473196"/>
              <a:chOff x="1293873" y="1704092"/>
              <a:chExt cx="470872" cy="1031828"/>
            </a:xfrm>
          </p:grpSpPr>
          <p:sp>
            <p:nvSpPr>
              <p:cNvPr id="3061" name="Google Shape;3061;p37"/>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2" name="Google Shape;3062;p37"/>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3" name="Google Shape;3063;p37"/>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4" name="Google Shape;3064;p37"/>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5" name="Google Shape;3065;p37"/>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6" name="Google Shape;3066;p37"/>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67" name="Google Shape;3067;p37"/>
            <p:cNvGrpSpPr/>
            <p:nvPr/>
          </p:nvGrpSpPr>
          <p:grpSpPr>
            <a:xfrm>
              <a:off x="157356" y="98011"/>
              <a:ext cx="428145" cy="215966"/>
              <a:chOff x="4092051" y="3559505"/>
              <a:chExt cx="1306116" cy="658836"/>
            </a:xfrm>
          </p:grpSpPr>
          <p:grpSp>
            <p:nvGrpSpPr>
              <p:cNvPr id="3068" name="Google Shape;3068;p37"/>
              <p:cNvGrpSpPr/>
              <p:nvPr/>
            </p:nvGrpSpPr>
            <p:grpSpPr>
              <a:xfrm>
                <a:off x="4092051" y="3559505"/>
                <a:ext cx="1306116" cy="298886"/>
                <a:chOff x="4092051" y="3559505"/>
                <a:chExt cx="1306116" cy="298886"/>
              </a:xfrm>
            </p:grpSpPr>
            <p:sp>
              <p:nvSpPr>
                <p:cNvPr id="3069" name="Google Shape;3069;p37"/>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0" name="Google Shape;3070;p37"/>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1" name="Google Shape;3071;p37"/>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2" name="Google Shape;3072;p37"/>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3" name="Google Shape;3073;p37"/>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4" name="Google Shape;3074;p37"/>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5" name="Google Shape;3075;p37"/>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76" name="Google Shape;3076;p37"/>
              <p:cNvGrpSpPr/>
              <p:nvPr/>
            </p:nvGrpSpPr>
            <p:grpSpPr>
              <a:xfrm>
                <a:off x="4092051" y="3919455"/>
                <a:ext cx="1306116" cy="298886"/>
                <a:chOff x="4092051" y="3919455"/>
                <a:chExt cx="1306116" cy="298886"/>
              </a:xfrm>
            </p:grpSpPr>
            <p:sp>
              <p:nvSpPr>
                <p:cNvPr id="3077" name="Google Shape;3077;p37"/>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8" name="Google Shape;3078;p37"/>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9" name="Google Shape;3079;p37"/>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0" name="Google Shape;3080;p37"/>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1" name="Google Shape;3081;p37"/>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2" name="Google Shape;3082;p37"/>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3" name="Google Shape;3083;p37"/>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084" name="Google Shape;3084;p37"/>
            <p:cNvSpPr/>
            <p:nvPr/>
          </p:nvSpPr>
          <p:spPr>
            <a:xfrm>
              <a:off x="731107" y="547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085" name="Google Shape;3085;p37"/>
            <p:cNvGrpSpPr/>
            <p:nvPr/>
          </p:nvGrpSpPr>
          <p:grpSpPr>
            <a:xfrm>
              <a:off x="5484147" y="93929"/>
              <a:ext cx="344874" cy="246093"/>
              <a:chOff x="2509616" y="1928763"/>
              <a:chExt cx="1327970" cy="947605"/>
            </a:xfrm>
          </p:grpSpPr>
          <p:sp>
            <p:nvSpPr>
              <p:cNvPr id="3086" name="Google Shape;3086;p37"/>
              <p:cNvSpPr/>
              <p:nvPr/>
            </p:nvSpPr>
            <p:spPr>
              <a:xfrm>
                <a:off x="2509616" y="2079086"/>
                <a:ext cx="1327970" cy="87272"/>
              </a:xfrm>
              <a:custGeom>
                <a:rect b="b" l="l" r="r" t="t"/>
                <a:pathLst>
                  <a:path extrusionOk="0" h="87272" w="1327970">
                    <a:moveTo>
                      <a:pt x="18309" y="87272"/>
                    </a:moveTo>
                    <a:cubicBezTo>
                      <a:pt x="11092" y="87272"/>
                      <a:pt x="3875" y="82831"/>
                      <a:pt x="1100" y="75615"/>
                    </a:cubicBezTo>
                    <a:cubicBezTo>
                      <a:pt x="-2231" y="66177"/>
                      <a:pt x="2210" y="55630"/>
                      <a:pt x="11647" y="51744"/>
                    </a:cubicBezTo>
                    <a:cubicBezTo>
                      <a:pt x="117122" y="11775"/>
                      <a:pt x="242581" y="-4879"/>
                      <a:pt x="393576" y="1227"/>
                    </a:cubicBezTo>
                    <a:cubicBezTo>
                      <a:pt x="471849" y="4558"/>
                      <a:pt x="550677" y="12885"/>
                      <a:pt x="626730" y="21212"/>
                    </a:cubicBezTo>
                    <a:cubicBezTo>
                      <a:pt x="675581" y="26208"/>
                      <a:pt x="724432" y="31759"/>
                      <a:pt x="773284" y="35645"/>
                    </a:cubicBezTo>
                    <a:cubicBezTo>
                      <a:pt x="950925" y="50079"/>
                      <a:pt x="1130232" y="46193"/>
                      <a:pt x="1307318" y="25653"/>
                    </a:cubicBezTo>
                    <a:cubicBezTo>
                      <a:pt x="1317310" y="24543"/>
                      <a:pt x="1326747" y="31759"/>
                      <a:pt x="1327858" y="41752"/>
                    </a:cubicBezTo>
                    <a:cubicBezTo>
                      <a:pt x="1328968" y="51744"/>
                      <a:pt x="1321751" y="61181"/>
                      <a:pt x="1311759" y="62292"/>
                    </a:cubicBezTo>
                    <a:cubicBezTo>
                      <a:pt x="1132452" y="83386"/>
                      <a:pt x="950370" y="87272"/>
                      <a:pt x="770508" y="72839"/>
                    </a:cubicBezTo>
                    <a:cubicBezTo>
                      <a:pt x="721102" y="68953"/>
                      <a:pt x="672250" y="63402"/>
                      <a:pt x="623399" y="58406"/>
                    </a:cubicBezTo>
                    <a:cubicBezTo>
                      <a:pt x="547902" y="50079"/>
                      <a:pt x="469628" y="41752"/>
                      <a:pt x="392465" y="38976"/>
                    </a:cubicBezTo>
                    <a:cubicBezTo>
                      <a:pt x="245911" y="33425"/>
                      <a:pt x="126004" y="48968"/>
                      <a:pt x="24970" y="87272"/>
                    </a:cubicBezTo>
                    <a:cubicBezTo>
                      <a:pt x="22750" y="86717"/>
                      <a:pt x="20529" y="87272"/>
                      <a:pt x="18309" y="8727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7" name="Google Shape;3087;p37"/>
              <p:cNvSpPr/>
              <p:nvPr/>
            </p:nvSpPr>
            <p:spPr>
              <a:xfrm>
                <a:off x="2544579" y="2219096"/>
                <a:ext cx="1272910" cy="57733"/>
              </a:xfrm>
              <a:custGeom>
                <a:rect b="b" l="l" r="r" t="t"/>
                <a:pathLst>
                  <a:path extrusionOk="0" h="57733" w="1272910">
                    <a:moveTo>
                      <a:pt x="1254591" y="57733"/>
                    </a:moveTo>
                    <a:cubicBezTo>
                      <a:pt x="1254591" y="57733"/>
                      <a:pt x="1254591" y="57733"/>
                      <a:pt x="1254591" y="57733"/>
                    </a:cubicBezTo>
                    <a:lnTo>
                      <a:pt x="18319" y="37194"/>
                    </a:lnTo>
                    <a:cubicBezTo>
                      <a:pt x="8327" y="37194"/>
                      <a:pt x="0" y="28867"/>
                      <a:pt x="0" y="18319"/>
                    </a:cubicBezTo>
                    <a:cubicBezTo>
                      <a:pt x="0" y="8327"/>
                      <a:pt x="8327" y="0"/>
                      <a:pt x="18319" y="0"/>
                    </a:cubicBezTo>
                    <a:cubicBezTo>
                      <a:pt x="18319" y="0"/>
                      <a:pt x="18319" y="0"/>
                      <a:pt x="18874" y="0"/>
                    </a:cubicBezTo>
                    <a:lnTo>
                      <a:pt x="1254591" y="20540"/>
                    </a:lnTo>
                    <a:cubicBezTo>
                      <a:pt x="1264584" y="20540"/>
                      <a:pt x="1272911" y="28867"/>
                      <a:pt x="1272911" y="39414"/>
                    </a:cubicBezTo>
                    <a:cubicBezTo>
                      <a:pt x="1272911" y="49406"/>
                      <a:pt x="1265139" y="57733"/>
                      <a:pt x="1254591" y="5773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8" name="Google Shape;3088;p37"/>
              <p:cNvSpPr/>
              <p:nvPr/>
            </p:nvSpPr>
            <p:spPr>
              <a:xfrm>
                <a:off x="2543363" y="2322982"/>
                <a:ext cx="1256284" cy="105952"/>
              </a:xfrm>
              <a:custGeom>
                <a:rect b="b" l="l" r="r" t="t"/>
                <a:pathLst>
                  <a:path extrusionOk="0" h="105952" w="1256284">
                    <a:moveTo>
                      <a:pt x="796716" y="105952"/>
                    </a:moveTo>
                    <a:cubicBezTo>
                      <a:pt x="662375" y="105952"/>
                      <a:pt x="527478" y="92629"/>
                      <a:pt x="396468" y="79306"/>
                    </a:cubicBezTo>
                    <a:lnTo>
                      <a:pt x="16760" y="41557"/>
                    </a:lnTo>
                    <a:cubicBezTo>
                      <a:pt x="6767" y="40447"/>
                      <a:pt x="-1004" y="31565"/>
                      <a:pt x="106" y="21572"/>
                    </a:cubicBezTo>
                    <a:cubicBezTo>
                      <a:pt x="1216" y="11580"/>
                      <a:pt x="10098" y="4364"/>
                      <a:pt x="20090" y="4919"/>
                    </a:cubicBezTo>
                    <a:lnTo>
                      <a:pt x="399799" y="42667"/>
                    </a:lnTo>
                    <a:cubicBezTo>
                      <a:pt x="538026" y="56546"/>
                      <a:pt x="680139" y="70979"/>
                      <a:pt x="821141" y="68758"/>
                    </a:cubicBezTo>
                    <a:cubicBezTo>
                      <a:pt x="978798" y="66538"/>
                      <a:pt x="1113139" y="44333"/>
                      <a:pt x="1231382" y="1033"/>
                    </a:cubicBezTo>
                    <a:cubicBezTo>
                      <a:pt x="1240819" y="-2298"/>
                      <a:pt x="1251366" y="2698"/>
                      <a:pt x="1255252" y="12135"/>
                    </a:cubicBezTo>
                    <a:cubicBezTo>
                      <a:pt x="1258583" y="21572"/>
                      <a:pt x="1253587" y="32120"/>
                      <a:pt x="1244150" y="36006"/>
                    </a:cubicBezTo>
                    <a:cubicBezTo>
                      <a:pt x="1122021" y="80971"/>
                      <a:pt x="983239" y="103732"/>
                      <a:pt x="821141" y="105952"/>
                    </a:cubicBezTo>
                    <a:cubicBezTo>
                      <a:pt x="813370" y="105952"/>
                      <a:pt x="805043" y="105952"/>
                      <a:pt x="796716" y="10595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9" name="Google Shape;3089;p37"/>
              <p:cNvSpPr/>
              <p:nvPr/>
            </p:nvSpPr>
            <p:spPr>
              <a:xfrm>
                <a:off x="2525249" y="2643769"/>
                <a:ext cx="1275825" cy="81603"/>
              </a:xfrm>
              <a:custGeom>
                <a:rect b="b" l="l" r="r" t="t"/>
                <a:pathLst>
                  <a:path extrusionOk="0" h="81603" w="1275825">
                    <a:moveTo>
                      <a:pt x="926965" y="81604"/>
                    </a:moveTo>
                    <a:cubicBezTo>
                      <a:pt x="875893" y="81604"/>
                      <a:pt x="824822" y="79939"/>
                      <a:pt x="774305" y="76053"/>
                    </a:cubicBezTo>
                    <a:cubicBezTo>
                      <a:pt x="713796" y="71612"/>
                      <a:pt x="652732" y="64950"/>
                      <a:pt x="593888" y="58289"/>
                    </a:cubicBezTo>
                    <a:cubicBezTo>
                      <a:pt x="497296" y="47186"/>
                      <a:pt x="397372" y="36083"/>
                      <a:pt x="298004" y="36638"/>
                    </a:cubicBezTo>
                    <a:cubicBezTo>
                      <a:pt x="205298" y="36638"/>
                      <a:pt x="113146" y="47186"/>
                      <a:pt x="22660" y="67170"/>
                    </a:cubicBezTo>
                    <a:cubicBezTo>
                      <a:pt x="12668" y="69391"/>
                      <a:pt x="2676" y="63285"/>
                      <a:pt x="455" y="53292"/>
                    </a:cubicBezTo>
                    <a:cubicBezTo>
                      <a:pt x="-1765" y="43300"/>
                      <a:pt x="4341" y="33308"/>
                      <a:pt x="14334" y="31087"/>
                    </a:cubicBezTo>
                    <a:cubicBezTo>
                      <a:pt x="107040" y="10547"/>
                      <a:pt x="202522" y="0"/>
                      <a:pt x="297449" y="0"/>
                    </a:cubicBezTo>
                    <a:cubicBezTo>
                      <a:pt x="298559" y="0"/>
                      <a:pt x="299670" y="0"/>
                      <a:pt x="300780" y="0"/>
                    </a:cubicBezTo>
                    <a:cubicBezTo>
                      <a:pt x="400148" y="0"/>
                      <a:pt x="500626" y="11103"/>
                      <a:pt x="597219" y="22205"/>
                    </a:cubicBezTo>
                    <a:cubicBezTo>
                      <a:pt x="656062" y="28867"/>
                      <a:pt x="716572" y="35528"/>
                      <a:pt x="775970" y="39969"/>
                    </a:cubicBezTo>
                    <a:cubicBezTo>
                      <a:pt x="935292" y="51072"/>
                      <a:pt x="1096280" y="44410"/>
                      <a:pt x="1254491" y="19985"/>
                    </a:cubicBezTo>
                    <a:cubicBezTo>
                      <a:pt x="1264484" y="18319"/>
                      <a:pt x="1273921" y="25536"/>
                      <a:pt x="1275586" y="35528"/>
                    </a:cubicBezTo>
                    <a:cubicBezTo>
                      <a:pt x="1277252" y="45520"/>
                      <a:pt x="1270035" y="54958"/>
                      <a:pt x="1260043" y="56623"/>
                    </a:cubicBezTo>
                    <a:cubicBezTo>
                      <a:pt x="1150127" y="72722"/>
                      <a:pt x="1038546" y="81604"/>
                      <a:pt x="926965" y="8160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0" name="Google Shape;3090;p37"/>
              <p:cNvSpPr/>
              <p:nvPr/>
            </p:nvSpPr>
            <p:spPr>
              <a:xfrm>
                <a:off x="2529162" y="2778304"/>
                <a:ext cx="1251588" cy="98064"/>
              </a:xfrm>
              <a:custGeom>
                <a:rect b="b" l="l" r="r" t="t"/>
                <a:pathLst>
                  <a:path extrusionOk="0" h="98064" w="1251588">
                    <a:moveTo>
                      <a:pt x="488386" y="98064"/>
                    </a:moveTo>
                    <a:cubicBezTo>
                      <a:pt x="329619" y="98064"/>
                      <a:pt x="171408" y="81965"/>
                      <a:pt x="14861" y="50323"/>
                    </a:cubicBezTo>
                    <a:cubicBezTo>
                      <a:pt x="4869" y="48103"/>
                      <a:pt x="-1793" y="38665"/>
                      <a:pt x="428" y="28673"/>
                    </a:cubicBezTo>
                    <a:cubicBezTo>
                      <a:pt x="2648" y="18681"/>
                      <a:pt x="12086" y="12019"/>
                      <a:pt x="22078" y="14240"/>
                    </a:cubicBezTo>
                    <a:cubicBezTo>
                      <a:pt x="295756" y="69753"/>
                      <a:pt x="574431" y="76414"/>
                      <a:pt x="850330" y="33114"/>
                    </a:cubicBezTo>
                    <a:cubicBezTo>
                      <a:pt x="868649" y="30338"/>
                      <a:pt x="886969" y="27008"/>
                      <a:pt x="905288" y="24232"/>
                    </a:cubicBezTo>
                    <a:cubicBezTo>
                      <a:pt x="1014648" y="5913"/>
                      <a:pt x="1127340" y="-12962"/>
                      <a:pt x="1237255" y="12019"/>
                    </a:cubicBezTo>
                    <a:cubicBezTo>
                      <a:pt x="1247247" y="14240"/>
                      <a:pt x="1253354" y="24232"/>
                      <a:pt x="1251133" y="34224"/>
                    </a:cubicBezTo>
                    <a:cubicBezTo>
                      <a:pt x="1248913" y="44217"/>
                      <a:pt x="1238920" y="50323"/>
                      <a:pt x="1228928" y="48103"/>
                    </a:cubicBezTo>
                    <a:cubicBezTo>
                      <a:pt x="1126229" y="24787"/>
                      <a:pt x="1016869" y="43106"/>
                      <a:pt x="911394" y="60870"/>
                    </a:cubicBezTo>
                    <a:cubicBezTo>
                      <a:pt x="893075" y="64201"/>
                      <a:pt x="874756" y="66977"/>
                      <a:pt x="856437" y="69753"/>
                    </a:cubicBezTo>
                    <a:cubicBezTo>
                      <a:pt x="733753" y="88627"/>
                      <a:pt x="611070" y="98064"/>
                      <a:pt x="488386" y="9806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1" name="Google Shape;3091;p37"/>
              <p:cNvSpPr/>
              <p:nvPr/>
            </p:nvSpPr>
            <p:spPr>
              <a:xfrm>
                <a:off x="256345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2" name="Google Shape;3092;p37"/>
              <p:cNvSpPr/>
              <p:nvPr/>
            </p:nvSpPr>
            <p:spPr>
              <a:xfrm>
                <a:off x="292872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3" name="Google Shape;3093;p37"/>
              <p:cNvSpPr/>
              <p:nvPr/>
            </p:nvSpPr>
            <p:spPr>
              <a:xfrm>
                <a:off x="3294558"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4" name="Google Shape;3094;p37"/>
              <p:cNvSpPr/>
              <p:nvPr/>
            </p:nvSpPr>
            <p:spPr>
              <a:xfrm>
                <a:off x="3659833" y="192876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0"/>
                      <a:pt x="95482" y="21095"/>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5" name="Google Shape;3095;p37"/>
              <p:cNvSpPr/>
              <p:nvPr/>
            </p:nvSpPr>
            <p:spPr>
              <a:xfrm>
                <a:off x="2563453"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3832" y="555"/>
                      <a:pt x="95482" y="21650"/>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6" name="Google Shape;3096;p37"/>
              <p:cNvSpPr/>
              <p:nvPr/>
            </p:nvSpPr>
            <p:spPr>
              <a:xfrm>
                <a:off x="2929283" y="2488333"/>
                <a:ext cx="95482" cy="95482"/>
              </a:xfrm>
              <a:custGeom>
                <a:rect b="b" l="l" r="r" t="t"/>
                <a:pathLst>
                  <a:path extrusionOk="0" h="95482" w="95482">
                    <a:moveTo>
                      <a:pt x="95482" y="47741"/>
                    </a:moveTo>
                    <a:cubicBezTo>
                      <a:pt x="95482" y="74108"/>
                      <a:pt x="74108" y="95482"/>
                      <a:pt x="47741" y="95482"/>
                    </a:cubicBezTo>
                    <a:cubicBezTo>
                      <a:pt x="21374" y="95482"/>
                      <a:pt x="0" y="74108"/>
                      <a:pt x="0" y="47741"/>
                    </a:cubicBezTo>
                    <a:cubicBezTo>
                      <a:pt x="0" y="21374"/>
                      <a:pt x="21374" y="0"/>
                      <a:pt x="47741" y="0"/>
                    </a:cubicBezTo>
                    <a:cubicBezTo>
                      <a:pt x="74108" y="0"/>
                      <a:pt x="95482" y="21374"/>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7" name="Google Shape;3097;p37"/>
              <p:cNvSpPr/>
              <p:nvPr/>
            </p:nvSpPr>
            <p:spPr>
              <a:xfrm>
                <a:off x="3294558" y="2488333"/>
                <a:ext cx="95482" cy="95482"/>
              </a:xfrm>
              <a:custGeom>
                <a:rect b="b" l="l" r="r" t="t"/>
                <a:pathLst>
                  <a:path extrusionOk="0" h="95482" w="95482">
                    <a:moveTo>
                      <a:pt x="95482" y="47741"/>
                    </a:moveTo>
                    <a:cubicBezTo>
                      <a:pt x="95482" y="73832"/>
                      <a:pt x="74387" y="95482"/>
                      <a:pt x="47741" y="95482"/>
                    </a:cubicBezTo>
                    <a:cubicBezTo>
                      <a:pt x="21650" y="95482"/>
                      <a:pt x="0" y="74387"/>
                      <a:pt x="0" y="47741"/>
                    </a:cubicBezTo>
                    <a:cubicBezTo>
                      <a:pt x="0" y="21650"/>
                      <a:pt x="21095" y="0"/>
                      <a:pt x="47741" y="0"/>
                    </a:cubicBezTo>
                    <a:cubicBezTo>
                      <a:pt x="74387" y="555"/>
                      <a:pt x="95482" y="21650"/>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8" name="Google Shape;3098;p37"/>
              <p:cNvSpPr/>
              <p:nvPr/>
            </p:nvSpPr>
            <p:spPr>
              <a:xfrm>
                <a:off x="3660388" y="2488333"/>
                <a:ext cx="95482" cy="95482"/>
              </a:xfrm>
              <a:custGeom>
                <a:rect b="b" l="l" r="r" t="t"/>
                <a:pathLst>
                  <a:path extrusionOk="0" h="95482" w="95482">
                    <a:moveTo>
                      <a:pt x="95482" y="47741"/>
                    </a:moveTo>
                    <a:cubicBezTo>
                      <a:pt x="95482" y="74108"/>
                      <a:pt x="74108" y="95482"/>
                      <a:pt x="47741" y="95482"/>
                    </a:cubicBezTo>
                    <a:cubicBezTo>
                      <a:pt x="21375" y="95482"/>
                      <a:pt x="0" y="74108"/>
                      <a:pt x="0" y="47741"/>
                    </a:cubicBezTo>
                    <a:cubicBezTo>
                      <a:pt x="0" y="21374"/>
                      <a:pt x="21375" y="0"/>
                      <a:pt x="47741" y="0"/>
                    </a:cubicBezTo>
                    <a:cubicBezTo>
                      <a:pt x="74108" y="0"/>
                      <a:pt x="95482" y="21374"/>
                      <a:pt x="95482" y="477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99" name="Google Shape;3099;p37"/>
            <p:cNvGrpSpPr/>
            <p:nvPr/>
          </p:nvGrpSpPr>
          <p:grpSpPr>
            <a:xfrm rot="5400000">
              <a:off x="6007603" y="67623"/>
              <a:ext cx="235464" cy="298700"/>
              <a:chOff x="4443093" y="1867585"/>
              <a:chExt cx="726740" cy="921628"/>
            </a:xfrm>
          </p:grpSpPr>
          <p:sp>
            <p:nvSpPr>
              <p:cNvPr id="3100" name="Google Shape;3100;p37"/>
              <p:cNvSpPr/>
              <p:nvPr/>
            </p:nvSpPr>
            <p:spPr>
              <a:xfrm>
                <a:off x="4443093" y="1935621"/>
                <a:ext cx="450139" cy="853592"/>
              </a:xfrm>
              <a:custGeom>
                <a:rect b="b" l="l" r="r" t="t"/>
                <a:pathLst>
                  <a:path extrusionOk="0" h="853592" w="450139">
                    <a:moveTo>
                      <a:pt x="269264" y="853592"/>
                    </a:moveTo>
                    <a:cubicBezTo>
                      <a:pt x="212641" y="853592"/>
                      <a:pt x="153797" y="845265"/>
                      <a:pt x="121600" y="799745"/>
                    </a:cubicBezTo>
                    <a:cubicBezTo>
                      <a:pt x="97174" y="765327"/>
                      <a:pt x="97729" y="723137"/>
                      <a:pt x="100505" y="679837"/>
                    </a:cubicBezTo>
                    <a:lnTo>
                      <a:pt x="116048" y="442797"/>
                    </a:lnTo>
                    <a:cubicBezTo>
                      <a:pt x="117159" y="426698"/>
                      <a:pt x="127706" y="412820"/>
                      <a:pt x="143805" y="407268"/>
                    </a:cubicBezTo>
                    <a:cubicBezTo>
                      <a:pt x="159348" y="402272"/>
                      <a:pt x="176002" y="406713"/>
                      <a:pt x="185994" y="418926"/>
                    </a:cubicBezTo>
                    <a:cubicBezTo>
                      <a:pt x="263712" y="509967"/>
                      <a:pt x="291469" y="640978"/>
                      <a:pt x="257051" y="752559"/>
                    </a:cubicBezTo>
                    <a:cubicBezTo>
                      <a:pt x="254276" y="762551"/>
                      <a:pt x="243728" y="767547"/>
                      <a:pt x="233736" y="764771"/>
                    </a:cubicBezTo>
                    <a:cubicBezTo>
                      <a:pt x="223743" y="761996"/>
                      <a:pt x="218747" y="751448"/>
                      <a:pt x="221523" y="741456"/>
                    </a:cubicBezTo>
                    <a:cubicBezTo>
                      <a:pt x="252610" y="641533"/>
                      <a:pt x="227629" y="523845"/>
                      <a:pt x="157683" y="442241"/>
                    </a:cubicBezTo>
                    <a:cubicBezTo>
                      <a:pt x="157683" y="442241"/>
                      <a:pt x="152687" y="444462"/>
                      <a:pt x="152687" y="444462"/>
                    </a:cubicBezTo>
                    <a:lnTo>
                      <a:pt x="137143" y="681502"/>
                    </a:lnTo>
                    <a:cubicBezTo>
                      <a:pt x="134923" y="718141"/>
                      <a:pt x="133812" y="753114"/>
                      <a:pt x="151021" y="778094"/>
                    </a:cubicBezTo>
                    <a:cubicBezTo>
                      <a:pt x="176002" y="813068"/>
                      <a:pt x="229295" y="816953"/>
                      <a:pt x="282587" y="815843"/>
                    </a:cubicBezTo>
                    <a:cubicBezTo>
                      <a:pt x="309233" y="815288"/>
                      <a:pt x="337545" y="814733"/>
                      <a:pt x="361970" y="805851"/>
                    </a:cubicBezTo>
                    <a:cubicBezTo>
                      <a:pt x="380845" y="799189"/>
                      <a:pt x="403605" y="783646"/>
                      <a:pt x="410267" y="760886"/>
                    </a:cubicBezTo>
                    <a:cubicBezTo>
                      <a:pt x="416928" y="736460"/>
                      <a:pt x="404715" y="708148"/>
                      <a:pt x="390282" y="679837"/>
                    </a:cubicBezTo>
                    <a:lnTo>
                      <a:pt x="79410" y="56427"/>
                    </a:lnTo>
                    <a:cubicBezTo>
                      <a:pt x="71083" y="40328"/>
                      <a:pt x="65532" y="35887"/>
                      <a:pt x="62756" y="36442"/>
                    </a:cubicBezTo>
                    <a:cubicBezTo>
                      <a:pt x="59425" y="36997"/>
                      <a:pt x="54984" y="46990"/>
                      <a:pt x="54429" y="64199"/>
                    </a:cubicBezTo>
                    <a:lnTo>
                      <a:pt x="36665" y="820839"/>
                    </a:lnTo>
                    <a:cubicBezTo>
                      <a:pt x="36665" y="830832"/>
                      <a:pt x="27783" y="838604"/>
                      <a:pt x="17790" y="838604"/>
                    </a:cubicBezTo>
                    <a:cubicBezTo>
                      <a:pt x="7798" y="838604"/>
                      <a:pt x="-529" y="829722"/>
                      <a:pt x="26" y="819729"/>
                    </a:cubicBezTo>
                    <a:lnTo>
                      <a:pt x="18901" y="64199"/>
                    </a:lnTo>
                    <a:cubicBezTo>
                      <a:pt x="20011" y="27005"/>
                      <a:pt x="34444" y="3690"/>
                      <a:pt x="59425" y="359"/>
                    </a:cubicBezTo>
                    <a:cubicBezTo>
                      <a:pt x="80520" y="-2417"/>
                      <a:pt x="98839" y="10906"/>
                      <a:pt x="113828" y="40328"/>
                    </a:cubicBezTo>
                    <a:lnTo>
                      <a:pt x="424700" y="663738"/>
                    </a:lnTo>
                    <a:cubicBezTo>
                      <a:pt x="438023" y="690384"/>
                      <a:pt x="458008" y="730909"/>
                      <a:pt x="446905" y="771433"/>
                    </a:cubicBezTo>
                    <a:cubicBezTo>
                      <a:pt x="438023" y="802520"/>
                      <a:pt x="411377" y="828611"/>
                      <a:pt x="375294" y="841379"/>
                    </a:cubicBezTo>
                    <a:cubicBezTo>
                      <a:pt x="345316" y="851927"/>
                      <a:pt x="313119" y="852482"/>
                      <a:pt x="284252" y="853592"/>
                    </a:cubicBezTo>
                    <a:cubicBezTo>
                      <a:pt x="278701" y="853592"/>
                      <a:pt x="274260" y="853592"/>
                      <a:pt x="269264" y="85359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1" name="Google Shape;3101;p37"/>
              <p:cNvSpPr/>
              <p:nvPr/>
            </p:nvSpPr>
            <p:spPr>
              <a:xfrm>
                <a:off x="4576104" y="1867585"/>
                <a:ext cx="593729" cy="838914"/>
              </a:xfrm>
              <a:custGeom>
                <a:rect b="b" l="l" r="r" t="t"/>
                <a:pathLst>
                  <a:path extrusionOk="0" h="838914" w="593729">
                    <a:moveTo>
                      <a:pt x="504859" y="838914"/>
                    </a:moveTo>
                    <a:cubicBezTo>
                      <a:pt x="504304" y="838914"/>
                      <a:pt x="503194" y="838914"/>
                      <a:pt x="502638" y="838914"/>
                    </a:cubicBezTo>
                    <a:cubicBezTo>
                      <a:pt x="462114" y="837249"/>
                      <a:pt x="436578" y="803386"/>
                      <a:pt x="416593" y="770078"/>
                    </a:cubicBezTo>
                    <a:lnTo>
                      <a:pt x="2467" y="72281"/>
                    </a:lnTo>
                    <a:cubicBezTo>
                      <a:pt x="-2529" y="63399"/>
                      <a:pt x="247" y="52297"/>
                      <a:pt x="9129" y="46745"/>
                    </a:cubicBezTo>
                    <a:cubicBezTo>
                      <a:pt x="18011" y="41749"/>
                      <a:pt x="29113" y="44525"/>
                      <a:pt x="34665" y="53407"/>
                    </a:cubicBezTo>
                    <a:lnTo>
                      <a:pt x="448791" y="751204"/>
                    </a:lnTo>
                    <a:cubicBezTo>
                      <a:pt x="463224" y="776185"/>
                      <a:pt x="481543" y="801165"/>
                      <a:pt x="504304" y="802276"/>
                    </a:cubicBezTo>
                    <a:cubicBezTo>
                      <a:pt x="504859" y="802276"/>
                      <a:pt x="504859" y="802276"/>
                      <a:pt x="505414" y="802276"/>
                    </a:cubicBezTo>
                    <a:cubicBezTo>
                      <a:pt x="523733" y="802276"/>
                      <a:pt x="538722" y="785622"/>
                      <a:pt x="545383" y="770078"/>
                    </a:cubicBezTo>
                    <a:cubicBezTo>
                      <a:pt x="554266" y="749538"/>
                      <a:pt x="554266" y="724558"/>
                      <a:pt x="554821" y="701242"/>
                    </a:cubicBezTo>
                    <a:lnTo>
                      <a:pt x="558151" y="233824"/>
                    </a:lnTo>
                    <a:cubicBezTo>
                      <a:pt x="558707" y="172760"/>
                      <a:pt x="555931" y="114471"/>
                      <a:pt x="520402" y="77277"/>
                    </a:cubicBezTo>
                    <a:cubicBezTo>
                      <a:pt x="477103" y="31202"/>
                      <a:pt x="401050" y="34532"/>
                      <a:pt x="333324" y="41194"/>
                    </a:cubicBezTo>
                    <a:cubicBezTo>
                      <a:pt x="267819" y="47855"/>
                      <a:pt x="232846" y="64509"/>
                      <a:pt x="222854" y="93931"/>
                    </a:cubicBezTo>
                    <a:cubicBezTo>
                      <a:pt x="214527" y="118912"/>
                      <a:pt x="227295" y="148889"/>
                      <a:pt x="241173" y="177756"/>
                    </a:cubicBezTo>
                    <a:lnTo>
                      <a:pt x="387727" y="476415"/>
                    </a:lnTo>
                    <a:cubicBezTo>
                      <a:pt x="401050" y="503061"/>
                      <a:pt x="413818" y="516384"/>
                      <a:pt x="425476" y="515274"/>
                    </a:cubicBezTo>
                    <a:cubicBezTo>
                      <a:pt x="435468" y="514719"/>
                      <a:pt x="443240" y="503061"/>
                      <a:pt x="446015" y="493069"/>
                    </a:cubicBezTo>
                    <a:cubicBezTo>
                      <a:pt x="449901" y="478636"/>
                      <a:pt x="447125" y="461982"/>
                      <a:pt x="444350" y="445883"/>
                    </a:cubicBezTo>
                    <a:lnTo>
                      <a:pt x="399939" y="177756"/>
                    </a:lnTo>
                    <a:cubicBezTo>
                      <a:pt x="398274" y="167763"/>
                      <a:pt x="404936" y="158326"/>
                      <a:pt x="414928" y="156661"/>
                    </a:cubicBezTo>
                    <a:cubicBezTo>
                      <a:pt x="424920" y="154995"/>
                      <a:pt x="434358" y="161657"/>
                      <a:pt x="436023" y="171649"/>
                    </a:cubicBezTo>
                    <a:lnTo>
                      <a:pt x="480433" y="439777"/>
                    </a:lnTo>
                    <a:cubicBezTo>
                      <a:pt x="483764" y="458651"/>
                      <a:pt x="487095" y="480301"/>
                      <a:pt x="481543" y="501951"/>
                    </a:cubicBezTo>
                    <a:cubicBezTo>
                      <a:pt x="474327" y="529152"/>
                      <a:pt x="452677" y="549692"/>
                      <a:pt x="428251" y="551912"/>
                    </a:cubicBezTo>
                    <a:cubicBezTo>
                      <a:pt x="385506" y="555243"/>
                      <a:pt x="361636" y="508057"/>
                      <a:pt x="353864" y="492514"/>
                    </a:cubicBezTo>
                    <a:lnTo>
                      <a:pt x="207310" y="193854"/>
                    </a:lnTo>
                    <a:cubicBezTo>
                      <a:pt x="190101" y="158326"/>
                      <a:pt x="174002" y="120022"/>
                      <a:pt x="186770" y="81718"/>
                    </a:cubicBezTo>
                    <a:cubicBezTo>
                      <a:pt x="206755" y="22875"/>
                      <a:pt x="277256" y="9552"/>
                      <a:pt x="328328" y="4000"/>
                    </a:cubicBezTo>
                    <a:cubicBezTo>
                      <a:pt x="410487" y="-4327"/>
                      <a:pt x="493756" y="-4327"/>
                      <a:pt x="545939" y="51186"/>
                    </a:cubicBezTo>
                    <a:cubicBezTo>
                      <a:pt x="590904" y="98927"/>
                      <a:pt x="594235" y="167208"/>
                      <a:pt x="593680" y="233269"/>
                    </a:cubicBezTo>
                    <a:lnTo>
                      <a:pt x="590349" y="700687"/>
                    </a:lnTo>
                    <a:cubicBezTo>
                      <a:pt x="590349" y="726778"/>
                      <a:pt x="589794" y="756755"/>
                      <a:pt x="578136" y="783956"/>
                    </a:cubicBezTo>
                    <a:cubicBezTo>
                      <a:pt x="567033" y="811713"/>
                      <a:pt x="539832" y="838914"/>
                      <a:pt x="504859" y="83891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102" name="Google Shape;3102;p37"/>
            <p:cNvSpPr/>
            <p:nvPr/>
          </p:nvSpPr>
          <p:spPr>
            <a:xfrm>
              <a:off x="6421625" y="74356"/>
              <a:ext cx="471744" cy="263297"/>
            </a:xfrm>
            <a:custGeom>
              <a:rect b="b" l="l" r="r" t="t"/>
              <a:pathLst>
                <a:path extrusionOk="0" h="752276" w="1347841">
                  <a:moveTo>
                    <a:pt x="894741" y="752276"/>
                  </a:moveTo>
                  <a:cubicBezTo>
                    <a:pt x="894185" y="752276"/>
                    <a:pt x="894185" y="752276"/>
                    <a:pt x="893630" y="752276"/>
                  </a:cubicBezTo>
                  <a:cubicBezTo>
                    <a:pt x="885303" y="751721"/>
                    <a:pt x="878642" y="746170"/>
                    <a:pt x="876976" y="738398"/>
                  </a:cubicBezTo>
                  <a:cubicBezTo>
                    <a:pt x="829790" y="549099"/>
                    <a:pt x="790931" y="355359"/>
                    <a:pt x="752627" y="167725"/>
                  </a:cubicBezTo>
                  <a:lnTo>
                    <a:pt x="730978" y="60585"/>
                  </a:lnTo>
                  <a:cubicBezTo>
                    <a:pt x="730978" y="59475"/>
                    <a:pt x="730422" y="57255"/>
                    <a:pt x="727092" y="57255"/>
                  </a:cubicBezTo>
                  <a:cubicBezTo>
                    <a:pt x="723761" y="56700"/>
                    <a:pt x="723206" y="59475"/>
                    <a:pt x="722651" y="60030"/>
                  </a:cubicBezTo>
                  <a:lnTo>
                    <a:pt x="509481" y="687326"/>
                  </a:lnTo>
                  <a:cubicBezTo>
                    <a:pt x="505595" y="698984"/>
                    <a:pt x="497268" y="722854"/>
                    <a:pt x="474508" y="730626"/>
                  </a:cubicBezTo>
                  <a:cubicBezTo>
                    <a:pt x="462295" y="734512"/>
                    <a:pt x="450638" y="732847"/>
                    <a:pt x="440090" y="726185"/>
                  </a:cubicBezTo>
                  <a:cubicBezTo>
                    <a:pt x="420105" y="713417"/>
                    <a:pt x="410113" y="684550"/>
                    <a:pt x="407893" y="662345"/>
                  </a:cubicBezTo>
                  <a:cubicBezTo>
                    <a:pt x="383467" y="449731"/>
                    <a:pt x="332395" y="239892"/>
                    <a:pt x="255787" y="39491"/>
                  </a:cubicBezTo>
                  <a:cubicBezTo>
                    <a:pt x="255232" y="37825"/>
                    <a:pt x="253011" y="36160"/>
                    <a:pt x="251901" y="36715"/>
                  </a:cubicBezTo>
                  <a:cubicBezTo>
                    <a:pt x="250236" y="36715"/>
                    <a:pt x="248570" y="37270"/>
                    <a:pt x="248016" y="39491"/>
                  </a:cubicBezTo>
                  <a:cubicBezTo>
                    <a:pt x="155864" y="261542"/>
                    <a:pt x="84807" y="493031"/>
                    <a:pt x="36511" y="728405"/>
                  </a:cubicBezTo>
                  <a:cubicBezTo>
                    <a:pt x="34291" y="738398"/>
                    <a:pt x="24854" y="745059"/>
                    <a:pt x="14861" y="742839"/>
                  </a:cubicBezTo>
                  <a:cubicBezTo>
                    <a:pt x="4869" y="740618"/>
                    <a:pt x="-1792" y="731181"/>
                    <a:pt x="428" y="721189"/>
                  </a:cubicBezTo>
                  <a:cubicBezTo>
                    <a:pt x="49279" y="483594"/>
                    <a:pt x="120891" y="249884"/>
                    <a:pt x="213597" y="25612"/>
                  </a:cubicBezTo>
                  <a:cubicBezTo>
                    <a:pt x="220259" y="10069"/>
                    <a:pt x="234692" y="-1034"/>
                    <a:pt x="252456" y="76"/>
                  </a:cubicBezTo>
                  <a:cubicBezTo>
                    <a:pt x="269665" y="76"/>
                    <a:pt x="284654" y="10624"/>
                    <a:pt x="290205" y="26167"/>
                  </a:cubicBezTo>
                  <a:cubicBezTo>
                    <a:pt x="367923" y="229345"/>
                    <a:pt x="420105" y="441959"/>
                    <a:pt x="444531" y="657904"/>
                  </a:cubicBezTo>
                  <a:cubicBezTo>
                    <a:pt x="446752" y="675668"/>
                    <a:pt x="454523" y="691212"/>
                    <a:pt x="460074" y="695098"/>
                  </a:cubicBezTo>
                  <a:cubicBezTo>
                    <a:pt x="468401" y="693988"/>
                    <a:pt x="473398" y="680109"/>
                    <a:pt x="474508" y="675668"/>
                  </a:cubicBezTo>
                  <a:lnTo>
                    <a:pt x="688233" y="48928"/>
                  </a:lnTo>
                  <a:cubicBezTo>
                    <a:pt x="694339" y="31164"/>
                    <a:pt x="710993" y="19506"/>
                    <a:pt x="729867" y="21171"/>
                  </a:cubicBezTo>
                  <a:cubicBezTo>
                    <a:pt x="748741" y="22282"/>
                    <a:pt x="763730" y="35605"/>
                    <a:pt x="767616" y="53924"/>
                  </a:cubicBezTo>
                  <a:lnTo>
                    <a:pt x="789266" y="161064"/>
                  </a:lnTo>
                  <a:cubicBezTo>
                    <a:pt x="823129" y="328713"/>
                    <a:pt x="858102" y="501913"/>
                    <a:pt x="899182" y="671782"/>
                  </a:cubicBezTo>
                  <a:lnTo>
                    <a:pt x="1125119" y="69468"/>
                  </a:lnTo>
                  <a:cubicBezTo>
                    <a:pt x="1129560" y="57255"/>
                    <a:pt x="1138997" y="31719"/>
                    <a:pt x="1163978" y="25612"/>
                  </a:cubicBezTo>
                  <a:cubicBezTo>
                    <a:pt x="1175636" y="22837"/>
                    <a:pt x="1187293" y="24502"/>
                    <a:pt x="1197841" y="31719"/>
                  </a:cubicBezTo>
                  <a:cubicBezTo>
                    <a:pt x="1216715" y="44487"/>
                    <a:pt x="1226152" y="72798"/>
                    <a:pt x="1228373" y="94448"/>
                  </a:cubicBezTo>
                  <a:cubicBezTo>
                    <a:pt x="1252799" y="305397"/>
                    <a:pt x="1292768" y="516901"/>
                    <a:pt x="1347171" y="722299"/>
                  </a:cubicBezTo>
                  <a:cubicBezTo>
                    <a:pt x="1349946" y="732291"/>
                    <a:pt x="1343840" y="742284"/>
                    <a:pt x="1333847" y="745059"/>
                  </a:cubicBezTo>
                  <a:cubicBezTo>
                    <a:pt x="1323855" y="747835"/>
                    <a:pt x="1313863" y="741729"/>
                    <a:pt x="1311087" y="731736"/>
                  </a:cubicBezTo>
                  <a:cubicBezTo>
                    <a:pt x="1256129" y="524673"/>
                    <a:pt x="1216160" y="311504"/>
                    <a:pt x="1191180" y="98334"/>
                  </a:cubicBezTo>
                  <a:cubicBezTo>
                    <a:pt x="1189514" y="82235"/>
                    <a:pt x="1182853" y="66137"/>
                    <a:pt x="1176191" y="61696"/>
                  </a:cubicBezTo>
                  <a:cubicBezTo>
                    <a:pt x="1175081" y="60585"/>
                    <a:pt x="1173970" y="60585"/>
                    <a:pt x="1172305" y="61141"/>
                  </a:cubicBezTo>
                  <a:cubicBezTo>
                    <a:pt x="1166199" y="62806"/>
                    <a:pt x="1160648" y="77239"/>
                    <a:pt x="1158982" y="82235"/>
                  </a:cubicBezTo>
                  <a:lnTo>
                    <a:pt x="911949" y="740618"/>
                  </a:lnTo>
                  <a:cubicBezTo>
                    <a:pt x="909174" y="747835"/>
                    <a:pt x="902512" y="752276"/>
                    <a:pt x="894741" y="752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103" name="Google Shape;3103;p37"/>
            <p:cNvGrpSpPr/>
            <p:nvPr/>
          </p:nvGrpSpPr>
          <p:grpSpPr>
            <a:xfrm rot="5400000">
              <a:off x="7190133" y="23210"/>
              <a:ext cx="65949" cy="365580"/>
              <a:chOff x="7486891" y="2067545"/>
              <a:chExt cx="143805" cy="797165"/>
            </a:xfrm>
          </p:grpSpPr>
          <p:sp>
            <p:nvSpPr>
              <p:cNvPr id="3104" name="Google Shape;3104;p37"/>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5" name="Google Shape;3105;p37"/>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06" name="Google Shape;3106;p37"/>
            <p:cNvGrpSpPr/>
            <p:nvPr/>
          </p:nvGrpSpPr>
          <p:grpSpPr>
            <a:xfrm rot="-5400000">
              <a:off x="4992640" y="-19620"/>
              <a:ext cx="215942" cy="473196"/>
              <a:chOff x="1293873" y="1704092"/>
              <a:chExt cx="470872" cy="1031828"/>
            </a:xfrm>
          </p:grpSpPr>
          <p:sp>
            <p:nvSpPr>
              <p:cNvPr id="3107" name="Google Shape;3107;p37"/>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8" name="Google Shape;3108;p37"/>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9" name="Google Shape;3109;p37"/>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0" name="Google Shape;3110;p37"/>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1" name="Google Shape;3111;p37"/>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2" name="Google Shape;3112;p37"/>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13" name="Google Shape;3113;p37"/>
            <p:cNvGrpSpPr/>
            <p:nvPr/>
          </p:nvGrpSpPr>
          <p:grpSpPr>
            <a:xfrm>
              <a:off x="3873231" y="98011"/>
              <a:ext cx="428145" cy="215966"/>
              <a:chOff x="4092051" y="3559505"/>
              <a:chExt cx="1306116" cy="658836"/>
            </a:xfrm>
          </p:grpSpPr>
          <p:grpSp>
            <p:nvGrpSpPr>
              <p:cNvPr id="3114" name="Google Shape;3114;p37"/>
              <p:cNvGrpSpPr/>
              <p:nvPr/>
            </p:nvGrpSpPr>
            <p:grpSpPr>
              <a:xfrm>
                <a:off x="4092051" y="3559505"/>
                <a:ext cx="1306116" cy="298886"/>
                <a:chOff x="4092051" y="3559505"/>
                <a:chExt cx="1306116" cy="298886"/>
              </a:xfrm>
            </p:grpSpPr>
            <p:sp>
              <p:nvSpPr>
                <p:cNvPr id="3115" name="Google Shape;3115;p37"/>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6" name="Google Shape;3116;p37"/>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7" name="Google Shape;3117;p37"/>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8" name="Google Shape;3118;p37"/>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9" name="Google Shape;3119;p37"/>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0" name="Google Shape;3120;p37"/>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1" name="Google Shape;3121;p37"/>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22" name="Google Shape;3122;p37"/>
              <p:cNvGrpSpPr/>
              <p:nvPr/>
            </p:nvGrpSpPr>
            <p:grpSpPr>
              <a:xfrm>
                <a:off x="4092051" y="3919455"/>
                <a:ext cx="1306116" cy="298886"/>
                <a:chOff x="4092051" y="3919455"/>
                <a:chExt cx="1306116" cy="298886"/>
              </a:xfrm>
            </p:grpSpPr>
            <p:sp>
              <p:nvSpPr>
                <p:cNvPr id="3123" name="Google Shape;3123;p37"/>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4" name="Google Shape;3124;p37"/>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5" name="Google Shape;3125;p37"/>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6" name="Google Shape;3126;p37"/>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7" name="Google Shape;3127;p37"/>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8" name="Google Shape;3128;p37"/>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9" name="Google Shape;3129;p37"/>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130" name="Google Shape;3130;p37"/>
            <p:cNvSpPr/>
            <p:nvPr/>
          </p:nvSpPr>
          <p:spPr>
            <a:xfrm>
              <a:off x="4446982" y="547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131" name="Google Shape;3131;p37"/>
            <p:cNvGrpSpPr/>
            <p:nvPr/>
          </p:nvGrpSpPr>
          <p:grpSpPr>
            <a:xfrm rot="-5400000">
              <a:off x="8708515" y="-19620"/>
              <a:ext cx="215942" cy="473196"/>
              <a:chOff x="1293873" y="1704092"/>
              <a:chExt cx="470872" cy="1031828"/>
            </a:xfrm>
          </p:grpSpPr>
          <p:sp>
            <p:nvSpPr>
              <p:cNvPr id="3132" name="Google Shape;3132;p37"/>
              <p:cNvSpPr/>
              <p:nvPr/>
            </p:nvSpPr>
            <p:spPr>
              <a:xfrm>
                <a:off x="1293873" y="1704647"/>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6475"/>
                    </a:moveTo>
                    <a:lnTo>
                      <a:pt x="38859" y="256869"/>
                    </a:lnTo>
                    <a:cubicBezTo>
                      <a:pt x="71612" y="235219"/>
                      <a:pt x="102699" y="213569"/>
                      <a:pt x="128790" y="184147"/>
                    </a:cubicBezTo>
                    <a:cubicBezTo>
                      <a:pt x="139337" y="171934"/>
                      <a:pt x="149885" y="158056"/>
                      <a:pt x="149330" y="144178"/>
                    </a:cubicBezTo>
                    <a:cubicBezTo>
                      <a:pt x="148775" y="131965"/>
                      <a:pt x="138227" y="119752"/>
                      <a:pt x="128235" y="109760"/>
                    </a:cubicBezTo>
                    <a:cubicBezTo>
                      <a:pt x="103809" y="85889"/>
                      <a:pt x="77163" y="64794"/>
                      <a:pt x="48296" y="464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3" name="Google Shape;3133;p37"/>
              <p:cNvSpPr/>
              <p:nvPr/>
            </p:nvSpPr>
            <p:spPr>
              <a:xfrm>
                <a:off x="1579765" y="1704092"/>
                <a:ext cx="184980" cy="311271"/>
              </a:xfrm>
              <a:custGeom>
                <a:rect b="b" l="l" r="r" t="t"/>
                <a:pathLst>
                  <a:path extrusionOk="0" h="311271" w="184980">
                    <a:moveTo>
                      <a:pt x="18874" y="311272"/>
                    </a:moveTo>
                    <a:cubicBezTo>
                      <a:pt x="15544" y="311272"/>
                      <a:pt x="12768" y="310716"/>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0"/>
                    </a:cubicBezTo>
                    <a:cubicBezTo>
                      <a:pt x="86045" y="26490"/>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161"/>
                      <a:pt x="22760" y="311272"/>
                      <a:pt x="18874" y="311272"/>
                    </a:cubicBezTo>
                    <a:close/>
                    <a:moveTo>
                      <a:pt x="48296" y="47030"/>
                    </a:moveTo>
                    <a:lnTo>
                      <a:pt x="38859" y="257424"/>
                    </a:lnTo>
                    <a:cubicBezTo>
                      <a:pt x="71612" y="235774"/>
                      <a:pt x="102699" y="214124"/>
                      <a:pt x="128790" y="184702"/>
                    </a:cubicBezTo>
                    <a:cubicBezTo>
                      <a:pt x="139337" y="172489"/>
                      <a:pt x="149885" y="158056"/>
                      <a:pt x="149330" y="145288"/>
                    </a:cubicBezTo>
                    <a:cubicBezTo>
                      <a:pt x="148775" y="133075"/>
                      <a:pt x="138227" y="120862"/>
                      <a:pt x="128235" y="110870"/>
                    </a:cubicBezTo>
                    <a:cubicBezTo>
                      <a:pt x="103809" y="86444"/>
                      <a:pt x="77163" y="65350"/>
                      <a:pt x="48296" y="4703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4" name="Google Shape;3134;p37"/>
              <p:cNvSpPr/>
              <p:nvPr/>
            </p:nvSpPr>
            <p:spPr>
              <a:xfrm>
                <a:off x="1293873" y="2064925"/>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0"/>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09606"/>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5889"/>
                      <a:pt x="77163" y="64794"/>
                      <a:pt x="48296" y="4703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5" name="Google Shape;3135;p37"/>
              <p:cNvSpPr/>
              <p:nvPr/>
            </p:nvSpPr>
            <p:spPr>
              <a:xfrm>
                <a:off x="1599194" y="2083369"/>
                <a:ext cx="148842" cy="273953"/>
              </a:xfrm>
              <a:custGeom>
                <a:rect b="b" l="l" r="r" t="t"/>
                <a:pathLst>
                  <a:path extrusionOk="0" h="273953" w="148842">
                    <a:moveTo>
                      <a:pt x="11658" y="8047"/>
                    </a:moveTo>
                    <a:cubicBezTo>
                      <a:pt x="7772" y="96867"/>
                      <a:pt x="3886" y="185133"/>
                      <a:pt x="0" y="273953"/>
                    </a:cubicBezTo>
                    <a:cubicBezTo>
                      <a:pt x="45521" y="244531"/>
                      <a:pt x="88265" y="218996"/>
                      <a:pt x="123794" y="178471"/>
                    </a:cubicBezTo>
                    <a:cubicBezTo>
                      <a:pt x="137117" y="163483"/>
                      <a:pt x="149885" y="145719"/>
                      <a:pt x="148775" y="125734"/>
                    </a:cubicBezTo>
                    <a:cubicBezTo>
                      <a:pt x="147664" y="107415"/>
                      <a:pt x="134896" y="92426"/>
                      <a:pt x="122128" y="79658"/>
                    </a:cubicBezTo>
                    <a:cubicBezTo>
                      <a:pt x="91041" y="48571"/>
                      <a:pt x="56068" y="21925"/>
                      <a:pt x="17209" y="830"/>
                    </a:cubicBezTo>
                    <a:cubicBezTo>
                      <a:pt x="17764" y="-3611"/>
                      <a:pt x="10547" y="11377"/>
                      <a:pt x="11658" y="804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6" name="Google Shape;3136;p37"/>
              <p:cNvSpPr/>
              <p:nvPr/>
            </p:nvSpPr>
            <p:spPr>
              <a:xfrm>
                <a:off x="1293873" y="2425204"/>
                <a:ext cx="184980" cy="310716"/>
              </a:xfrm>
              <a:custGeom>
                <a:rect b="b" l="l" r="r" t="t"/>
                <a:pathLst>
                  <a:path extrusionOk="0" h="310716" w="184980">
                    <a:moveTo>
                      <a:pt x="18874" y="310716"/>
                    </a:moveTo>
                    <a:cubicBezTo>
                      <a:pt x="15544" y="310716"/>
                      <a:pt x="12768" y="310161"/>
                      <a:pt x="9437" y="308496"/>
                    </a:cubicBezTo>
                    <a:cubicBezTo>
                      <a:pt x="3331" y="305165"/>
                      <a:pt x="0" y="298504"/>
                      <a:pt x="0" y="291842"/>
                    </a:cubicBezTo>
                    <a:lnTo>
                      <a:pt x="11658" y="26491"/>
                    </a:lnTo>
                    <a:cubicBezTo>
                      <a:pt x="11658" y="24825"/>
                      <a:pt x="11658" y="23715"/>
                      <a:pt x="12213" y="22049"/>
                    </a:cubicBezTo>
                    <a:cubicBezTo>
                      <a:pt x="12768" y="19274"/>
                      <a:pt x="14433" y="16498"/>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8496"/>
                    </a:lnTo>
                    <a:cubicBezTo>
                      <a:pt x="25536" y="310161"/>
                      <a:pt x="22205" y="310716"/>
                      <a:pt x="18874" y="310716"/>
                    </a:cubicBezTo>
                    <a:close/>
                    <a:moveTo>
                      <a:pt x="48296" y="47030"/>
                    </a:moveTo>
                    <a:lnTo>
                      <a:pt x="38859" y="257424"/>
                    </a:lnTo>
                    <a:cubicBezTo>
                      <a:pt x="71612" y="235774"/>
                      <a:pt x="102699" y="214124"/>
                      <a:pt x="128790" y="184702"/>
                    </a:cubicBezTo>
                    <a:cubicBezTo>
                      <a:pt x="139337" y="172489"/>
                      <a:pt x="149885" y="158611"/>
                      <a:pt x="149330" y="145288"/>
                    </a:cubicBezTo>
                    <a:cubicBezTo>
                      <a:pt x="148775" y="133075"/>
                      <a:pt x="138227" y="120862"/>
                      <a:pt x="128235" y="110870"/>
                    </a:cubicBezTo>
                    <a:cubicBezTo>
                      <a:pt x="103809" y="86444"/>
                      <a:pt x="77163" y="65350"/>
                      <a:pt x="48296" y="4703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7" name="Google Shape;3137;p37"/>
              <p:cNvSpPr/>
              <p:nvPr/>
            </p:nvSpPr>
            <p:spPr>
              <a:xfrm>
                <a:off x="1579765" y="2424649"/>
                <a:ext cx="184980" cy="311271"/>
              </a:xfrm>
              <a:custGeom>
                <a:rect b="b" l="l" r="r" t="t"/>
                <a:pathLst>
                  <a:path extrusionOk="0" h="311271" w="184980">
                    <a:moveTo>
                      <a:pt x="18874" y="311272"/>
                    </a:moveTo>
                    <a:cubicBezTo>
                      <a:pt x="15544" y="311272"/>
                      <a:pt x="12768" y="310717"/>
                      <a:pt x="9437" y="309051"/>
                    </a:cubicBezTo>
                    <a:cubicBezTo>
                      <a:pt x="3331" y="305720"/>
                      <a:pt x="0" y="299059"/>
                      <a:pt x="0" y="292397"/>
                    </a:cubicBezTo>
                    <a:lnTo>
                      <a:pt x="11658" y="27046"/>
                    </a:lnTo>
                    <a:cubicBezTo>
                      <a:pt x="11658" y="25380"/>
                      <a:pt x="11658" y="24270"/>
                      <a:pt x="12213" y="22605"/>
                    </a:cubicBezTo>
                    <a:cubicBezTo>
                      <a:pt x="12768" y="19829"/>
                      <a:pt x="14433" y="17053"/>
                      <a:pt x="16099" y="14833"/>
                    </a:cubicBezTo>
                    <a:cubicBezTo>
                      <a:pt x="24426" y="955"/>
                      <a:pt x="32753" y="-2376"/>
                      <a:pt x="42190" y="1510"/>
                    </a:cubicBezTo>
                    <a:cubicBezTo>
                      <a:pt x="44410" y="2065"/>
                      <a:pt x="46076" y="3175"/>
                      <a:pt x="47186" y="4841"/>
                    </a:cubicBezTo>
                    <a:cubicBezTo>
                      <a:pt x="86045" y="26491"/>
                      <a:pt x="121573" y="53692"/>
                      <a:pt x="152660" y="85334"/>
                    </a:cubicBezTo>
                    <a:cubicBezTo>
                      <a:pt x="167649" y="100323"/>
                      <a:pt x="183193" y="119197"/>
                      <a:pt x="184858" y="143623"/>
                    </a:cubicBezTo>
                    <a:cubicBezTo>
                      <a:pt x="186523" y="170269"/>
                      <a:pt x="170980" y="191919"/>
                      <a:pt x="155436" y="209683"/>
                    </a:cubicBezTo>
                    <a:cubicBezTo>
                      <a:pt x="121573" y="248542"/>
                      <a:pt x="82714" y="273523"/>
                      <a:pt x="41080" y="300169"/>
                    </a:cubicBezTo>
                    <a:lnTo>
                      <a:pt x="27756" y="309051"/>
                    </a:lnTo>
                    <a:cubicBezTo>
                      <a:pt x="26091" y="310717"/>
                      <a:pt x="22760" y="311272"/>
                      <a:pt x="18874" y="311272"/>
                    </a:cubicBezTo>
                    <a:close/>
                    <a:moveTo>
                      <a:pt x="48296" y="47585"/>
                    </a:moveTo>
                    <a:lnTo>
                      <a:pt x="38859" y="257979"/>
                    </a:lnTo>
                    <a:cubicBezTo>
                      <a:pt x="71612" y="236329"/>
                      <a:pt x="102699" y="214679"/>
                      <a:pt x="128790" y="185257"/>
                    </a:cubicBezTo>
                    <a:cubicBezTo>
                      <a:pt x="139337" y="173045"/>
                      <a:pt x="149885" y="158611"/>
                      <a:pt x="149330" y="145843"/>
                    </a:cubicBezTo>
                    <a:cubicBezTo>
                      <a:pt x="148775" y="133630"/>
                      <a:pt x="138227" y="121418"/>
                      <a:pt x="128235" y="111425"/>
                    </a:cubicBezTo>
                    <a:cubicBezTo>
                      <a:pt x="104364" y="87000"/>
                      <a:pt x="77163" y="65905"/>
                      <a:pt x="48296" y="4758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38" name="Google Shape;3138;p37"/>
            <p:cNvGrpSpPr/>
            <p:nvPr/>
          </p:nvGrpSpPr>
          <p:grpSpPr>
            <a:xfrm>
              <a:off x="7589106" y="98011"/>
              <a:ext cx="428145" cy="215966"/>
              <a:chOff x="4092051" y="3559505"/>
              <a:chExt cx="1306116" cy="658836"/>
            </a:xfrm>
          </p:grpSpPr>
          <p:grpSp>
            <p:nvGrpSpPr>
              <p:cNvPr id="3139" name="Google Shape;3139;p37"/>
              <p:cNvGrpSpPr/>
              <p:nvPr/>
            </p:nvGrpSpPr>
            <p:grpSpPr>
              <a:xfrm>
                <a:off x="4092051" y="3559505"/>
                <a:ext cx="1306116" cy="298886"/>
                <a:chOff x="4092051" y="3559505"/>
                <a:chExt cx="1306116" cy="298886"/>
              </a:xfrm>
            </p:grpSpPr>
            <p:sp>
              <p:nvSpPr>
                <p:cNvPr id="3140" name="Google Shape;3140;p37"/>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1" name="Google Shape;3141;p37"/>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2" name="Google Shape;3142;p37"/>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3" name="Google Shape;3143;p37"/>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4" name="Google Shape;3144;p37"/>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5" name="Google Shape;3145;p37"/>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6" name="Google Shape;3146;p37"/>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47" name="Google Shape;3147;p37"/>
              <p:cNvGrpSpPr/>
              <p:nvPr/>
            </p:nvGrpSpPr>
            <p:grpSpPr>
              <a:xfrm>
                <a:off x="4092051" y="3919455"/>
                <a:ext cx="1306116" cy="298886"/>
                <a:chOff x="4092051" y="3919455"/>
                <a:chExt cx="1306116" cy="298886"/>
              </a:xfrm>
            </p:grpSpPr>
            <p:sp>
              <p:nvSpPr>
                <p:cNvPr id="3148" name="Google Shape;3148;p37"/>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9" name="Google Shape;3149;p37"/>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0" name="Google Shape;3150;p37"/>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1" name="Google Shape;3151;p37"/>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2" name="Google Shape;3152;p37"/>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3" name="Google Shape;3153;p37"/>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4" name="Google Shape;3154;p37"/>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155" name="Google Shape;3155;p37"/>
            <p:cNvSpPr/>
            <p:nvPr/>
          </p:nvSpPr>
          <p:spPr>
            <a:xfrm>
              <a:off x="8162857" y="54756"/>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156" name="Shape 3156"/>
        <p:cNvGrpSpPr/>
        <p:nvPr/>
      </p:nvGrpSpPr>
      <p:grpSpPr>
        <a:xfrm>
          <a:off x="0" y="0"/>
          <a:ext cx="0" cy="0"/>
          <a:chOff x="0" y="0"/>
          <a:chExt cx="0" cy="0"/>
        </a:xfrm>
      </p:grpSpPr>
      <p:grpSp>
        <p:nvGrpSpPr>
          <p:cNvPr id="3157" name="Google Shape;3157;p38"/>
          <p:cNvGrpSpPr/>
          <p:nvPr/>
        </p:nvGrpSpPr>
        <p:grpSpPr>
          <a:xfrm>
            <a:off x="-20500" y="4701273"/>
            <a:ext cx="9219895" cy="461615"/>
            <a:chOff x="150" y="4701117"/>
            <a:chExt cx="9144000" cy="461615"/>
          </a:xfrm>
        </p:grpSpPr>
        <p:sp>
          <p:nvSpPr>
            <p:cNvPr id="3158" name="Google Shape;3158;p38"/>
            <p:cNvSpPr/>
            <p:nvPr/>
          </p:nvSpPr>
          <p:spPr>
            <a:xfrm rot="-5400000">
              <a:off x="4354500" y="373082"/>
              <a:ext cx="435300" cy="9144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3159" name="Google Shape;3159;p38"/>
            <p:cNvSpPr/>
            <p:nvPr/>
          </p:nvSpPr>
          <p:spPr>
            <a:xfrm rot="5400000">
              <a:off x="4556100" y="145167"/>
              <a:ext cx="32100" cy="914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grpSp>
        <p:nvGrpSpPr>
          <p:cNvPr id="3160" name="Google Shape;3160;p38"/>
          <p:cNvGrpSpPr/>
          <p:nvPr/>
        </p:nvGrpSpPr>
        <p:grpSpPr>
          <a:xfrm flipH="1">
            <a:off x="230912" y="4788068"/>
            <a:ext cx="8682176" cy="302471"/>
            <a:chOff x="230912" y="4788068"/>
            <a:chExt cx="8682176" cy="302471"/>
          </a:xfrm>
        </p:grpSpPr>
        <p:grpSp>
          <p:nvGrpSpPr>
            <p:cNvPr id="3161" name="Google Shape;3161;p38"/>
            <p:cNvGrpSpPr/>
            <p:nvPr/>
          </p:nvGrpSpPr>
          <p:grpSpPr>
            <a:xfrm flipH="1">
              <a:off x="8614412" y="4791628"/>
              <a:ext cx="298676" cy="295339"/>
              <a:chOff x="10240740" y="2106170"/>
              <a:chExt cx="751954" cy="743552"/>
            </a:xfrm>
          </p:grpSpPr>
          <p:sp>
            <p:nvSpPr>
              <p:cNvPr id="3162" name="Google Shape;3162;p38"/>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3" name="Google Shape;3163;p38"/>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4" name="Google Shape;3164;p38"/>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5" name="Google Shape;3165;p38"/>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6" name="Google Shape;3166;p38"/>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7" name="Google Shape;3167;p38"/>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168" name="Google Shape;3168;p38"/>
            <p:cNvSpPr/>
            <p:nvPr/>
          </p:nvSpPr>
          <p:spPr>
            <a:xfrm flipH="1">
              <a:off x="8169760" y="48059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9" name="Google Shape;3169;p38"/>
            <p:cNvSpPr/>
            <p:nvPr/>
          </p:nvSpPr>
          <p:spPr>
            <a:xfrm flipH="1">
              <a:off x="7770649" y="47970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170" name="Google Shape;3170;p38"/>
            <p:cNvGrpSpPr/>
            <p:nvPr/>
          </p:nvGrpSpPr>
          <p:grpSpPr>
            <a:xfrm flipH="1">
              <a:off x="7196899" y="4831323"/>
              <a:ext cx="428145" cy="215966"/>
              <a:chOff x="4092051" y="3559505"/>
              <a:chExt cx="1306116" cy="658836"/>
            </a:xfrm>
          </p:grpSpPr>
          <p:grpSp>
            <p:nvGrpSpPr>
              <p:cNvPr id="3171" name="Google Shape;3171;p38"/>
              <p:cNvGrpSpPr/>
              <p:nvPr/>
            </p:nvGrpSpPr>
            <p:grpSpPr>
              <a:xfrm>
                <a:off x="4092051" y="3559505"/>
                <a:ext cx="1306116" cy="298886"/>
                <a:chOff x="4092051" y="3559505"/>
                <a:chExt cx="1306116" cy="298886"/>
              </a:xfrm>
            </p:grpSpPr>
            <p:sp>
              <p:nvSpPr>
                <p:cNvPr id="3172" name="Google Shape;3172;p38"/>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3" name="Google Shape;3173;p38"/>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4" name="Google Shape;3174;p38"/>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5" name="Google Shape;3175;p38"/>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6" name="Google Shape;3176;p38"/>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7" name="Google Shape;3177;p38"/>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8" name="Google Shape;3178;p38"/>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79" name="Google Shape;3179;p38"/>
              <p:cNvGrpSpPr/>
              <p:nvPr/>
            </p:nvGrpSpPr>
            <p:grpSpPr>
              <a:xfrm>
                <a:off x="4092051" y="3919455"/>
                <a:ext cx="1306116" cy="298886"/>
                <a:chOff x="4092051" y="3919455"/>
                <a:chExt cx="1306116" cy="298886"/>
              </a:xfrm>
            </p:grpSpPr>
            <p:sp>
              <p:nvSpPr>
                <p:cNvPr id="3180" name="Google Shape;3180;p38"/>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1" name="Google Shape;3181;p38"/>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2" name="Google Shape;3182;p38"/>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3" name="Google Shape;3183;p38"/>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4" name="Google Shape;3184;p38"/>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5" name="Google Shape;3185;p38"/>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6" name="Google Shape;3186;p38"/>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187" name="Google Shape;3187;p38"/>
            <p:cNvGrpSpPr/>
            <p:nvPr/>
          </p:nvGrpSpPr>
          <p:grpSpPr>
            <a:xfrm flipH="1" rot="-5400000">
              <a:off x="6367987" y="4789071"/>
              <a:ext cx="212838" cy="322401"/>
              <a:chOff x="5958752" y="3513438"/>
              <a:chExt cx="464103" cy="703011"/>
            </a:xfrm>
          </p:grpSpPr>
          <p:sp>
            <p:nvSpPr>
              <p:cNvPr id="3188" name="Google Shape;3188;p38"/>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9" name="Google Shape;3189;p38"/>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0" name="Google Shape;3190;p38"/>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1" name="Google Shape;3191;p38"/>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192" name="Google Shape;3192;p38"/>
            <p:cNvSpPr/>
            <p:nvPr/>
          </p:nvSpPr>
          <p:spPr>
            <a:xfrm flipH="1">
              <a:off x="6781212" y="4788068"/>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193" name="Google Shape;3193;p38"/>
            <p:cNvGrpSpPr/>
            <p:nvPr/>
          </p:nvGrpSpPr>
          <p:grpSpPr>
            <a:xfrm flipH="1">
              <a:off x="5819912" y="4791628"/>
              <a:ext cx="298676" cy="295339"/>
              <a:chOff x="10240740" y="2106170"/>
              <a:chExt cx="751954" cy="743552"/>
            </a:xfrm>
          </p:grpSpPr>
          <p:sp>
            <p:nvSpPr>
              <p:cNvPr id="3194" name="Google Shape;3194;p38"/>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5" name="Google Shape;3195;p38"/>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6" name="Google Shape;3196;p38"/>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7" name="Google Shape;3197;p38"/>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8" name="Google Shape;3198;p38"/>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9" name="Google Shape;3199;p38"/>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200" name="Google Shape;3200;p38"/>
            <p:cNvSpPr/>
            <p:nvPr/>
          </p:nvSpPr>
          <p:spPr>
            <a:xfrm flipH="1">
              <a:off x="5375260" y="48059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1" name="Google Shape;3201;p38"/>
            <p:cNvSpPr/>
            <p:nvPr/>
          </p:nvSpPr>
          <p:spPr>
            <a:xfrm flipH="1">
              <a:off x="4976149" y="47970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202" name="Google Shape;3202;p38"/>
            <p:cNvGrpSpPr/>
            <p:nvPr/>
          </p:nvGrpSpPr>
          <p:grpSpPr>
            <a:xfrm flipH="1">
              <a:off x="4402399" y="4831323"/>
              <a:ext cx="428145" cy="215966"/>
              <a:chOff x="4092051" y="3559505"/>
              <a:chExt cx="1306116" cy="658836"/>
            </a:xfrm>
          </p:grpSpPr>
          <p:grpSp>
            <p:nvGrpSpPr>
              <p:cNvPr id="3203" name="Google Shape;3203;p38"/>
              <p:cNvGrpSpPr/>
              <p:nvPr/>
            </p:nvGrpSpPr>
            <p:grpSpPr>
              <a:xfrm>
                <a:off x="4092051" y="3559505"/>
                <a:ext cx="1306116" cy="298886"/>
                <a:chOff x="4092051" y="3559505"/>
                <a:chExt cx="1306116" cy="298886"/>
              </a:xfrm>
            </p:grpSpPr>
            <p:sp>
              <p:nvSpPr>
                <p:cNvPr id="3204" name="Google Shape;3204;p38"/>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5" name="Google Shape;3205;p38"/>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6" name="Google Shape;3206;p38"/>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7" name="Google Shape;3207;p38"/>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8" name="Google Shape;3208;p38"/>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9" name="Google Shape;3209;p38"/>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0" name="Google Shape;3210;p38"/>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11" name="Google Shape;3211;p38"/>
              <p:cNvGrpSpPr/>
              <p:nvPr/>
            </p:nvGrpSpPr>
            <p:grpSpPr>
              <a:xfrm>
                <a:off x="4092051" y="3919455"/>
                <a:ext cx="1306116" cy="298886"/>
                <a:chOff x="4092051" y="3919455"/>
                <a:chExt cx="1306116" cy="298886"/>
              </a:xfrm>
            </p:grpSpPr>
            <p:sp>
              <p:nvSpPr>
                <p:cNvPr id="3212" name="Google Shape;3212;p38"/>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3" name="Google Shape;3213;p38"/>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4" name="Google Shape;3214;p38"/>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5" name="Google Shape;3215;p38"/>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6" name="Google Shape;3216;p38"/>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7" name="Google Shape;3217;p38"/>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8" name="Google Shape;3218;p38"/>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219" name="Google Shape;3219;p38"/>
            <p:cNvGrpSpPr/>
            <p:nvPr/>
          </p:nvGrpSpPr>
          <p:grpSpPr>
            <a:xfrm flipH="1" rot="-5400000">
              <a:off x="3573487" y="4789071"/>
              <a:ext cx="212838" cy="322401"/>
              <a:chOff x="5958752" y="3513438"/>
              <a:chExt cx="464103" cy="703011"/>
            </a:xfrm>
          </p:grpSpPr>
          <p:sp>
            <p:nvSpPr>
              <p:cNvPr id="3220" name="Google Shape;3220;p38"/>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1" name="Google Shape;3221;p38"/>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2" name="Google Shape;3222;p38"/>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3" name="Google Shape;3223;p38"/>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224" name="Google Shape;3224;p38"/>
            <p:cNvSpPr/>
            <p:nvPr/>
          </p:nvSpPr>
          <p:spPr>
            <a:xfrm flipH="1">
              <a:off x="3986712" y="4788068"/>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225" name="Google Shape;3225;p38"/>
            <p:cNvGrpSpPr/>
            <p:nvPr/>
          </p:nvGrpSpPr>
          <p:grpSpPr>
            <a:xfrm flipH="1">
              <a:off x="3025412" y="4791628"/>
              <a:ext cx="298676" cy="295339"/>
              <a:chOff x="10240740" y="2106170"/>
              <a:chExt cx="751954" cy="743552"/>
            </a:xfrm>
          </p:grpSpPr>
          <p:sp>
            <p:nvSpPr>
              <p:cNvPr id="3226" name="Google Shape;3226;p38"/>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7" name="Google Shape;3227;p38"/>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8" name="Google Shape;3228;p38"/>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9" name="Google Shape;3229;p38"/>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0" name="Google Shape;3230;p38"/>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1" name="Google Shape;3231;p38"/>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232" name="Google Shape;3232;p38"/>
            <p:cNvSpPr/>
            <p:nvPr/>
          </p:nvSpPr>
          <p:spPr>
            <a:xfrm flipH="1">
              <a:off x="2580760" y="4805971"/>
              <a:ext cx="299046" cy="266645"/>
            </a:xfrm>
            <a:custGeom>
              <a:rect b="b" l="l" r="r" t="t"/>
              <a:pathLst>
                <a:path extrusionOk="0" h="735572" w="824955">
                  <a:moveTo>
                    <a:pt x="392288" y="735572"/>
                  </a:moveTo>
                  <a:cubicBezTo>
                    <a:pt x="319011" y="735572"/>
                    <a:pt x="245179" y="730021"/>
                    <a:pt x="172457" y="718918"/>
                  </a:cubicBezTo>
                  <a:cubicBezTo>
                    <a:pt x="126381" y="711702"/>
                    <a:pt x="78640" y="701154"/>
                    <a:pt x="45888" y="667846"/>
                  </a:cubicBezTo>
                  <a:cubicBezTo>
                    <a:pt x="922" y="622326"/>
                    <a:pt x="-1298" y="555710"/>
                    <a:pt x="367" y="491315"/>
                  </a:cubicBezTo>
                  <a:lnTo>
                    <a:pt x="7584" y="190436"/>
                  </a:lnTo>
                  <a:cubicBezTo>
                    <a:pt x="8694" y="143250"/>
                    <a:pt x="13135" y="90512"/>
                    <a:pt x="50329" y="57760"/>
                  </a:cubicBezTo>
                  <a:cubicBezTo>
                    <a:pt x="84747" y="27228"/>
                    <a:pt x="132488" y="27228"/>
                    <a:pt x="178008" y="29448"/>
                  </a:cubicBezTo>
                  <a:lnTo>
                    <a:pt x="567709" y="49988"/>
                  </a:lnTo>
                  <a:cubicBezTo>
                    <a:pt x="599351" y="51653"/>
                    <a:pt x="658195" y="54984"/>
                    <a:pt x="687062" y="97174"/>
                  </a:cubicBezTo>
                  <a:cubicBezTo>
                    <a:pt x="709267" y="128816"/>
                    <a:pt x="704826" y="169896"/>
                    <a:pt x="702050" y="197652"/>
                  </a:cubicBezTo>
                  <a:lnTo>
                    <a:pt x="683176" y="378624"/>
                  </a:lnTo>
                  <a:cubicBezTo>
                    <a:pt x="678179" y="423590"/>
                    <a:pt x="670408" y="474106"/>
                    <a:pt x="631549" y="502973"/>
                  </a:cubicBezTo>
                  <a:cubicBezTo>
                    <a:pt x="599906" y="526844"/>
                    <a:pt x="557717" y="527399"/>
                    <a:pt x="527184" y="527399"/>
                  </a:cubicBezTo>
                  <a:lnTo>
                    <a:pt x="380630" y="527954"/>
                  </a:lnTo>
                  <a:cubicBezTo>
                    <a:pt x="329559" y="527954"/>
                    <a:pt x="275156" y="525178"/>
                    <a:pt x="237407" y="490205"/>
                  </a:cubicBezTo>
                  <a:cubicBezTo>
                    <a:pt x="197993" y="453012"/>
                    <a:pt x="193552" y="397499"/>
                    <a:pt x="191887" y="343651"/>
                  </a:cubicBezTo>
                  <a:cubicBezTo>
                    <a:pt x="190221" y="292579"/>
                    <a:pt x="194662" y="235956"/>
                    <a:pt x="237407" y="206534"/>
                  </a:cubicBezTo>
                  <a:cubicBezTo>
                    <a:pt x="262943" y="188770"/>
                    <a:pt x="293475" y="187105"/>
                    <a:pt x="318456" y="185994"/>
                  </a:cubicBezTo>
                  <a:lnTo>
                    <a:pt x="440584" y="179888"/>
                  </a:lnTo>
                  <a:cubicBezTo>
                    <a:pt x="466675" y="178778"/>
                    <a:pt x="498873" y="177112"/>
                    <a:pt x="527184" y="192656"/>
                  </a:cubicBezTo>
                  <a:cubicBezTo>
                    <a:pt x="549390" y="205424"/>
                    <a:pt x="564933" y="227074"/>
                    <a:pt x="570485" y="254275"/>
                  </a:cubicBezTo>
                  <a:cubicBezTo>
                    <a:pt x="577701" y="287583"/>
                    <a:pt x="569374" y="325332"/>
                    <a:pt x="549390" y="352533"/>
                  </a:cubicBezTo>
                  <a:cubicBezTo>
                    <a:pt x="511641" y="403605"/>
                    <a:pt x="438364" y="423590"/>
                    <a:pt x="379520" y="399164"/>
                  </a:cubicBezTo>
                  <a:cubicBezTo>
                    <a:pt x="370083" y="395278"/>
                    <a:pt x="365642" y="384731"/>
                    <a:pt x="369528" y="375294"/>
                  </a:cubicBezTo>
                  <a:cubicBezTo>
                    <a:pt x="373414" y="365856"/>
                    <a:pt x="383961" y="361415"/>
                    <a:pt x="393398" y="365301"/>
                  </a:cubicBezTo>
                  <a:cubicBezTo>
                    <a:pt x="436143" y="383065"/>
                    <a:pt x="491656" y="367522"/>
                    <a:pt x="519413" y="330328"/>
                  </a:cubicBezTo>
                  <a:cubicBezTo>
                    <a:pt x="533291" y="312009"/>
                    <a:pt x="538842" y="284807"/>
                    <a:pt x="533846" y="262047"/>
                  </a:cubicBezTo>
                  <a:cubicBezTo>
                    <a:pt x="531070" y="250389"/>
                    <a:pt x="524964" y="233736"/>
                    <a:pt x="508310" y="224853"/>
                  </a:cubicBezTo>
                  <a:cubicBezTo>
                    <a:pt x="491101" y="214861"/>
                    <a:pt x="468896" y="215416"/>
                    <a:pt x="441695" y="216527"/>
                  </a:cubicBezTo>
                  <a:lnTo>
                    <a:pt x="319566" y="222633"/>
                  </a:lnTo>
                  <a:cubicBezTo>
                    <a:pt x="294030" y="223743"/>
                    <a:pt x="272935" y="225964"/>
                    <a:pt x="257392" y="236511"/>
                  </a:cubicBezTo>
                  <a:cubicBezTo>
                    <a:pt x="229635" y="255941"/>
                    <a:pt x="226860" y="298686"/>
                    <a:pt x="227970" y="341986"/>
                  </a:cubicBezTo>
                  <a:cubicBezTo>
                    <a:pt x="229080" y="388061"/>
                    <a:pt x="232966" y="435247"/>
                    <a:pt x="261833" y="462449"/>
                  </a:cubicBezTo>
                  <a:cubicBezTo>
                    <a:pt x="289589" y="488540"/>
                    <a:pt x="333444" y="490760"/>
                    <a:pt x="379520" y="490205"/>
                  </a:cubicBezTo>
                  <a:lnTo>
                    <a:pt x="526074" y="489650"/>
                  </a:lnTo>
                  <a:cubicBezTo>
                    <a:pt x="558827" y="489650"/>
                    <a:pt x="587693" y="487985"/>
                    <a:pt x="608233" y="472996"/>
                  </a:cubicBezTo>
                  <a:cubicBezTo>
                    <a:pt x="634879" y="453012"/>
                    <a:pt x="640986" y="413042"/>
                    <a:pt x="645427" y="374183"/>
                  </a:cubicBezTo>
                  <a:lnTo>
                    <a:pt x="664301" y="193211"/>
                  </a:lnTo>
                  <a:cubicBezTo>
                    <a:pt x="667077" y="164344"/>
                    <a:pt x="668742" y="136588"/>
                    <a:pt x="655974" y="117714"/>
                  </a:cubicBezTo>
                  <a:cubicBezTo>
                    <a:pt x="638765" y="92733"/>
                    <a:pt x="599906" y="88292"/>
                    <a:pt x="564933" y="86626"/>
                  </a:cubicBezTo>
                  <a:lnTo>
                    <a:pt x="175233" y="66087"/>
                  </a:lnTo>
                  <a:cubicBezTo>
                    <a:pt x="137484" y="63866"/>
                    <a:pt x="98070" y="63866"/>
                    <a:pt x="73644" y="84961"/>
                  </a:cubicBezTo>
                  <a:cubicBezTo>
                    <a:pt x="47553" y="107721"/>
                    <a:pt x="44222" y="149911"/>
                    <a:pt x="43112" y="190436"/>
                  </a:cubicBezTo>
                  <a:lnTo>
                    <a:pt x="35895" y="491315"/>
                  </a:lnTo>
                  <a:cubicBezTo>
                    <a:pt x="34230" y="547939"/>
                    <a:pt x="35895" y="605672"/>
                    <a:pt x="70868" y="640645"/>
                  </a:cubicBezTo>
                  <a:cubicBezTo>
                    <a:pt x="97515" y="667291"/>
                    <a:pt x="139704" y="675618"/>
                    <a:pt x="176898" y="681169"/>
                  </a:cubicBezTo>
                  <a:cubicBezTo>
                    <a:pt x="316235" y="702264"/>
                    <a:pt x="457238" y="702820"/>
                    <a:pt x="596576" y="682835"/>
                  </a:cubicBezTo>
                  <a:cubicBezTo>
                    <a:pt x="648203" y="675618"/>
                    <a:pt x="699829" y="663405"/>
                    <a:pt x="730362" y="627322"/>
                  </a:cubicBezTo>
                  <a:cubicBezTo>
                    <a:pt x="755898" y="596790"/>
                    <a:pt x="762559" y="553490"/>
                    <a:pt x="767555" y="508525"/>
                  </a:cubicBezTo>
                  <a:cubicBezTo>
                    <a:pt x="784764" y="346427"/>
                    <a:pt x="791426" y="182109"/>
                    <a:pt x="786985" y="18901"/>
                  </a:cubicBezTo>
                  <a:cubicBezTo>
                    <a:pt x="786985" y="8908"/>
                    <a:pt x="794757" y="26"/>
                    <a:pt x="804749" y="26"/>
                  </a:cubicBezTo>
                  <a:cubicBezTo>
                    <a:pt x="814741" y="-529"/>
                    <a:pt x="823623" y="7798"/>
                    <a:pt x="823623" y="17790"/>
                  </a:cubicBezTo>
                  <a:cubicBezTo>
                    <a:pt x="828064" y="182109"/>
                    <a:pt x="821403" y="348647"/>
                    <a:pt x="803639" y="512410"/>
                  </a:cubicBezTo>
                  <a:cubicBezTo>
                    <a:pt x="798642" y="561262"/>
                    <a:pt x="790315" y="612889"/>
                    <a:pt x="758118" y="651192"/>
                  </a:cubicBezTo>
                  <a:cubicBezTo>
                    <a:pt x="719259" y="697268"/>
                    <a:pt x="657085" y="711702"/>
                    <a:pt x="601017" y="719474"/>
                  </a:cubicBezTo>
                  <a:cubicBezTo>
                    <a:pt x="532736" y="730576"/>
                    <a:pt x="462789" y="735572"/>
                    <a:pt x="392288" y="73557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3" name="Google Shape;3233;p38"/>
            <p:cNvSpPr/>
            <p:nvPr/>
          </p:nvSpPr>
          <p:spPr>
            <a:xfrm flipH="1">
              <a:off x="2181649" y="4797052"/>
              <a:ext cx="253505" cy="284487"/>
            </a:xfrm>
            <a:custGeom>
              <a:rect b="b" l="l" r="r" t="t"/>
              <a:pathLst>
                <a:path extrusionOk="0" h="702438" w="625938">
                  <a:moveTo>
                    <a:pt x="293931" y="702439"/>
                  </a:moveTo>
                  <a:cubicBezTo>
                    <a:pt x="246190" y="702439"/>
                    <a:pt x="197894" y="689671"/>
                    <a:pt x="155149" y="664690"/>
                  </a:cubicBezTo>
                  <a:cubicBezTo>
                    <a:pt x="91309" y="627496"/>
                    <a:pt x="40793" y="563657"/>
                    <a:pt x="16367" y="489825"/>
                  </a:cubicBezTo>
                  <a:cubicBezTo>
                    <a:pt x="-16386" y="389901"/>
                    <a:pt x="823" y="280541"/>
                    <a:pt x="60777" y="203933"/>
                  </a:cubicBezTo>
                  <a:cubicBezTo>
                    <a:pt x="125172" y="121774"/>
                    <a:pt x="240639" y="85136"/>
                    <a:pt x="334456" y="116223"/>
                  </a:cubicBezTo>
                  <a:cubicBezTo>
                    <a:pt x="434934" y="150086"/>
                    <a:pt x="500439" y="261667"/>
                    <a:pt x="477679" y="360480"/>
                  </a:cubicBezTo>
                  <a:cubicBezTo>
                    <a:pt x="463801" y="420433"/>
                    <a:pt x="419946" y="470950"/>
                    <a:pt x="365543" y="488714"/>
                  </a:cubicBezTo>
                  <a:cubicBezTo>
                    <a:pt x="305034" y="508699"/>
                    <a:pt x="236753" y="486494"/>
                    <a:pt x="202890" y="437087"/>
                  </a:cubicBezTo>
                  <a:cubicBezTo>
                    <a:pt x="166807" y="383795"/>
                    <a:pt x="179575" y="305522"/>
                    <a:pt x="230092" y="269994"/>
                  </a:cubicBezTo>
                  <a:cubicBezTo>
                    <a:pt x="255072" y="252785"/>
                    <a:pt x="285604" y="246678"/>
                    <a:pt x="312251" y="254450"/>
                  </a:cubicBezTo>
                  <a:cubicBezTo>
                    <a:pt x="342783" y="263332"/>
                    <a:pt x="366098" y="290533"/>
                    <a:pt x="368874" y="320510"/>
                  </a:cubicBezTo>
                  <a:cubicBezTo>
                    <a:pt x="371649" y="353818"/>
                    <a:pt x="347224" y="386571"/>
                    <a:pt x="315581" y="391567"/>
                  </a:cubicBezTo>
                  <a:cubicBezTo>
                    <a:pt x="305589" y="393232"/>
                    <a:pt x="296152" y="386015"/>
                    <a:pt x="294487" y="376023"/>
                  </a:cubicBezTo>
                  <a:cubicBezTo>
                    <a:pt x="292821" y="366031"/>
                    <a:pt x="300038" y="356594"/>
                    <a:pt x="310030" y="354928"/>
                  </a:cubicBezTo>
                  <a:cubicBezTo>
                    <a:pt x="322798" y="352708"/>
                    <a:pt x="333346" y="337719"/>
                    <a:pt x="332235" y="323841"/>
                  </a:cubicBezTo>
                  <a:cubicBezTo>
                    <a:pt x="331125" y="308853"/>
                    <a:pt x="318357" y="294974"/>
                    <a:pt x="302258" y="289978"/>
                  </a:cubicBezTo>
                  <a:cubicBezTo>
                    <a:pt x="286715" y="285537"/>
                    <a:pt x="267285" y="289423"/>
                    <a:pt x="251742" y="299970"/>
                  </a:cubicBezTo>
                  <a:cubicBezTo>
                    <a:pt x="217324" y="323841"/>
                    <a:pt x="208997" y="379354"/>
                    <a:pt x="233977" y="416547"/>
                  </a:cubicBezTo>
                  <a:cubicBezTo>
                    <a:pt x="258403" y="452631"/>
                    <a:pt x="310030" y="468730"/>
                    <a:pt x="354440" y="454296"/>
                  </a:cubicBezTo>
                  <a:cubicBezTo>
                    <a:pt x="396630" y="440418"/>
                    <a:pt x="431048" y="400449"/>
                    <a:pt x="442151" y="353263"/>
                  </a:cubicBezTo>
                  <a:cubicBezTo>
                    <a:pt x="461025" y="272214"/>
                    <a:pt x="406067" y="180063"/>
                    <a:pt x="323353" y="152306"/>
                  </a:cubicBezTo>
                  <a:cubicBezTo>
                    <a:pt x="243970" y="125660"/>
                    <a:pt x="146267" y="157302"/>
                    <a:pt x="90754" y="227804"/>
                  </a:cubicBezTo>
                  <a:cubicBezTo>
                    <a:pt x="38017" y="294974"/>
                    <a:pt x="23028" y="391567"/>
                    <a:pt x="52450" y="479277"/>
                  </a:cubicBezTo>
                  <a:cubicBezTo>
                    <a:pt x="74100" y="544782"/>
                    <a:pt x="118511" y="601406"/>
                    <a:pt x="174579" y="634158"/>
                  </a:cubicBezTo>
                  <a:cubicBezTo>
                    <a:pt x="233422" y="668576"/>
                    <a:pt x="305034" y="676348"/>
                    <a:pt x="366098" y="654698"/>
                  </a:cubicBezTo>
                  <a:cubicBezTo>
                    <a:pt x="398296" y="643595"/>
                    <a:pt x="430493" y="623055"/>
                    <a:pt x="461580" y="594189"/>
                  </a:cubicBezTo>
                  <a:cubicBezTo>
                    <a:pt x="530971" y="530904"/>
                    <a:pt x="576492" y="445414"/>
                    <a:pt x="586484" y="359369"/>
                  </a:cubicBezTo>
                  <a:cubicBezTo>
                    <a:pt x="597032" y="266663"/>
                    <a:pt x="566500" y="174511"/>
                    <a:pt x="505436" y="112892"/>
                  </a:cubicBezTo>
                  <a:cubicBezTo>
                    <a:pt x="441596" y="49052"/>
                    <a:pt x="343893" y="21851"/>
                    <a:pt x="261734" y="45721"/>
                  </a:cubicBezTo>
                  <a:cubicBezTo>
                    <a:pt x="251742" y="48497"/>
                    <a:pt x="241749" y="42946"/>
                    <a:pt x="238974" y="32953"/>
                  </a:cubicBezTo>
                  <a:cubicBezTo>
                    <a:pt x="236198" y="22961"/>
                    <a:pt x="241749" y="12969"/>
                    <a:pt x="251742" y="10193"/>
                  </a:cubicBezTo>
                  <a:cubicBezTo>
                    <a:pt x="347779" y="-17563"/>
                    <a:pt x="457694" y="12414"/>
                    <a:pt x="532082" y="87356"/>
                  </a:cubicBezTo>
                  <a:cubicBezTo>
                    <a:pt x="601473" y="157302"/>
                    <a:pt x="635336" y="260556"/>
                    <a:pt x="623678" y="364366"/>
                  </a:cubicBezTo>
                  <a:cubicBezTo>
                    <a:pt x="613131" y="459292"/>
                    <a:pt x="563169" y="553109"/>
                    <a:pt x="487116" y="622500"/>
                  </a:cubicBezTo>
                  <a:cubicBezTo>
                    <a:pt x="452143" y="654698"/>
                    <a:pt x="415505" y="677458"/>
                    <a:pt x="378866" y="690226"/>
                  </a:cubicBezTo>
                  <a:cubicBezTo>
                    <a:pt x="351110" y="697443"/>
                    <a:pt x="322243" y="702439"/>
                    <a:pt x="293931" y="70243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234" name="Google Shape;3234;p38"/>
            <p:cNvGrpSpPr/>
            <p:nvPr/>
          </p:nvGrpSpPr>
          <p:grpSpPr>
            <a:xfrm flipH="1">
              <a:off x="1607899" y="4831323"/>
              <a:ext cx="428145" cy="215966"/>
              <a:chOff x="4092051" y="3559505"/>
              <a:chExt cx="1306116" cy="658836"/>
            </a:xfrm>
          </p:grpSpPr>
          <p:grpSp>
            <p:nvGrpSpPr>
              <p:cNvPr id="3235" name="Google Shape;3235;p38"/>
              <p:cNvGrpSpPr/>
              <p:nvPr/>
            </p:nvGrpSpPr>
            <p:grpSpPr>
              <a:xfrm>
                <a:off x="4092051" y="3559505"/>
                <a:ext cx="1306116" cy="298886"/>
                <a:chOff x="4092051" y="3559505"/>
                <a:chExt cx="1306116" cy="298886"/>
              </a:xfrm>
            </p:grpSpPr>
            <p:sp>
              <p:nvSpPr>
                <p:cNvPr id="3236" name="Google Shape;3236;p38"/>
                <p:cNvSpPr/>
                <p:nvPr/>
              </p:nvSpPr>
              <p:spPr>
                <a:xfrm>
                  <a:off x="4628809" y="3679640"/>
                  <a:ext cx="231520" cy="176530"/>
                </a:xfrm>
                <a:custGeom>
                  <a:rect b="b" l="l" r="r" t="t"/>
                  <a:pathLst>
                    <a:path extrusionOk="0" h="176530" w="231520">
                      <a:moveTo>
                        <a:pt x="18043" y="176531"/>
                      </a:moveTo>
                      <a:cubicBezTo>
                        <a:pt x="14712" y="176531"/>
                        <a:pt x="10826" y="175421"/>
                        <a:pt x="8051" y="173200"/>
                      </a:cubicBezTo>
                      <a:cubicBezTo>
                        <a:pt x="-276" y="167649"/>
                        <a:pt x="-2497" y="156546"/>
                        <a:pt x="3054" y="148219"/>
                      </a:cubicBezTo>
                      <a:cubicBezTo>
                        <a:pt x="6940" y="142668"/>
                        <a:pt x="12492" y="132676"/>
                        <a:pt x="19708" y="120463"/>
                      </a:cubicBezTo>
                      <a:cubicBezTo>
                        <a:pt x="58012" y="52737"/>
                        <a:pt x="90210" y="1110"/>
                        <a:pt x="123517" y="0"/>
                      </a:cubicBezTo>
                      <a:cubicBezTo>
                        <a:pt x="124073" y="0"/>
                        <a:pt x="124073" y="0"/>
                        <a:pt x="124628" y="0"/>
                      </a:cubicBezTo>
                      <a:cubicBezTo>
                        <a:pt x="163487" y="0"/>
                        <a:pt x="190133" y="53293"/>
                        <a:pt x="217889" y="117687"/>
                      </a:cubicBezTo>
                      <a:cubicBezTo>
                        <a:pt x="222330" y="128235"/>
                        <a:pt x="226772" y="137672"/>
                        <a:pt x="229547" y="143223"/>
                      </a:cubicBezTo>
                      <a:cubicBezTo>
                        <a:pt x="233988" y="152105"/>
                        <a:pt x="230657" y="162653"/>
                        <a:pt x="222330" y="167649"/>
                      </a:cubicBezTo>
                      <a:cubicBezTo>
                        <a:pt x="213448" y="172090"/>
                        <a:pt x="202901" y="168759"/>
                        <a:pt x="197905" y="160432"/>
                      </a:cubicBezTo>
                      <a:cubicBezTo>
                        <a:pt x="194574" y="153771"/>
                        <a:pt x="190133" y="143779"/>
                        <a:pt x="185137" y="132121"/>
                      </a:cubicBezTo>
                      <a:cubicBezTo>
                        <a:pt x="174589" y="108250"/>
                        <a:pt x="143502" y="36083"/>
                        <a:pt x="124628" y="36083"/>
                      </a:cubicBezTo>
                      <a:cubicBezTo>
                        <a:pt x="124628" y="36083"/>
                        <a:pt x="124628" y="36083"/>
                        <a:pt x="124628" y="36083"/>
                      </a:cubicBezTo>
                      <a:cubicBezTo>
                        <a:pt x="107419" y="39414"/>
                        <a:pt x="64674" y="113801"/>
                        <a:pt x="50796" y="138227"/>
                      </a:cubicBezTo>
                      <a:cubicBezTo>
                        <a:pt x="43579" y="151550"/>
                        <a:pt x="36918" y="162098"/>
                        <a:pt x="33032" y="168204"/>
                      </a:cubicBezTo>
                      <a:cubicBezTo>
                        <a:pt x="29146" y="173755"/>
                        <a:pt x="23594" y="176531"/>
                        <a:pt x="18043" y="17653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7" name="Google Shape;3237;p38"/>
                <p:cNvSpPr/>
                <p:nvPr/>
              </p:nvSpPr>
              <p:spPr>
                <a:xfrm>
                  <a:off x="4455661" y="3605581"/>
                  <a:ext cx="226946" cy="246148"/>
                </a:xfrm>
                <a:custGeom>
                  <a:rect b="b" l="l" r="r" t="t"/>
                  <a:pathLst>
                    <a:path extrusionOk="0" h="246148" w="226946">
                      <a:moveTo>
                        <a:pt x="17991" y="246149"/>
                      </a:moveTo>
                      <a:cubicBezTo>
                        <a:pt x="13550" y="246149"/>
                        <a:pt x="9664" y="244484"/>
                        <a:pt x="5778" y="241708"/>
                      </a:cubicBezTo>
                      <a:cubicBezTo>
                        <a:pt x="-1439" y="235046"/>
                        <a:pt x="-1994" y="223944"/>
                        <a:pt x="4668" y="216172"/>
                      </a:cubicBezTo>
                      <a:lnTo>
                        <a:pt x="195632" y="5778"/>
                      </a:lnTo>
                      <a:cubicBezTo>
                        <a:pt x="202294" y="-1438"/>
                        <a:pt x="213396" y="-1994"/>
                        <a:pt x="221168" y="4668"/>
                      </a:cubicBezTo>
                      <a:cubicBezTo>
                        <a:pt x="228385" y="11330"/>
                        <a:pt x="228940" y="22432"/>
                        <a:pt x="222279" y="30204"/>
                      </a:cubicBezTo>
                      <a:lnTo>
                        <a:pt x="31314" y="240043"/>
                      </a:lnTo>
                      <a:cubicBezTo>
                        <a:pt x="27983" y="243929"/>
                        <a:pt x="22987" y="246149"/>
                        <a:pt x="17991" y="24614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8" name="Google Shape;3238;p38"/>
                <p:cNvSpPr/>
                <p:nvPr/>
              </p:nvSpPr>
              <p:spPr>
                <a:xfrm>
                  <a:off x="4281350" y="3559505"/>
                  <a:ext cx="274132" cy="294445"/>
                </a:xfrm>
                <a:custGeom>
                  <a:rect b="b" l="l" r="r" t="t"/>
                  <a:pathLst>
                    <a:path extrusionOk="0" h="294445" w="274132">
                      <a:moveTo>
                        <a:pt x="17991" y="294445"/>
                      </a:moveTo>
                      <a:cubicBezTo>
                        <a:pt x="13550" y="294445"/>
                        <a:pt x="9109" y="292780"/>
                        <a:pt x="5778" y="289449"/>
                      </a:cubicBezTo>
                      <a:cubicBezTo>
                        <a:pt x="-1438" y="282787"/>
                        <a:pt x="-1994" y="271685"/>
                        <a:pt x="4668" y="263913"/>
                      </a:cubicBezTo>
                      <a:cubicBezTo>
                        <a:pt x="35200" y="230605"/>
                        <a:pt x="65732" y="197853"/>
                        <a:pt x="96819" y="164545"/>
                      </a:cubicBezTo>
                      <a:cubicBezTo>
                        <a:pt x="145671" y="111808"/>
                        <a:pt x="194522" y="59070"/>
                        <a:pt x="242818" y="5778"/>
                      </a:cubicBezTo>
                      <a:cubicBezTo>
                        <a:pt x="249480" y="-1438"/>
                        <a:pt x="260583" y="-1994"/>
                        <a:pt x="268354" y="4668"/>
                      </a:cubicBezTo>
                      <a:cubicBezTo>
                        <a:pt x="275571" y="11330"/>
                        <a:pt x="276126" y="22432"/>
                        <a:pt x="269464" y="30204"/>
                      </a:cubicBezTo>
                      <a:cubicBezTo>
                        <a:pt x="221168" y="83496"/>
                        <a:pt x="172317" y="136234"/>
                        <a:pt x="122910" y="188971"/>
                      </a:cubicBezTo>
                      <a:cubicBezTo>
                        <a:pt x="92378" y="222278"/>
                        <a:pt x="61291" y="255031"/>
                        <a:pt x="30759" y="288339"/>
                      </a:cubicBezTo>
                      <a:cubicBezTo>
                        <a:pt x="27428" y="292225"/>
                        <a:pt x="22987" y="294445"/>
                        <a:pt x="17991" y="29444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9" name="Google Shape;3239;p38"/>
                <p:cNvSpPr/>
                <p:nvPr/>
              </p:nvSpPr>
              <p:spPr>
                <a:xfrm>
                  <a:off x="4092051" y="3562836"/>
                  <a:ext cx="279683" cy="295555"/>
                </a:xfrm>
                <a:custGeom>
                  <a:rect b="b" l="l" r="r" t="t"/>
                  <a:pathLst>
                    <a:path extrusionOk="0" h="295555" w="279683">
                      <a:moveTo>
                        <a:pt x="17991" y="295555"/>
                      </a:moveTo>
                      <a:cubicBezTo>
                        <a:pt x="13550" y="295555"/>
                        <a:pt x="9109" y="293890"/>
                        <a:pt x="5778" y="290559"/>
                      </a:cubicBezTo>
                      <a:cubicBezTo>
                        <a:pt x="-1439" y="283898"/>
                        <a:pt x="-1994" y="272240"/>
                        <a:pt x="4668" y="265023"/>
                      </a:cubicBezTo>
                      <a:cubicBezTo>
                        <a:pt x="45192" y="221168"/>
                        <a:pt x="86272" y="177868"/>
                        <a:pt x="127351" y="134568"/>
                      </a:cubicBezTo>
                      <a:cubicBezTo>
                        <a:pt x="167876" y="91823"/>
                        <a:pt x="208400" y="49078"/>
                        <a:pt x="248369" y="5778"/>
                      </a:cubicBezTo>
                      <a:cubicBezTo>
                        <a:pt x="255031" y="-1439"/>
                        <a:pt x="266689" y="-1994"/>
                        <a:pt x="273906" y="4668"/>
                      </a:cubicBezTo>
                      <a:cubicBezTo>
                        <a:pt x="281122" y="11329"/>
                        <a:pt x="281677" y="22987"/>
                        <a:pt x="275016" y="30204"/>
                      </a:cubicBezTo>
                      <a:cubicBezTo>
                        <a:pt x="234491" y="73504"/>
                        <a:pt x="193967" y="116249"/>
                        <a:pt x="153442" y="158994"/>
                      </a:cubicBezTo>
                      <a:cubicBezTo>
                        <a:pt x="112363" y="202294"/>
                        <a:pt x="71283" y="245594"/>
                        <a:pt x="30759" y="289449"/>
                      </a:cubicBezTo>
                      <a:cubicBezTo>
                        <a:pt x="27428" y="293890"/>
                        <a:pt x="22987" y="295555"/>
                        <a:pt x="17991" y="29555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0" name="Google Shape;3240;p38"/>
                <p:cNvSpPr/>
                <p:nvPr/>
              </p:nvSpPr>
              <p:spPr>
                <a:xfrm>
                  <a:off x="4807057" y="3605025"/>
                  <a:ext cx="226946" cy="246704"/>
                </a:xfrm>
                <a:custGeom>
                  <a:rect b="b" l="l" r="r" t="t"/>
                  <a:pathLst>
                    <a:path extrusionOk="0" h="246704" w="226946">
                      <a:moveTo>
                        <a:pt x="208955" y="246704"/>
                      </a:moveTo>
                      <a:cubicBezTo>
                        <a:pt x="203959" y="246704"/>
                        <a:pt x="198963" y="244484"/>
                        <a:pt x="195632" y="240598"/>
                      </a:cubicBezTo>
                      <a:lnTo>
                        <a:pt x="4668" y="30204"/>
                      </a:lnTo>
                      <a:cubicBezTo>
                        <a:pt x="-1994" y="22987"/>
                        <a:pt x="-1438" y="11330"/>
                        <a:pt x="5778" y="4668"/>
                      </a:cubicBezTo>
                      <a:cubicBezTo>
                        <a:pt x="12995" y="-1994"/>
                        <a:pt x="24652" y="-1439"/>
                        <a:pt x="31314" y="5778"/>
                      </a:cubicBezTo>
                      <a:lnTo>
                        <a:pt x="222278" y="216172"/>
                      </a:lnTo>
                      <a:cubicBezTo>
                        <a:pt x="228940" y="223389"/>
                        <a:pt x="228385" y="235047"/>
                        <a:pt x="221168" y="241708"/>
                      </a:cubicBezTo>
                      <a:cubicBezTo>
                        <a:pt x="217838" y="245039"/>
                        <a:pt x="213396" y="246704"/>
                        <a:pt x="208955" y="24670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1" name="Google Shape;3241;p38"/>
                <p:cNvSpPr/>
                <p:nvPr/>
              </p:nvSpPr>
              <p:spPr>
                <a:xfrm>
                  <a:off x="4934737" y="3560615"/>
                  <a:ext cx="274132" cy="293335"/>
                </a:xfrm>
                <a:custGeom>
                  <a:rect b="b" l="l" r="r" t="t"/>
                  <a:pathLst>
                    <a:path extrusionOk="0" h="293335" w="274132">
                      <a:moveTo>
                        <a:pt x="256141" y="293335"/>
                      </a:moveTo>
                      <a:cubicBezTo>
                        <a:pt x="251145" y="293335"/>
                        <a:pt x="246704" y="291670"/>
                        <a:pt x="242818" y="287784"/>
                      </a:cubicBezTo>
                      <a:cubicBezTo>
                        <a:pt x="212286" y="254476"/>
                        <a:pt x="181199" y="221168"/>
                        <a:pt x="150667" y="188416"/>
                      </a:cubicBezTo>
                      <a:cubicBezTo>
                        <a:pt x="101815" y="135678"/>
                        <a:pt x="52964" y="82941"/>
                        <a:pt x="4668" y="30204"/>
                      </a:cubicBezTo>
                      <a:cubicBezTo>
                        <a:pt x="-1994" y="22987"/>
                        <a:pt x="-1438" y="11330"/>
                        <a:pt x="5778" y="4668"/>
                      </a:cubicBezTo>
                      <a:cubicBezTo>
                        <a:pt x="12995" y="-1994"/>
                        <a:pt x="24652" y="-1439"/>
                        <a:pt x="31314" y="5778"/>
                      </a:cubicBezTo>
                      <a:cubicBezTo>
                        <a:pt x="79610" y="59071"/>
                        <a:pt x="128462" y="111253"/>
                        <a:pt x="177313" y="163990"/>
                      </a:cubicBezTo>
                      <a:cubicBezTo>
                        <a:pt x="208400" y="197298"/>
                        <a:pt x="238932" y="230606"/>
                        <a:pt x="269464" y="263913"/>
                      </a:cubicBezTo>
                      <a:cubicBezTo>
                        <a:pt x="276126" y="271130"/>
                        <a:pt x="275571" y="282232"/>
                        <a:pt x="268354" y="289449"/>
                      </a:cubicBezTo>
                      <a:cubicBezTo>
                        <a:pt x="264468" y="291670"/>
                        <a:pt x="260582" y="293335"/>
                        <a:pt x="256141" y="293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2" name="Google Shape;3242;p38"/>
                <p:cNvSpPr/>
                <p:nvPr/>
              </p:nvSpPr>
              <p:spPr>
                <a:xfrm>
                  <a:off x="5117929" y="3563391"/>
                  <a:ext cx="280238" cy="295000"/>
                </a:xfrm>
                <a:custGeom>
                  <a:rect b="b" l="l" r="r" t="t"/>
                  <a:pathLst>
                    <a:path extrusionOk="0" h="295000" w="280238">
                      <a:moveTo>
                        <a:pt x="262248" y="295000"/>
                      </a:moveTo>
                      <a:cubicBezTo>
                        <a:pt x="257252" y="295000"/>
                        <a:pt x="252811" y="293335"/>
                        <a:pt x="248925" y="289449"/>
                      </a:cubicBezTo>
                      <a:cubicBezTo>
                        <a:pt x="208400" y="245594"/>
                        <a:pt x="167321" y="202294"/>
                        <a:pt x="125686" y="158994"/>
                      </a:cubicBezTo>
                      <a:cubicBezTo>
                        <a:pt x="85162" y="116249"/>
                        <a:pt x="44637" y="73504"/>
                        <a:pt x="4668" y="30204"/>
                      </a:cubicBezTo>
                      <a:cubicBezTo>
                        <a:pt x="-1994" y="22987"/>
                        <a:pt x="-1438" y="11885"/>
                        <a:pt x="5778" y="4668"/>
                      </a:cubicBezTo>
                      <a:cubicBezTo>
                        <a:pt x="12995" y="-1994"/>
                        <a:pt x="24097" y="-1439"/>
                        <a:pt x="31314" y="5778"/>
                      </a:cubicBezTo>
                      <a:cubicBezTo>
                        <a:pt x="71283" y="49078"/>
                        <a:pt x="111808" y="91268"/>
                        <a:pt x="152332" y="134013"/>
                      </a:cubicBezTo>
                      <a:cubicBezTo>
                        <a:pt x="193412" y="177313"/>
                        <a:pt x="234491" y="221168"/>
                        <a:pt x="275571" y="265023"/>
                      </a:cubicBezTo>
                      <a:cubicBezTo>
                        <a:pt x="282232" y="272240"/>
                        <a:pt x="281677" y="283343"/>
                        <a:pt x="274460" y="290559"/>
                      </a:cubicBezTo>
                      <a:cubicBezTo>
                        <a:pt x="271130" y="293890"/>
                        <a:pt x="266689" y="295000"/>
                        <a:pt x="262248" y="29500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43" name="Google Shape;3243;p38"/>
              <p:cNvGrpSpPr/>
              <p:nvPr/>
            </p:nvGrpSpPr>
            <p:grpSpPr>
              <a:xfrm>
                <a:off x="4092051" y="3919455"/>
                <a:ext cx="1306116" cy="298886"/>
                <a:chOff x="4092051" y="3919455"/>
                <a:chExt cx="1306116" cy="298886"/>
              </a:xfrm>
            </p:grpSpPr>
            <p:sp>
              <p:nvSpPr>
                <p:cNvPr id="3244" name="Google Shape;3244;p38"/>
                <p:cNvSpPr/>
                <p:nvPr/>
              </p:nvSpPr>
              <p:spPr>
                <a:xfrm>
                  <a:off x="4629890" y="3921676"/>
                  <a:ext cx="231520" cy="176530"/>
                </a:xfrm>
                <a:custGeom>
                  <a:rect b="b" l="l" r="r" t="t"/>
                  <a:pathLst>
                    <a:path extrusionOk="0" h="176530" w="231520">
                      <a:moveTo>
                        <a:pt x="213478" y="0"/>
                      </a:moveTo>
                      <a:cubicBezTo>
                        <a:pt x="216808" y="0"/>
                        <a:pt x="220694" y="1110"/>
                        <a:pt x="223470" y="3331"/>
                      </a:cubicBezTo>
                      <a:cubicBezTo>
                        <a:pt x="231797" y="8882"/>
                        <a:pt x="234018" y="19985"/>
                        <a:pt x="228466" y="28311"/>
                      </a:cubicBezTo>
                      <a:cubicBezTo>
                        <a:pt x="224580" y="33863"/>
                        <a:pt x="219029" y="43855"/>
                        <a:pt x="211812" y="56068"/>
                      </a:cubicBezTo>
                      <a:cubicBezTo>
                        <a:pt x="173508" y="123794"/>
                        <a:pt x="141311" y="175421"/>
                        <a:pt x="108003" y="176531"/>
                      </a:cubicBezTo>
                      <a:cubicBezTo>
                        <a:pt x="107448" y="176531"/>
                        <a:pt x="107448" y="176531"/>
                        <a:pt x="106893" y="176531"/>
                      </a:cubicBezTo>
                      <a:cubicBezTo>
                        <a:pt x="68034" y="176531"/>
                        <a:pt x="41388" y="123238"/>
                        <a:pt x="13631" y="58844"/>
                      </a:cubicBezTo>
                      <a:cubicBezTo>
                        <a:pt x="9190" y="48296"/>
                        <a:pt x="4749" y="38859"/>
                        <a:pt x="1973" y="33308"/>
                      </a:cubicBezTo>
                      <a:cubicBezTo>
                        <a:pt x="-2467" y="24425"/>
                        <a:pt x="863" y="13878"/>
                        <a:pt x="9190" y="8882"/>
                      </a:cubicBezTo>
                      <a:cubicBezTo>
                        <a:pt x="18072" y="4441"/>
                        <a:pt x="28620" y="7772"/>
                        <a:pt x="33616" y="16099"/>
                      </a:cubicBezTo>
                      <a:cubicBezTo>
                        <a:pt x="36947" y="22760"/>
                        <a:pt x="41388" y="32752"/>
                        <a:pt x="46384" y="44410"/>
                      </a:cubicBezTo>
                      <a:cubicBezTo>
                        <a:pt x="56931" y="68281"/>
                        <a:pt x="88018" y="140448"/>
                        <a:pt x="106893" y="140448"/>
                      </a:cubicBezTo>
                      <a:cubicBezTo>
                        <a:pt x="106893" y="140448"/>
                        <a:pt x="106893" y="140448"/>
                        <a:pt x="106893" y="140448"/>
                      </a:cubicBezTo>
                      <a:cubicBezTo>
                        <a:pt x="124102" y="137117"/>
                        <a:pt x="166847" y="62729"/>
                        <a:pt x="180725" y="38304"/>
                      </a:cubicBezTo>
                      <a:cubicBezTo>
                        <a:pt x="187942" y="24981"/>
                        <a:pt x="194603" y="14433"/>
                        <a:pt x="198489" y="8327"/>
                      </a:cubicBezTo>
                      <a:cubicBezTo>
                        <a:pt x="201820" y="2776"/>
                        <a:pt x="207371" y="0"/>
                        <a:pt x="21347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5" name="Google Shape;3245;p38"/>
                <p:cNvSpPr/>
                <p:nvPr/>
              </p:nvSpPr>
              <p:spPr>
                <a:xfrm>
                  <a:off x="4807057" y="3926117"/>
                  <a:ext cx="226946" cy="246148"/>
                </a:xfrm>
                <a:custGeom>
                  <a:rect b="b" l="l" r="r" t="t"/>
                  <a:pathLst>
                    <a:path extrusionOk="0" h="246148" w="226946">
                      <a:moveTo>
                        <a:pt x="208955" y="0"/>
                      </a:moveTo>
                      <a:cubicBezTo>
                        <a:pt x="213396" y="0"/>
                        <a:pt x="217282" y="1665"/>
                        <a:pt x="221168" y="4441"/>
                      </a:cubicBezTo>
                      <a:cubicBezTo>
                        <a:pt x="228385" y="11103"/>
                        <a:pt x="228940" y="22205"/>
                        <a:pt x="222278" y="29977"/>
                      </a:cubicBezTo>
                      <a:lnTo>
                        <a:pt x="31314" y="240371"/>
                      </a:lnTo>
                      <a:cubicBezTo>
                        <a:pt x="24652" y="247587"/>
                        <a:pt x="13550" y="248143"/>
                        <a:pt x="5778" y="241481"/>
                      </a:cubicBezTo>
                      <a:cubicBezTo>
                        <a:pt x="-1438" y="234819"/>
                        <a:pt x="-1994" y="223717"/>
                        <a:pt x="4668" y="215945"/>
                      </a:cubicBezTo>
                      <a:lnTo>
                        <a:pt x="195632" y="5551"/>
                      </a:lnTo>
                      <a:cubicBezTo>
                        <a:pt x="199518" y="2220"/>
                        <a:pt x="204514" y="0"/>
                        <a:pt x="208955"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6" name="Google Shape;3246;p38"/>
                <p:cNvSpPr/>
                <p:nvPr/>
              </p:nvSpPr>
              <p:spPr>
                <a:xfrm>
                  <a:off x="4934737" y="3923896"/>
                  <a:ext cx="274132" cy="294445"/>
                </a:xfrm>
                <a:custGeom>
                  <a:rect b="b" l="l" r="r" t="t"/>
                  <a:pathLst>
                    <a:path extrusionOk="0" h="294445" w="274132">
                      <a:moveTo>
                        <a:pt x="256141" y="0"/>
                      </a:moveTo>
                      <a:cubicBezTo>
                        <a:pt x="260582" y="0"/>
                        <a:pt x="265023" y="1665"/>
                        <a:pt x="268354" y="4996"/>
                      </a:cubicBezTo>
                      <a:cubicBezTo>
                        <a:pt x="275571" y="11658"/>
                        <a:pt x="276126" y="22760"/>
                        <a:pt x="269464" y="30532"/>
                      </a:cubicBezTo>
                      <a:cubicBezTo>
                        <a:pt x="238932" y="63840"/>
                        <a:pt x="208400" y="96593"/>
                        <a:pt x="177313" y="129900"/>
                      </a:cubicBezTo>
                      <a:cubicBezTo>
                        <a:pt x="128462" y="182638"/>
                        <a:pt x="79610" y="235375"/>
                        <a:pt x="31314" y="288667"/>
                      </a:cubicBezTo>
                      <a:cubicBezTo>
                        <a:pt x="24652" y="295884"/>
                        <a:pt x="13550" y="296439"/>
                        <a:pt x="5778" y="289777"/>
                      </a:cubicBezTo>
                      <a:cubicBezTo>
                        <a:pt x="-1438" y="283116"/>
                        <a:pt x="-1994" y="272013"/>
                        <a:pt x="4668" y="264242"/>
                      </a:cubicBezTo>
                      <a:cubicBezTo>
                        <a:pt x="52964" y="210949"/>
                        <a:pt x="101815" y="158212"/>
                        <a:pt x="151222" y="105474"/>
                      </a:cubicBezTo>
                      <a:cubicBezTo>
                        <a:pt x="181754" y="72167"/>
                        <a:pt x="212841" y="39414"/>
                        <a:pt x="243373" y="6107"/>
                      </a:cubicBezTo>
                      <a:cubicBezTo>
                        <a:pt x="246149" y="2221"/>
                        <a:pt x="251145" y="0"/>
                        <a:pt x="25614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7" name="Google Shape;3247;p38"/>
                <p:cNvSpPr/>
                <p:nvPr/>
              </p:nvSpPr>
              <p:spPr>
                <a:xfrm>
                  <a:off x="5118484" y="3919455"/>
                  <a:ext cx="279683" cy="295555"/>
                </a:xfrm>
                <a:custGeom>
                  <a:rect b="b" l="l" r="r" t="t"/>
                  <a:pathLst>
                    <a:path extrusionOk="0" h="295555" w="279683">
                      <a:moveTo>
                        <a:pt x="261693" y="0"/>
                      </a:moveTo>
                      <a:cubicBezTo>
                        <a:pt x="266134" y="0"/>
                        <a:pt x="270575" y="1665"/>
                        <a:pt x="273905" y="4996"/>
                      </a:cubicBezTo>
                      <a:cubicBezTo>
                        <a:pt x="281122" y="11658"/>
                        <a:pt x="281677" y="23315"/>
                        <a:pt x="275016" y="30532"/>
                      </a:cubicBezTo>
                      <a:cubicBezTo>
                        <a:pt x="234491" y="74387"/>
                        <a:pt x="193412" y="117687"/>
                        <a:pt x="152332" y="160987"/>
                      </a:cubicBezTo>
                      <a:cubicBezTo>
                        <a:pt x="111808" y="203732"/>
                        <a:pt x="71283" y="246477"/>
                        <a:pt x="31314" y="289777"/>
                      </a:cubicBezTo>
                      <a:cubicBezTo>
                        <a:pt x="24653" y="296994"/>
                        <a:pt x="12995" y="297549"/>
                        <a:pt x="5778" y="290888"/>
                      </a:cubicBezTo>
                      <a:cubicBezTo>
                        <a:pt x="-1439" y="284226"/>
                        <a:pt x="-1994" y="272568"/>
                        <a:pt x="4668" y="265352"/>
                      </a:cubicBezTo>
                      <a:cubicBezTo>
                        <a:pt x="45192" y="222052"/>
                        <a:pt x="85717" y="179307"/>
                        <a:pt x="126241" y="136562"/>
                      </a:cubicBezTo>
                      <a:cubicBezTo>
                        <a:pt x="167321" y="93262"/>
                        <a:pt x="208400" y="49962"/>
                        <a:pt x="248924" y="6106"/>
                      </a:cubicBezTo>
                      <a:cubicBezTo>
                        <a:pt x="252255" y="1665"/>
                        <a:pt x="256696" y="0"/>
                        <a:pt x="26169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8" name="Google Shape;3248;p38"/>
                <p:cNvSpPr/>
                <p:nvPr/>
              </p:nvSpPr>
              <p:spPr>
                <a:xfrm>
                  <a:off x="4455661" y="3926117"/>
                  <a:ext cx="226946" cy="246704"/>
                </a:xfrm>
                <a:custGeom>
                  <a:rect b="b" l="l" r="r" t="t"/>
                  <a:pathLst>
                    <a:path extrusionOk="0" h="246704" w="226946">
                      <a:moveTo>
                        <a:pt x="17991" y="0"/>
                      </a:moveTo>
                      <a:cubicBezTo>
                        <a:pt x="22987" y="0"/>
                        <a:pt x="27983" y="2220"/>
                        <a:pt x="31314" y="6106"/>
                      </a:cubicBezTo>
                      <a:lnTo>
                        <a:pt x="222279" y="216500"/>
                      </a:lnTo>
                      <a:cubicBezTo>
                        <a:pt x="228940" y="223717"/>
                        <a:pt x="228385" y="235374"/>
                        <a:pt x="221168" y="242036"/>
                      </a:cubicBezTo>
                      <a:cubicBezTo>
                        <a:pt x="213952" y="248698"/>
                        <a:pt x="202294" y="248143"/>
                        <a:pt x="195632" y="240926"/>
                      </a:cubicBezTo>
                      <a:lnTo>
                        <a:pt x="4668" y="30532"/>
                      </a:lnTo>
                      <a:cubicBezTo>
                        <a:pt x="-1994" y="23315"/>
                        <a:pt x="-1439" y="11658"/>
                        <a:pt x="5778" y="4996"/>
                      </a:cubicBezTo>
                      <a:cubicBezTo>
                        <a:pt x="9664" y="1665"/>
                        <a:pt x="14105"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9" name="Google Shape;3249;p38"/>
                <p:cNvSpPr/>
                <p:nvPr/>
              </p:nvSpPr>
              <p:spPr>
                <a:xfrm>
                  <a:off x="4281350" y="3923896"/>
                  <a:ext cx="274132" cy="293890"/>
                </a:xfrm>
                <a:custGeom>
                  <a:rect b="b" l="l" r="r" t="t"/>
                  <a:pathLst>
                    <a:path extrusionOk="0" h="293890" w="274132">
                      <a:moveTo>
                        <a:pt x="17991" y="0"/>
                      </a:moveTo>
                      <a:cubicBezTo>
                        <a:pt x="22987" y="0"/>
                        <a:pt x="27428" y="1665"/>
                        <a:pt x="31314" y="5551"/>
                      </a:cubicBezTo>
                      <a:cubicBezTo>
                        <a:pt x="61846" y="38859"/>
                        <a:pt x="92934" y="72167"/>
                        <a:pt x="123466" y="105474"/>
                      </a:cubicBezTo>
                      <a:cubicBezTo>
                        <a:pt x="172317" y="158212"/>
                        <a:pt x="221168" y="210949"/>
                        <a:pt x="269464" y="263686"/>
                      </a:cubicBezTo>
                      <a:cubicBezTo>
                        <a:pt x="276126" y="270903"/>
                        <a:pt x="275571" y="282561"/>
                        <a:pt x="268354" y="289222"/>
                      </a:cubicBezTo>
                      <a:cubicBezTo>
                        <a:pt x="261138" y="295884"/>
                        <a:pt x="249480" y="295329"/>
                        <a:pt x="242818" y="288112"/>
                      </a:cubicBezTo>
                      <a:cubicBezTo>
                        <a:pt x="194522" y="234819"/>
                        <a:pt x="145671" y="182638"/>
                        <a:pt x="96819" y="129900"/>
                      </a:cubicBezTo>
                      <a:cubicBezTo>
                        <a:pt x="65732" y="96593"/>
                        <a:pt x="35200" y="63285"/>
                        <a:pt x="4668" y="29977"/>
                      </a:cubicBezTo>
                      <a:cubicBezTo>
                        <a:pt x="-1994" y="22760"/>
                        <a:pt x="-1438" y="11658"/>
                        <a:pt x="5778" y="4441"/>
                      </a:cubicBezTo>
                      <a:cubicBezTo>
                        <a:pt x="9109" y="1665"/>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0" name="Google Shape;3250;p38"/>
                <p:cNvSpPr/>
                <p:nvPr/>
              </p:nvSpPr>
              <p:spPr>
                <a:xfrm>
                  <a:off x="4092051" y="3919455"/>
                  <a:ext cx="280238" cy="295000"/>
                </a:xfrm>
                <a:custGeom>
                  <a:rect b="b" l="l" r="r" t="t"/>
                  <a:pathLst>
                    <a:path extrusionOk="0" h="295000" w="280238">
                      <a:moveTo>
                        <a:pt x="17991" y="0"/>
                      </a:moveTo>
                      <a:cubicBezTo>
                        <a:pt x="22987" y="0"/>
                        <a:pt x="27428" y="1665"/>
                        <a:pt x="31314" y="5551"/>
                      </a:cubicBezTo>
                      <a:cubicBezTo>
                        <a:pt x="71838" y="49407"/>
                        <a:pt x="112918" y="92707"/>
                        <a:pt x="154553" y="136007"/>
                      </a:cubicBezTo>
                      <a:cubicBezTo>
                        <a:pt x="195077" y="178752"/>
                        <a:pt x="235601" y="221497"/>
                        <a:pt x="275571" y="264797"/>
                      </a:cubicBezTo>
                      <a:cubicBezTo>
                        <a:pt x="282232" y="272013"/>
                        <a:pt x="281677" y="283116"/>
                        <a:pt x="274461" y="290332"/>
                      </a:cubicBezTo>
                      <a:cubicBezTo>
                        <a:pt x="267244" y="296994"/>
                        <a:pt x="256141" y="296439"/>
                        <a:pt x="248925" y="289222"/>
                      </a:cubicBezTo>
                      <a:cubicBezTo>
                        <a:pt x="208955" y="245922"/>
                        <a:pt x="168431" y="203732"/>
                        <a:pt x="127907" y="160987"/>
                      </a:cubicBezTo>
                      <a:cubicBezTo>
                        <a:pt x="86827" y="117687"/>
                        <a:pt x="45747" y="73832"/>
                        <a:pt x="4668" y="29977"/>
                      </a:cubicBezTo>
                      <a:cubicBezTo>
                        <a:pt x="-1994" y="22760"/>
                        <a:pt x="-1439" y="11658"/>
                        <a:pt x="5778" y="4441"/>
                      </a:cubicBezTo>
                      <a:cubicBezTo>
                        <a:pt x="9109" y="1110"/>
                        <a:pt x="13550" y="0"/>
                        <a:pt x="1799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251" name="Google Shape;3251;p38"/>
            <p:cNvGrpSpPr/>
            <p:nvPr/>
          </p:nvGrpSpPr>
          <p:grpSpPr>
            <a:xfrm flipH="1" rot="-5400000">
              <a:off x="778987" y="4789071"/>
              <a:ext cx="212838" cy="322401"/>
              <a:chOff x="5958752" y="3513438"/>
              <a:chExt cx="464103" cy="703011"/>
            </a:xfrm>
          </p:grpSpPr>
          <p:sp>
            <p:nvSpPr>
              <p:cNvPr id="3252" name="Google Shape;3252;p38"/>
              <p:cNvSpPr/>
              <p:nvPr/>
            </p:nvSpPr>
            <p:spPr>
              <a:xfrm>
                <a:off x="6065406" y="3513438"/>
                <a:ext cx="252051" cy="303873"/>
              </a:xfrm>
              <a:custGeom>
                <a:rect b="b" l="l" r="r" t="t"/>
                <a:pathLst>
                  <a:path extrusionOk="0" h="303873" w="252051">
                    <a:moveTo>
                      <a:pt x="133587" y="303874"/>
                    </a:moveTo>
                    <a:cubicBezTo>
                      <a:pt x="132476" y="303874"/>
                      <a:pt x="131921" y="303874"/>
                      <a:pt x="130811" y="303874"/>
                    </a:cubicBezTo>
                    <a:cubicBezTo>
                      <a:pt x="102499" y="302208"/>
                      <a:pt x="81959" y="280003"/>
                      <a:pt x="69747" y="266680"/>
                    </a:cubicBezTo>
                    <a:cubicBezTo>
                      <a:pt x="55313" y="250581"/>
                      <a:pt x="42545" y="231707"/>
                      <a:pt x="30332" y="213943"/>
                    </a:cubicBezTo>
                    <a:cubicBezTo>
                      <a:pt x="23671" y="204506"/>
                      <a:pt x="17565" y="194514"/>
                      <a:pt x="10903" y="185631"/>
                    </a:cubicBezTo>
                    <a:cubicBezTo>
                      <a:pt x="-4086" y="165091"/>
                      <a:pt x="-3530" y="136780"/>
                      <a:pt x="12013" y="116796"/>
                    </a:cubicBezTo>
                    <a:lnTo>
                      <a:pt x="76963" y="33526"/>
                    </a:lnTo>
                    <a:cubicBezTo>
                      <a:pt x="85845" y="21868"/>
                      <a:pt x="101389" y="2439"/>
                      <a:pt x="125260" y="218"/>
                    </a:cubicBezTo>
                    <a:cubicBezTo>
                      <a:pt x="153571" y="-2557"/>
                      <a:pt x="175221" y="21868"/>
                      <a:pt x="182993" y="30751"/>
                    </a:cubicBezTo>
                    <a:cubicBezTo>
                      <a:pt x="206308" y="57397"/>
                      <a:pt x="226848" y="86263"/>
                      <a:pt x="244612" y="116796"/>
                    </a:cubicBezTo>
                    <a:cubicBezTo>
                      <a:pt x="254049" y="133449"/>
                      <a:pt x="254605" y="153434"/>
                      <a:pt x="245722" y="170643"/>
                    </a:cubicBezTo>
                    <a:lnTo>
                      <a:pt x="229068" y="162316"/>
                    </a:lnTo>
                    <a:lnTo>
                      <a:pt x="245722" y="170643"/>
                    </a:lnTo>
                    <a:cubicBezTo>
                      <a:pt x="241281" y="179525"/>
                      <a:pt x="236840" y="189517"/>
                      <a:pt x="231844" y="199510"/>
                    </a:cubicBezTo>
                    <a:cubicBezTo>
                      <a:pt x="224073" y="216163"/>
                      <a:pt x="216301" y="233928"/>
                      <a:pt x="207419" y="248361"/>
                    </a:cubicBezTo>
                    <a:cubicBezTo>
                      <a:pt x="199647" y="260574"/>
                      <a:pt x="191875" y="273342"/>
                      <a:pt x="180217" y="284444"/>
                    </a:cubicBezTo>
                    <a:cubicBezTo>
                      <a:pt x="166339" y="296657"/>
                      <a:pt x="149685" y="303874"/>
                      <a:pt x="133587" y="303874"/>
                    </a:cubicBezTo>
                    <a:close/>
                    <a:moveTo>
                      <a:pt x="129701" y="37967"/>
                    </a:moveTo>
                    <a:cubicBezTo>
                      <a:pt x="129145" y="37967"/>
                      <a:pt x="129145" y="37967"/>
                      <a:pt x="128590" y="37967"/>
                    </a:cubicBezTo>
                    <a:cubicBezTo>
                      <a:pt x="121374" y="38522"/>
                      <a:pt x="113047" y="47959"/>
                      <a:pt x="106385" y="56841"/>
                    </a:cubicBezTo>
                    <a:lnTo>
                      <a:pt x="41435" y="140111"/>
                    </a:lnTo>
                    <a:cubicBezTo>
                      <a:pt x="35884" y="146772"/>
                      <a:pt x="35884" y="156210"/>
                      <a:pt x="40880" y="163426"/>
                    </a:cubicBezTo>
                    <a:cubicBezTo>
                      <a:pt x="48097" y="172863"/>
                      <a:pt x="54758" y="182856"/>
                      <a:pt x="61420" y="192848"/>
                    </a:cubicBezTo>
                    <a:cubicBezTo>
                      <a:pt x="73632" y="210612"/>
                      <a:pt x="85290" y="227821"/>
                      <a:pt x="97503" y="241700"/>
                    </a:cubicBezTo>
                    <a:cubicBezTo>
                      <a:pt x="108606" y="253912"/>
                      <a:pt x="120263" y="266125"/>
                      <a:pt x="132476" y="266680"/>
                    </a:cubicBezTo>
                    <a:cubicBezTo>
                      <a:pt x="139693" y="267235"/>
                      <a:pt x="147465" y="263349"/>
                      <a:pt x="154681" y="256688"/>
                    </a:cubicBezTo>
                    <a:cubicBezTo>
                      <a:pt x="162453" y="249471"/>
                      <a:pt x="168560" y="239479"/>
                      <a:pt x="175221" y="228376"/>
                    </a:cubicBezTo>
                    <a:cubicBezTo>
                      <a:pt x="182993" y="216163"/>
                      <a:pt x="190209" y="199510"/>
                      <a:pt x="197426" y="183966"/>
                    </a:cubicBezTo>
                    <a:cubicBezTo>
                      <a:pt x="202422" y="173418"/>
                      <a:pt x="206863" y="163426"/>
                      <a:pt x="211860" y="153989"/>
                    </a:cubicBezTo>
                    <a:lnTo>
                      <a:pt x="211860" y="153989"/>
                    </a:lnTo>
                    <a:cubicBezTo>
                      <a:pt x="214635" y="148438"/>
                      <a:pt x="214635" y="141776"/>
                      <a:pt x="211305" y="136225"/>
                    </a:cubicBezTo>
                    <a:cubicBezTo>
                      <a:pt x="194651" y="107913"/>
                      <a:pt x="175776" y="80712"/>
                      <a:pt x="154126" y="56286"/>
                    </a:cubicBezTo>
                    <a:cubicBezTo>
                      <a:pt x="144134" y="43518"/>
                      <a:pt x="135807" y="37967"/>
                      <a:pt x="129701" y="379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3" name="Google Shape;3253;p38"/>
              <p:cNvSpPr/>
              <p:nvPr/>
            </p:nvSpPr>
            <p:spPr>
              <a:xfrm>
                <a:off x="6065406" y="3912575"/>
                <a:ext cx="252051" cy="303874"/>
              </a:xfrm>
              <a:custGeom>
                <a:rect b="b" l="l" r="r" t="t"/>
                <a:pathLst>
                  <a:path extrusionOk="0" h="303874" w="252051">
                    <a:moveTo>
                      <a:pt x="133587" y="303874"/>
                    </a:moveTo>
                    <a:cubicBezTo>
                      <a:pt x="132476" y="303874"/>
                      <a:pt x="131921" y="303874"/>
                      <a:pt x="130811" y="303874"/>
                    </a:cubicBezTo>
                    <a:cubicBezTo>
                      <a:pt x="102499" y="302764"/>
                      <a:pt x="81959" y="280004"/>
                      <a:pt x="69747" y="266680"/>
                    </a:cubicBezTo>
                    <a:cubicBezTo>
                      <a:pt x="55313" y="250582"/>
                      <a:pt x="42545" y="231707"/>
                      <a:pt x="30332" y="213943"/>
                    </a:cubicBezTo>
                    <a:cubicBezTo>
                      <a:pt x="23671" y="204506"/>
                      <a:pt x="17565" y="194514"/>
                      <a:pt x="10903" y="185632"/>
                    </a:cubicBezTo>
                    <a:cubicBezTo>
                      <a:pt x="-4086" y="165092"/>
                      <a:pt x="-3530" y="136780"/>
                      <a:pt x="12013" y="116796"/>
                    </a:cubicBezTo>
                    <a:lnTo>
                      <a:pt x="76963" y="33526"/>
                    </a:lnTo>
                    <a:cubicBezTo>
                      <a:pt x="85845" y="21869"/>
                      <a:pt x="101389" y="2439"/>
                      <a:pt x="125260" y="218"/>
                    </a:cubicBezTo>
                    <a:cubicBezTo>
                      <a:pt x="154126" y="-2557"/>
                      <a:pt x="175221" y="21869"/>
                      <a:pt x="182993" y="30751"/>
                    </a:cubicBezTo>
                    <a:cubicBezTo>
                      <a:pt x="206308" y="57397"/>
                      <a:pt x="226848" y="86263"/>
                      <a:pt x="244612" y="116796"/>
                    </a:cubicBezTo>
                    <a:cubicBezTo>
                      <a:pt x="254049" y="133449"/>
                      <a:pt x="254605" y="153434"/>
                      <a:pt x="245722" y="170643"/>
                    </a:cubicBezTo>
                    <a:lnTo>
                      <a:pt x="245722" y="170643"/>
                    </a:lnTo>
                    <a:cubicBezTo>
                      <a:pt x="241281" y="180080"/>
                      <a:pt x="236285" y="189518"/>
                      <a:pt x="231844" y="199510"/>
                    </a:cubicBezTo>
                    <a:cubicBezTo>
                      <a:pt x="224073" y="216164"/>
                      <a:pt x="216301" y="233928"/>
                      <a:pt x="207419" y="247806"/>
                    </a:cubicBezTo>
                    <a:cubicBezTo>
                      <a:pt x="199647" y="260019"/>
                      <a:pt x="191875" y="272787"/>
                      <a:pt x="180217" y="283890"/>
                    </a:cubicBezTo>
                    <a:cubicBezTo>
                      <a:pt x="166339" y="296657"/>
                      <a:pt x="149685" y="303874"/>
                      <a:pt x="133587" y="303874"/>
                    </a:cubicBezTo>
                    <a:close/>
                    <a:moveTo>
                      <a:pt x="129145" y="37412"/>
                    </a:moveTo>
                    <a:cubicBezTo>
                      <a:pt x="128590" y="37412"/>
                      <a:pt x="128590" y="37412"/>
                      <a:pt x="128035" y="37412"/>
                    </a:cubicBezTo>
                    <a:cubicBezTo>
                      <a:pt x="120818" y="37967"/>
                      <a:pt x="112491" y="47404"/>
                      <a:pt x="105830" y="56287"/>
                    </a:cubicBezTo>
                    <a:lnTo>
                      <a:pt x="40880" y="139556"/>
                    </a:lnTo>
                    <a:cubicBezTo>
                      <a:pt x="35329" y="146217"/>
                      <a:pt x="35329" y="155655"/>
                      <a:pt x="40325" y="162871"/>
                    </a:cubicBezTo>
                    <a:cubicBezTo>
                      <a:pt x="47542" y="172308"/>
                      <a:pt x="54203" y="182301"/>
                      <a:pt x="60864" y="192293"/>
                    </a:cubicBezTo>
                    <a:cubicBezTo>
                      <a:pt x="73077" y="210057"/>
                      <a:pt x="84735" y="227266"/>
                      <a:pt x="96948" y="241145"/>
                    </a:cubicBezTo>
                    <a:cubicBezTo>
                      <a:pt x="108050" y="253357"/>
                      <a:pt x="119708" y="265570"/>
                      <a:pt x="131921" y="266125"/>
                    </a:cubicBezTo>
                    <a:cubicBezTo>
                      <a:pt x="138583" y="266680"/>
                      <a:pt x="146909" y="262794"/>
                      <a:pt x="154126" y="256133"/>
                    </a:cubicBezTo>
                    <a:cubicBezTo>
                      <a:pt x="161898" y="248916"/>
                      <a:pt x="168004" y="238924"/>
                      <a:pt x="174666" y="227821"/>
                    </a:cubicBezTo>
                    <a:cubicBezTo>
                      <a:pt x="182438" y="215608"/>
                      <a:pt x="189654" y="198955"/>
                      <a:pt x="196871" y="183411"/>
                    </a:cubicBezTo>
                    <a:cubicBezTo>
                      <a:pt x="201867" y="172864"/>
                      <a:pt x="206308" y="162871"/>
                      <a:pt x="211305" y="152879"/>
                    </a:cubicBezTo>
                    <a:cubicBezTo>
                      <a:pt x="214080" y="147328"/>
                      <a:pt x="214080" y="140666"/>
                      <a:pt x="210749" y="135115"/>
                    </a:cubicBezTo>
                    <a:cubicBezTo>
                      <a:pt x="194095" y="106803"/>
                      <a:pt x="175221" y="79602"/>
                      <a:pt x="153571" y="55176"/>
                    </a:cubicBezTo>
                    <a:cubicBezTo>
                      <a:pt x="143579" y="43518"/>
                      <a:pt x="135807" y="37412"/>
                      <a:pt x="129145" y="37412"/>
                    </a:cubicBezTo>
                    <a:close/>
                    <a:moveTo>
                      <a:pt x="228513" y="161761"/>
                    </a:moveTo>
                    <a:lnTo>
                      <a:pt x="228513" y="161761"/>
                    </a:lnTo>
                    <a:lnTo>
                      <a:pt x="228513" y="16176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4" name="Google Shape;3254;p38"/>
              <p:cNvSpPr/>
              <p:nvPr/>
            </p:nvSpPr>
            <p:spPr>
              <a:xfrm>
                <a:off x="5958752" y="3716131"/>
                <a:ext cx="142820" cy="277156"/>
              </a:xfrm>
              <a:custGeom>
                <a:rect b="b" l="l" r="r" t="t"/>
                <a:pathLst>
                  <a:path extrusionOk="0" h="277156" w="142820">
                    <a:moveTo>
                      <a:pt x="18744" y="277156"/>
                    </a:moveTo>
                    <a:cubicBezTo>
                      <a:pt x="14303" y="277156"/>
                      <a:pt x="9306" y="275491"/>
                      <a:pt x="5976" y="272160"/>
                    </a:cubicBezTo>
                    <a:cubicBezTo>
                      <a:pt x="-1796" y="264943"/>
                      <a:pt x="-1796" y="253286"/>
                      <a:pt x="4865" y="245514"/>
                    </a:cubicBezTo>
                    <a:lnTo>
                      <a:pt x="95907" y="148366"/>
                    </a:lnTo>
                    <a:cubicBezTo>
                      <a:pt x="99237" y="144480"/>
                      <a:pt x="105344" y="138374"/>
                      <a:pt x="105344" y="135043"/>
                    </a:cubicBezTo>
                    <a:cubicBezTo>
                      <a:pt x="105899" y="129492"/>
                      <a:pt x="95907" y="120055"/>
                      <a:pt x="92576" y="116724"/>
                    </a:cubicBezTo>
                    <a:lnTo>
                      <a:pt x="6531" y="32344"/>
                    </a:lnTo>
                    <a:cubicBezTo>
                      <a:pt x="-686" y="25128"/>
                      <a:pt x="-1241" y="12915"/>
                      <a:pt x="5976" y="5698"/>
                    </a:cubicBezTo>
                    <a:cubicBezTo>
                      <a:pt x="13192" y="-1519"/>
                      <a:pt x="25405" y="-2074"/>
                      <a:pt x="32622" y="5143"/>
                    </a:cubicBezTo>
                    <a:lnTo>
                      <a:pt x="118667" y="89523"/>
                    </a:lnTo>
                    <a:cubicBezTo>
                      <a:pt x="126994" y="97850"/>
                      <a:pt x="145313" y="115614"/>
                      <a:pt x="142537" y="138929"/>
                    </a:cubicBezTo>
                    <a:cubicBezTo>
                      <a:pt x="140872" y="155028"/>
                      <a:pt x="130324" y="166686"/>
                      <a:pt x="123108" y="174457"/>
                    </a:cubicBezTo>
                    <a:lnTo>
                      <a:pt x="32622" y="271050"/>
                    </a:lnTo>
                    <a:cubicBezTo>
                      <a:pt x="28736" y="275491"/>
                      <a:pt x="23740" y="277156"/>
                      <a:pt x="18744" y="27715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5" name="Google Shape;3255;p38"/>
              <p:cNvSpPr/>
              <p:nvPr/>
            </p:nvSpPr>
            <p:spPr>
              <a:xfrm>
                <a:off x="6279295" y="3715374"/>
                <a:ext cx="143560" cy="277913"/>
              </a:xfrm>
              <a:custGeom>
                <a:rect b="b" l="l" r="r" t="t"/>
                <a:pathLst>
                  <a:path extrusionOk="0" h="277913" w="143560">
                    <a:moveTo>
                      <a:pt x="124539" y="277913"/>
                    </a:moveTo>
                    <a:cubicBezTo>
                      <a:pt x="119543" y="277913"/>
                      <a:pt x="114547" y="275693"/>
                      <a:pt x="110661" y="271807"/>
                    </a:cubicBezTo>
                    <a:lnTo>
                      <a:pt x="19620" y="174659"/>
                    </a:lnTo>
                    <a:cubicBezTo>
                      <a:pt x="12403" y="166887"/>
                      <a:pt x="1856" y="155785"/>
                      <a:pt x="190" y="139131"/>
                    </a:cubicBezTo>
                    <a:cubicBezTo>
                      <a:pt x="-2030" y="115815"/>
                      <a:pt x="15734" y="98052"/>
                      <a:pt x="24061" y="89725"/>
                    </a:cubicBezTo>
                    <a:lnTo>
                      <a:pt x="110106" y="5345"/>
                    </a:lnTo>
                    <a:cubicBezTo>
                      <a:pt x="117323" y="-1872"/>
                      <a:pt x="129535" y="-1872"/>
                      <a:pt x="136752" y="5900"/>
                    </a:cubicBezTo>
                    <a:cubicBezTo>
                      <a:pt x="143969" y="13117"/>
                      <a:pt x="143969" y="25330"/>
                      <a:pt x="136197" y="32546"/>
                    </a:cubicBezTo>
                    <a:lnTo>
                      <a:pt x="50707" y="116926"/>
                    </a:lnTo>
                    <a:cubicBezTo>
                      <a:pt x="46821" y="120812"/>
                      <a:pt x="37384" y="130249"/>
                      <a:pt x="37939" y="135245"/>
                    </a:cubicBezTo>
                    <a:cubicBezTo>
                      <a:pt x="38494" y="139131"/>
                      <a:pt x="44045" y="145238"/>
                      <a:pt x="47376" y="148568"/>
                    </a:cubicBezTo>
                    <a:lnTo>
                      <a:pt x="138417" y="245716"/>
                    </a:lnTo>
                    <a:cubicBezTo>
                      <a:pt x="145634" y="253488"/>
                      <a:pt x="145079" y="265145"/>
                      <a:pt x="137862" y="272362"/>
                    </a:cubicBezTo>
                    <a:cubicBezTo>
                      <a:pt x="133976" y="276248"/>
                      <a:pt x="129535" y="277913"/>
                      <a:pt x="124539" y="2779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256" name="Google Shape;3256;p38"/>
            <p:cNvSpPr/>
            <p:nvPr/>
          </p:nvSpPr>
          <p:spPr>
            <a:xfrm flipH="1">
              <a:off x="1192212" y="4788068"/>
              <a:ext cx="270081" cy="302471"/>
            </a:xfrm>
            <a:custGeom>
              <a:rect b="b" l="l" r="r" t="t"/>
              <a:pathLst>
                <a:path extrusionOk="0" h="812002" w="725050">
                  <a:moveTo>
                    <a:pt x="708804" y="812003"/>
                  </a:moveTo>
                  <a:cubicBezTo>
                    <a:pt x="717687" y="812003"/>
                    <a:pt x="724903" y="804786"/>
                    <a:pt x="724903" y="795904"/>
                  </a:cubicBezTo>
                  <a:cubicBezTo>
                    <a:pt x="728234" y="584955"/>
                    <a:pt x="674941" y="375672"/>
                    <a:pt x="572242" y="191369"/>
                  </a:cubicBezTo>
                  <a:cubicBezTo>
                    <a:pt x="512844" y="85339"/>
                    <a:pt x="447338" y="24275"/>
                    <a:pt x="371841" y="5956"/>
                  </a:cubicBezTo>
                  <a:cubicBezTo>
                    <a:pt x="255819" y="-22911"/>
                    <a:pt x="139242" y="57583"/>
                    <a:pt x="84284" y="151955"/>
                  </a:cubicBezTo>
                  <a:cubicBezTo>
                    <a:pt x="27106" y="250212"/>
                    <a:pt x="15449" y="367900"/>
                    <a:pt x="4901" y="471709"/>
                  </a:cubicBezTo>
                  <a:cubicBezTo>
                    <a:pt x="-2871" y="551092"/>
                    <a:pt x="-6757" y="627145"/>
                    <a:pt x="35988" y="687654"/>
                  </a:cubicBezTo>
                  <a:cubicBezTo>
                    <a:pt x="94277" y="770924"/>
                    <a:pt x="205302" y="779805"/>
                    <a:pt x="315773" y="777030"/>
                  </a:cubicBezTo>
                  <a:cubicBezTo>
                    <a:pt x="389605" y="775365"/>
                    <a:pt x="463992" y="765927"/>
                    <a:pt x="504517" y="710969"/>
                  </a:cubicBezTo>
                  <a:cubicBezTo>
                    <a:pt x="536714" y="666559"/>
                    <a:pt x="534494" y="608826"/>
                    <a:pt x="528943" y="562750"/>
                  </a:cubicBezTo>
                  <a:cubicBezTo>
                    <a:pt x="519505" y="488918"/>
                    <a:pt x="501186" y="416196"/>
                    <a:pt x="473430" y="347360"/>
                  </a:cubicBezTo>
                  <a:cubicBezTo>
                    <a:pt x="458996" y="310722"/>
                    <a:pt x="402928" y="191369"/>
                    <a:pt x="303005" y="204137"/>
                  </a:cubicBezTo>
                  <a:cubicBezTo>
                    <a:pt x="258595" y="209688"/>
                    <a:pt x="218071" y="243551"/>
                    <a:pt x="196420" y="292957"/>
                  </a:cubicBezTo>
                  <a:cubicBezTo>
                    <a:pt x="178101" y="335147"/>
                    <a:pt x="175325" y="382333"/>
                    <a:pt x="172550" y="423968"/>
                  </a:cubicBezTo>
                  <a:cubicBezTo>
                    <a:pt x="170329" y="458941"/>
                    <a:pt x="168109" y="498355"/>
                    <a:pt x="181432" y="534994"/>
                  </a:cubicBezTo>
                  <a:cubicBezTo>
                    <a:pt x="194755" y="570522"/>
                    <a:pt x="229728" y="606605"/>
                    <a:pt x="274694" y="606050"/>
                  </a:cubicBezTo>
                  <a:cubicBezTo>
                    <a:pt x="283575" y="605495"/>
                    <a:pt x="290792" y="598278"/>
                    <a:pt x="290237" y="589396"/>
                  </a:cubicBezTo>
                  <a:cubicBezTo>
                    <a:pt x="289682" y="580514"/>
                    <a:pt x="281355" y="573853"/>
                    <a:pt x="273584" y="573853"/>
                  </a:cubicBezTo>
                  <a:cubicBezTo>
                    <a:pt x="273028" y="573853"/>
                    <a:pt x="272473" y="573853"/>
                    <a:pt x="271918" y="573853"/>
                  </a:cubicBezTo>
                  <a:cubicBezTo>
                    <a:pt x="244161" y="573853"/>
                    <a:pt x="220846" y="548872"/>
                    <a:pt x="211409" y="523891"/>
                  </a:cubicBezTo>
                  <a:cubicBezTo>
                    <a:pt x="200306" y="493359"/>
                    <a:pt x="202527" y="457831"/>
                    <a:pt x="204192" y="426188"/>
                  </a:cubicBezTo>
                  <a:cubicBezTo>
                    <a:pt x="206968" y="385664"/>
                    <a:pt x="209188" y="343474"/>
                    <a:pt x="225287" y="306281"/>
                  </a:cubicBezTo>
                  <a:cubicBezTo>
                    <a:pt x="238610" y="275748"/>
                    <a:pt x="266367" y="241885"/>
                    <a:pt x="305781" y="236889"/>
                  </a:cubicBezTo>
                  <a:cubicBezTo>
                    <a:pt x="366845" y="229673"/>
                    <a:pt x="416251" y="295733"/>
                    <a:pt x="442342" y="360128"/>
                  </a:cubicBezTo>
                  <a:cubicBezTo>
                    <a:pt x="468989" y="426744"/>
                    <a:pt x="486752" y="496690"/>
                    <a:pt x="495635" y="567746"/>
                  </a:cubicBezTo>
                  <a:cubicBezTo>
                    <a:pt x="500631" y="607716"/>
                    <a:pt x="502851" y="657677"/>
                    <a:pt x="477316" y="692650"/>
                  </a:cubicBezTo>
                  <a:cubicBezTo>
                    <a:pt x="443453" y="738726"/>
                    <a:pt x="375172" y="744277"/>
                    <a:pt x="314108" y="745387"/>
                  </a:cubicBezTo>
                  <a:cubicBezTo>
                    <a:pt x="211964" y="747608"/>
                    <a:pt x="110931" y="740391"/>
                    <a:pt x="61524" y="669335"/>
                  </a:cubicBezTo>
                  <a:cubicBezTo>
                    <a:pt x="25441" y="617708"/>
                    <a:pt x="28771" y="548317"/>
                    <a:pt x="35988" y="475595"/>
                  </a:cubicBezTo>
                  <a:cubicBezTo>
                    <a:pt x="45981" y="375116"/>
                    <a:pt x="57083" y="261315"/>
                    <a:pt x="110931" y="169164"/>
                  </a:cubicBezTo>
                  <a:cubicBezTo>
                    <a:pt x="159782" y="85339"/>
                    <a:pt x="261925" y="13728"/>
                    <a:pt x="362959" y="38708"/>
                  </a:cubicBezTo>
                  <a:cubicBezTo>
                    <a:pt x="429020" y="55362"/>
                    <a:pt x="487863" y="110875"/>
                    <a:pt x="542821" y="208578"/>
                  </a:cubicBezTo>
                  <a:cubicBezTo>
                    <a:pt x="642744" y="387885"/>
                    <a:pt x="694371" y="591617"/>
                    <a:pt x="691595" y="797014"/>
                  </a:cubicBezTo>
                  <a:cubicBezTo>
                    <a:pt x="692706" y="804231"/>
                    <a:pt x="699922" y="812003"/>
                    <a:pt x="708804" y="812003"/>
                  </a:cubicBezTo>
                  <a:cubicBezTo>
                    <a:pt x="708804" y="812003"/>
                    <a:pt x="708804" y="812003"/>
                    <a:pt x="708804" y="81200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257" name="Google Shape;3257;p38"/>
            <p:cNvGrpSpPr/>
            <p:nvPr/>
          </p:nvGrpSpPr>
          <p:grpSpPr>
            <a:xfrm flipH="1">
              <a:off x="230912" y="4791628"/>
              <a:ext cx="298676" cy="295339"/>
              <a:chOff x="10240740" y="2106170"/>
              <a:chExt cx="751954" cy="743552"/>
            </a:xfrm>
          </p:grpSpPr>
          <p:sp>
            <p:nvSpPr>
              <p:cNvPr id="3258" name="Google Shape;3258;p38"/>
              <p:cNvSpPr/>
              <p:nvPr/>
            </p:nvSpPr>
            <p:spPr>
              <a:xfrm>
                <a:off x="10298784" y="2106170"/>
                <a:ext cx="284515" cy="306665"/>
              </a:xfrm>
              <a:custGeom>
                <a:rect b="b" l="l" r="r" t="t"/>
                <a:pathLst>
                  <a:path extrusionOk="0" h="306665" w="284515">
                    <a:moveTo>
                      <a:pt x="142503" y="306665"/>
                    </a:moveTo>
                    <a:cubicBezTo>
                      <a:pt x="113636" y="306665"/>
                      <a:pt x="84769" y="298338"/>
                      <a:pt x="61454" y="281129"/>
                    </a:cubicBezTo>
                    <a:cubicBezTo>
                      <a:pt x="18709" y="250597"/>
                      <a:pt x="-5161" y="195640"/>
                      <a:pt x="945" y="141792"/>
                    </a:cubicBezTo>
                    <a:lnTo>
                      <a:pt x="945" y="141792"/>
                    </a:lnTo>
                    <a:cubicBezTo>
                      <a:pt x="8162" y="77952"/>
                      <a:pt x="52572" y="23550"/>
                      <a:pt x="111971" y="5785"/>
                    </a:cubicBezTo>
                    <a:cubicBezTo>
                      <a:pt x="163598" y="-9758"/>
                      <a:pt x="214115" y="6341"/>
                      <a:pt x="250753" y="50196"/>
                    </a:cubicBezTo>
                    <a:cubicBezTo>
                      <a:pt x="281840" y="87389"/>
                      <a:pt x="292388" y="142347"/>
                      <a:pt x="278509" y="194529"/>
                    </a:cubicBezTo>
                    <a:cubicBezTo>
                      <a:pt x="267962" y="234499"/>
                      <a:pt x="244647" y="267806"/>
                      <a:pt x="213560" y="287236"/>
                    </a:cubicBezTo>
                    <a:cubicBezTo>
                      <a:pt x="192464" y="300004"/>
                      <a:pt x="167484" y="306665"/>
                      <a:pt x="142503" y="306665"/>
                    </a:cubicBezTo>
                    <a:close/>
                    <a:moveTo>
                      <a:pt x="149720" y="36873"/>
                    </a:moveTo>
                    <a:cubicBezTo>
                      <a:pt x="139172" y="36873"/>
                      <a:pt x="129735" y="38538"/>
                      <a:pt x="122518" y="40759"/>
                    </a:cubicBezTo>
                    <a:cubicBezTo>
                      <a:pt x="78108" y="54082"/>
                      <a:pt x="42580" y="97382"/>
                      <a:pt x="37583" y="145678"/>
                    </a:cubicBezTo>
                    <a:cubicBezTo>
                      <a:pt x="37583" y="145678"/>
                      <a:pt x="37583" y="145678"/>
                      <a:pt x="37583" y="145678"/>
                    </a:cubicBezTo>
                    <a:cubicBezTo>
                      <a:pt x="33143" y="186202"/>
                      <a:pt x="51462" y="228392"/>
                      <a:pt x="83104" y="250597"/>
                    </a:cubicBezTo>
                    <a:cubicBezTo>
                      <a:pt x="115301" y="273358"/>
                      <a:pt x="161932" y="275578"/>
                      <a:pt x="194130" y="255038"/>
                    </a:cubicBezTo>
                    <a:cubicBezTo>
                      <a:pt x="216890" y="240605"/>
                      <a:pt x="234654" y="214514"/>
                      <a:pt x="242981" y="183982"/>
                    </a:cubicBezTo>
                    <a:cubicBezTo>
                      <a:pt x="253529" y="143458"/>
                      <a:pt x="245757" y="101268"/>
                      <a:pt x="222442" y="72956"/>
                    </a:cubicBezTo>
                    <a:cubicBezTo>
                      <a:pt x="198016" y="44645"/>
                      <a:pt x="171370" y="36873"/>
                      <a:pt x="149720" y="36873"/>
                    </a:cubicBezTo>
                    <a:close/>
                    <a:moveTo>
                      <a:pt x="19264" y="144013"/>
                    </a:moveTo>
                    <a:lnTo>
                      <a:pt x="19264" y="144013"/>
                    </a:lnTo>
                    <a:lnTo>
                      <a:pt x="19264" y="14401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9" name="Google Shape;3259;p38"/>
              <p:cNvSpPr/>
              <p:nvPr/>
            </p:nvSpPr>
            <p:spPr>
              <a:xfrm>
                <a:off x="10503686" y="2482954"/>
                <a:ext cx="339795" cy="366768"/>
              </a:xfrm>
              <a:custGeom>
                <a:rect b="b" l="l" r="r" t="t"/>
                <a:pathLst>
                  <a:path extrusionOk="0" h="366768" w="339795">
                    <a:moveTo>
                      <a:pt x="169644" y="366768"/>
                    </a:moveTo>
                    <a:cubicBezTo>
                      <a:pt x="165758" y="366768"/>
                      <a:pt x="162427" y="366768"/>
                      <a:pt x="158542" y="366213"/>
                    </a:cubicBezTo>
                    <a:cubicBezTo>
                      <a:pt x="84709" y="360662"/>
                      <a:pt x="18094" y="300153"/>
                      <a:pt x="3106" y="224655"/>
                    </a:cubicBezTo>
                    <a:lnTo>
                      <a:pt x="3106" y="224655"/>
                    </a:lnTo>
                    <a:cubicBezTo>
                      <a:pt x="-10218" y="159150"/>
                      <a:pt x="19759" y="60337"/>
                      <a:pt x="84709" y="17037"/>
                    </a:cubicBezTo>
                    <a:cubicBezTo>
                      <a:pt x="147439" y="-24598"/>
                      <a:pt x="244587" y="17592"/>
                      <a:pt x="287886" y="63113"/>
                    </a:cubicBezTo>
                    <a:cubicBezTo>
                      <a:pt x="337848" y="115295"/>
                      <a:pt x="353392" y="194123"/>
                      <a:pt x="327301" y="259073"/>
                    </a:cubicBezTo>
                    <a:cubicBezTo>
                      <a:pt x="301765" y="322913"/>
                      <a:pt x="236815" y="366768"/>
                      <a:pt x="169644" y="366768"/>
                    </a:cubicBezTo>
                    <a:close/>
                    <a:moveTo>
                      <a:pt x="39189" y="217439"/>
                    </a:moveTo>
                    <a:cubicBezTo>
                      <a:pt x="50847" y="276837"/>
                      <a:pt x="103584" y="325134"/>
                      <a:pt x="161317" y="329019"/>
                    </a:cubicBezTo>
                    <a:cubicBezTo>
                      <a:pt x="216275" y="332905"/>
                      <a:pt x="272343" y="296822"/>
                      <a:pt x="293438" y="245195"/>
                    </a:cubicBezTo>
                    <a:cubicBezTo>
                      <a:pt x="313978" y="194123"/>
                      <a:pt x="301210" y="129728"/>
                      <a:pt x="261796" y="88094"/>
                    </a:cubicBezTo>
                    <a:cubicBezTo>
                      <a:pt x="227378" y="52010"/>
                      <a:pt x="149104" y="18147"/>
                      <a:pt x="105249" y="47569"/>
                    </a:cubicBezTo>
                    <a:cubicBezTo>
                      <a:pt x="54732" y="81432"/>
                      <a:pt x="28641" y="165256"/>
                      <a:pt x="39189" y="217439"/>
                    </a:cubicBezTo>
                    <a:lnTo>
                      <a:pt x="39189" y="21743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0" name="Google Shape;3260;p38"/>
              <p:cNvSpPr/>
              <p:nvPr/>
            </p:nvSpPr>
            <p:spPr>
              <a:xfrm>
                <a:off x="10665920" y="2125279"/>
                <a:ext cx="326774" cy="326415"/>
              </a:xfrm>
              <a:custGeom>
                <a:rect b="b" l="l" r="r" t="t"/>
                <a:pathLst>
                  <a:path extrusionOk="0" h="326415" w="326774">
                    <a:moveTo>
                      <a:pt x="163402" y="326416"/>
                    </a:moveTo>
                    <a:cubicBezTo>
                      <a:pt x="126208" y="326416"/>
                      <a:pt x="89569" y="314758"/>
                      <a:pt x="60703" y="291998"/>
                    </a:cubicBezTo>
                    <a:cubicBezTo>
                      <a:pt x="2969" y="245922"/>
                      <a:pt x="-17015" y="157102"/>
                      <a:pt x="15737" y="90486"/>
                    </a:cubicBezTo>
                    <a:lnTo>
                      <a:pt x="15737" y="90486"/>
                    </a:lnTo>
                    <a:cubicBezTo>
                      <a:pt x="42939" y="34973"/>
                      <a:pt x="99562" y="0"/>
                      <a:pt x="162847" y="0"/>
                    </a:cubicBezTo>
                    <a:cubicBezTo>
                      <a:pt x="162847" y="0"/>
                      <a:pt x="163402" y="0"/>
                      <a:pt x="163402" y="0"/>
                    </a:cubicBezTo>
                    <a:cubicBezTo>
                      <a:pt x="226686" y="0"/>
                      <a:pt x="282754" y="34418"/>
                      <a:pt x="310511" y="89376"/>
                    </a:cubicBezTo>
                    <a:cubicBezTo>
                      <a:pt x="343818" y="155991"/>
                      <a:pt x="324389" y="244257"/>
                      <a:pt x="266655" y="290888"/>
                    </a:cubicBezTo>
                    <a:cubicBezTo>
                      <a:pt x="237789" y="314758"/>
                      <a:pt x="200595" y="326416"/>
                      <a:pt x="163402" y="326416"/>
                    </a:cubicBezTo>
                    <a:close/>
                    <a:moveTo>
                      <a:pt x="48490" y="107140"/>
                    </a:moveTo>
                    <a:cubicBezTo>
                      <a:pt x="22954" y="158767"/>
                      <a:pt x="38498" y="227603"/>
                      <a:pt x="83463" y="263131"/>
                    </a:cubicBezTo>
                    <a:cubicBezTo>
                      <a:pt x="128428" y="299215"/>
                      <a:pt x="198930" y="298659"/>
                      <a:pt x="243340" y="262576"/>
                    </a:cubicBezTo>
                    <a:cubicBezTo>
                      <a:pt x="288306" y="226493"/>
                      <a:pt x="302739" y="157657"/>
                      <a:pt x="277203" y="106030"/>
                    </a:cubicBezTo>
                    <a:cubicBezTo>
                      <a:pt x="255553" y="62730"/>
                      <a:pt x="213918" y="37749"/>
                      <a:pt x="162847" y="37194"/>
                    </a:cubicBezTo>
                    <a:cubicBezTo>
                      <a:pt x="113440" y="37194"/>
                      <a:pt x="69585" y="63840"/>
                      <a:pt x="48490" y="107140"/>
                    </a:cubicBezTo>
                    <a:lnTo>
                      <a:pt x="48490" y="1071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1" name="Google Shape;3261;p38"/>
              <p:cNvSpPr/>
              <p:nvPr/>
            </p:nvSpPr>
            <p:spPr>
              <a:xfrm>
                <a:off x="10240740" y="2479250"/>
                <a:ext cx="234883" cy="258335"/>
              </a:xfrm>
              <a:custGeom>
                <a:rect b="b" l="l" r="r" t="t"/>
                <a:pathLst>
                  <a:path extrusionOk="0" h="258335" w="234883">
                    <a:moveTo>
                      <a:pt x="112837" y="258335"/>
                    </a:moveTo>
                    <a:cubicBezTo>
                      <a:pt x="83970" y="258335"/>
                      <a:pt x="54548" y="246678"/>
                      <a:pt x="34008" y="225583"/>
                    </a:cubicBezTo>
                    <a:cubicBezTo>
                      <a:pt x="5697" y="197271"/>
                      <a:pt x="-5961" y="153971"/>
                      <a:pt x="2921" y="112892"/>
                    </a:cubicBezTo>
                    <a:lnTo>
                      <a:pt x="2921" y="112892"/>
                    </a:lnTo>
                    <a:cubicBezTo>
                      <a:pt x="12358" y="70147"/>
                      <a:pt x="47331" y="27957"/>
                      <a:pt x="87856" y="9638"/>
                    </a:cubicBezTo>
                    <a:cubicBezTo>
                      <a:pt x="119498" y="-4241"/>
                      <a:pt x="152251" y="-3130"/>
                      <a:pt x="180007" y="12968"/>
                    </a:cubicBezTo>
                    <a:cubicBezTo>
                      <a:pt x="208874" y="29622"/>
                      <a:pt x="228858" y="61265"/>
                      <a:pt x="233855" y="96793"/>
                    </a:cubicBezTo>
                    <a:cubicBezTo>
                      <a:pt x="237741" y="127325"/>
                      <a:pt x="230524" y="160633"/>
                      <a:pt x="213870" y="191165"/>
                    </a:cubicBezTo>
                    <a:cubicBezTo>
                      <a:pt x="202213" y="211705"/>
                      <a:pt x="182228" y="238351"/>
                      <a:pt x="149475" y="251119"/>
                    </a:cubicBezTo>
                    <a:cubicBezTo>
                      <a:pt x="137262" y="256115"/>
                      <a:pt x="125050" y="258335"/>
                      <a:pt x="112837" y="258335"/>
                    </a:cubicBezTo>
                    <a:close/>
                    <a:moveTo>
                      <a:pt x="38450" y="120663"/>
                    </a:moveTo>
                    <a:cubicBezTo>
                      <a:pt x="32343" y="148975"/>
                      <a:pt x="40670" y="180062"/>
                      <a:pt x="60100" y="199492"/>
                    </a:cubicBezTo>
                    <a:cubicBezTo>
                      <a:pt x="80084" y="219476"/>
                      <a:pt x="111171" y="226693"/>
                      <a:pt x="135597" y="216701"/>
                    </a:cubicBezTo>
                    <a:cubicBezTo>
                      <a:pt x="152806" y="210039"/>
                      <a:pt x="169460" y="194496"/>
                      <a:pt x="181117" y="172846"/>
                    </a:cubicBezTo>
                    <a:cubicBezTo>
                      <a:pt x="194441" y="149530"/>
                      <a:pt x="199992" y="123994"/>
                      <a:pt x="196661" y="101234"/>
                    </a:cubicBezTo>
                    <a:cubicBezTo>
                      <a:pt x="193331" y="76808"/>
                      <a:pt x="180007" y="55158"/>
                      <a:pt x="161133" y="44611"/>
                    </a:cubicBezTo>
                    <a:cubicBezTo>
                      <a:pt x="138928" y="31843"/>
                      <a:pt x="116723" y="36839"/>
                      <a:pt x="102289" y="42945"/>
                    </a:cubicBezTo>
                    <a:cubicBezTo>
                      <a:pt x="72312" y="57379"/>
                      <a:pt x="45111" y="89576"/>
                      <a:pt x="38450" y="120663"/>
                    </a:cubicBezTo>
                    <a:lnTo>
                      <a:pt x="38450" y="12066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2" name="Google Shape;3262;p38"/>
              <p:cNvSpPr/>
              <p:nvPr/>
            </p:nvSpPr>
            <p:spPr>
              <a:xfrm>
                <a:off x="10672050" y="2228917"/>
                <a:ext cx="191305" cy="215560"/>
              </a:xfrm>
              <a:custGeom>
                <a:rect b="b" l="l" r="r" t="t"/>
                <a:pathLst>
                  <a:path extrusionOk="0" h="215560" w="191305">
                    <a:moveTo>
                      <a:pt x="172816" y="215561"/>
                    </a:moveTo>
                    <a:cubicBezTo>
                      <a:pt x="167820" y="215561"/>
                      <a:pt x="162268" y="213340"/>
                      <a:pt x="158938" y="209454"/>
                    </a:cubicBezTo>
                    <a:lnTo>
                      <a:pt x="4612" y="30703"/>
                    </a:lnTo>
                    <a:cubicBezTo>
                      <a:pt x="-2050" y="22931"/>
                      <a:pt x="-1495" y="11273"/>
                      <a:pt x="6277" y="4612"/>
                    </a:cubicBezTo>
                    <a:cubicBezTo>
                      <a:pt x="14049" y="-2050"/>
                      <a:pt x="25707" y="-1495"/>
                      <a:pt x="32368" y="6277"/>
                    </a:cubicBezTo>
                    <a:lnTo>
                      <a:pt x="186694" y="185029"/>
                    </a:lnTo>
                    <a:cubicBezTo>
                      <a:pt x="193355" y="192801"/>
                      <a:pt x="192800" y="204458"/>
                      <a:pt x="185029" y="211120"/>
                    </a:cubicBezTo>
                    <a:cubicBezTo>
                      <a:pt x="181143" y="214451"/>
                      <a:pt x="177257" y="215561"/>
                      <a:pt x="172816" y="21556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3" name="Google Shape;3263;p38"/>
              <p:cNvSpPr/>
              <p:nvPr/>
            </p:nvSpPr>
            <p:spPr>
              <a:xfrm>
                <a:off x="10742177" y="2147495"/>
                <a:ext cx="205931" cy="255348"/>
              </a:xfrm>
              <a:custGeom>
                <a:rect b="b" l="l" r="r" t="t"/>
                <a:pathLst>
                  <a:path extrusionOk="0" h="255348" w="205931">
                    <a:moveTo>
                      <a:pt x="187068" y="255349"/>
                    </a:moveTo>
                    <a:cubicBezTo>
                      <a:pt x="181516" y="255349"/>
                      <a:pt x="175965" y="253128"/>
                      <a:pt x="172635" y="248132"/>
                    </a:cubicBezTo>
                    <a:lnTo>
                      <a:pt x="3875" y="29966"/>
                    </a:lnTo>
                    <a:cubicBezTo>
                      <a:pt x="-2231" y="21639"/>
                      <a:pt x="-1121" y="10537"/>
                      <a:pt x="7206" y="3875"/>
                    </a:cubicBezTo>
                    <a:cubicBezTo>
                      <a:pt x="14978" y="-2231"/>
                      <a:pt x="26635" y="-1121"/>
                      <a:pt x="33297" y="7206"/>
                    </a:cubicBezTo>
                    <a:lnTo>
                      <a:pt x="202056" y="225372"/>
                    </a:lnTo>
                    <a:cubicBezTo>
                      <a:pt x="208163" y="233699"/>
                      <a:pt x="207052" y="244801"/>
                      <a:pt x="198725" y="251463"/>
                    </a:cubicBezTo>
                    <a:cubicBezTo>
                      <a:pt x="195395" y="253683"/>
                      <a:pt x="191509" y="255349"/>
                      <a:pt x="187068" y="2553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67" name="Shape 3267"/>
        <p:cNvGrpSpPr/>
        <p:nvPr/>
      </p:nvGrpSpPr>
      <p:grpSpPr>
        <a:xfrm>
          <a:off x="0" y="0"/>
          <a:ext cx="0" cy="0"/>
          <a:chOff x="0" y="0"/>
          <a:chExt cx="0" cy="0"/>
        </a:xfrm>
      </p:grpSpPr>
      <p:sp>
        <p:nvSpPr>
          <p:cNvPr id="3268" name="Google Shape;3268;p40"/>
          <p:cNvSpPr txBox="1"/>
          <p:nvPr>
            <p:ph type="ctrTitle"/>
          </p:nvPr>
        </p:nvSpPr>
        <p:spPr>
          <a:xfrm>
            <a:off x="716750" y="2571750"/>
            <a:ext cx="3855300" cy="17634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b="1"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269" name="Google Shape;3269;p40"/>
          <p:cNvSpPr txBox="1"/>
          <p:nvPr>
            <p:ph idx="1" type="subTitle"/>
          </p:nvPr>
        </p:nvSpPr>
        <p:spPr>
          <a:xfrm>
            <a:off x="716750" y="4335035"/>
            <a:ext cx="3580500" cy="427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1400">
                <a:latin typeface="Didact Gothic"/>
                <a:ea typeface="Didact Gothic"/>
                <a:cs typeface="Didact Gothic"/>
                <a:sym typeface="Didact Gothic"/>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70" name="Google Shape;3270;p40"/>
          <p:cNvSpPr/>
          <p:nvPr/>
        </p:nvSpPr>
        <p:spPr>
          <a:xfrm>
            <a:off x="0" y="75"/>
            <a:ext cx="5199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40"/>
          <p:cNvSpPr txBox="1"/>
          <p:nvPr>
            <p:ph idx="2" type="title"/>
          </p:nvPr>
        </p:nvSpPr>
        <p:spPr>
          <a:xfrm>
            <a:off x="716750" y="2409473"/>
            <a:ext cx="2752800" cy="412800"/>
          </a:xfrm>
          <a:prstGeom prst="rect">
            <a:avLst/>
          </a:prstGeom>
        </p:spPr>
        <p:txBody>
          <a:bodyPr anchorCtr="0" anchor="t" bIns="91425" lIns="91425" spcFirstLastPara="1" rIns="91425" wrap="square" tIns="91425">
            <a:noAutofit/>
          </a:bodyPr>
          <a:lstStyle>
            <a:lvl1pPr lvl="0">
              <a:spcBef>
                <a:spcPts val="0"/>
              </a:spcBef>
              <a:spcAft>
                <a:spcPts val="0"/>
              </a:spcAft>
              <a:buNone/>
              <a:defRPr b="1">
                <a:solidFill>
                  <a:schemeClr val="dk1"/>
                </a:solidFill>
              </a:defRPr>
            </a:lvl1pPr>
            <a:lvl2pPr lvl="1">
              <a:spcBef>
                <a:spcPts val="0"/>
              </a:spcBef>
              <a:spcAft>
                <a:spcPts val="0"/>
              </a:spcAft>
              <a:buNone/>
              <a:defRPr b="1">
                <a:solidFill>
                  <a:schemeClr val="dk1"/>
                </a:solidFill>
              </a:defRPr>
            </a:lvl2pPr>
            <a:lvl3pPr lvl="2">
              <a:spcBef>
                <a:spcPts val="0"/>
              </a:spcBef>
              <a:spcAft>
                <a:spcPts val="0"/>
              </a:spcAft>
              <a:buNone/>
              <a:defRPr b="1">
                <a:solidFill>
                  <a:schemeClr val="dk1"/>
                </a:solidFill>
              </a:defRPr>
            </a:lvl3pPr>
            <a:lvl4pPr lvl="3">
              <a:spcBef>
                <a:spcPts val="0"/>
              </a:spcBef>
              <a:spcAft>
                <a:spcPts val="0"/>
              </a:spcAft>
              <a:buNone/>
              <a:defRPr b="1">
                <a:solidFill>
                  <a:schemeClr val="dk1"/>
                </a:solidFill>
              </a:defRPr>
            </a:lvl4pPr>
            <a:lvl5pPr lvl="4">
              <a:spcBef>
                <a:spcPts val="0"/>
              </a:spcBef>
              <a:spcAft>
                <a:spcPts val="0"/>
              </a:spcAft>
              <a:buNone/>
              <a:defRPr b="1">
                <a:solidFill>
                  <a:schemeClr val="dk1"/>
                </a:solidFill>
              </a:defRPr>
            </a:lvl5pPr>
            <a:lvl6pPr lvl="5">
              <a:spcBef>
                <a:spcPts val="0"/>
              </a:spcBef>
              <a:spcAft>
                <a:spcPts val="0"/>
              </a:spcAft>
              <a:buNone/>
              <a:defRPr b="1">
                <a:solidFill>
                  <a:schemeClr val="dk1"/>
                </a:solidFill>
              </a:defRPr>
            </a:lvl6pPr>
            <a:lvl7pPr lvl="6">
              <a:spcBef>
                <a:spcPts val="0"/>
              </a:spcBef>
              <a:spcAft>
                <a:spcPts val="0"/>
              </a:spcAft>
              <a:buNone/>
              <a:defRPr b="1">
                <a:solidFill>
                  <a:schemeClr val="dk1"/>
                </a:solidFill>
              </a:defRPr>
            </a:lvl7pPr>
            <a:lvl8pPr lvl="7">
              <a:spcBef>
                <a:spcPts val="0"/>
              </a:spcBef>
              <a:spcAft>
                <a:spcPts val="0"/>
              </a:spcAft>
              <a:buNone/>
              <a:defRPr b="1">
                <a:solidFill>
                  <a:schemeClr val="dk1"/>
                </a:solidFill>
              </a:defRPr>
            </a:lvl8pPr>
            <a:lvl9pPr lvl="8">
              <a:spcBef>
                <a:spcPts val="0"/>
              </a:spcBef>
              <a:spcAft>
                <a:spcPts val="0"/>
              </a:spcAft>
              <a:buNone/>
              <a:defRPr b="1">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2"/>
        </a:solidFill>
      </p:bgPr>
    </p:bg>
    <p:spTree>
      <p:nvGrpSpPr>
        <p:cNvPr id="3272" name="Shape 3272"/>
        <p:cNvGrpSpPr/>
        <p:nvPr/>
      </p:nvGrpSpPr>
      <p:grpSpPr>
        <a:xfrm>
          <a:off x="0" y="0"/>
          <a:ext cx="0" cy="0"/>
          <a:chOff x="0" y="0"/>
          <a:chExt cx="0" cy="0"/>
        </a:xfrm>
      </p:grpSpPr>
      <p:sp>
        <p:nvSpPr>
          <p:cNvPr id="3273" name="Google Shape;3273;p41"/>
          <p:cNvSpPr txBox="1"/>
          <p:nvPr>
            <p:ph type="title"/>
          </p:nvPr>
        </p:nvSpPr>
        <p:spPr>
          <a:xfrm>
            <a:off x="5106925" y="2141999"/>
            <a:ext cx="3317100" cy="901200"/>
          </a:xfrm>
          <a:prstGeom prst="rect">
            <a:avLst/>
          </a:prstGeom>
        </p:spPr>
        <p:txBody>
          <a:bodyPr anchorCtr="0" anchor="b" bIns="91425" lIns="91425" spcFirstLastPara="1" rIns="91425" wrap="square" tIns="91425">
            <a:noAutofit/>
          </a:bodyPr>
          <a:lstStyle>
            <a:lvl1pPr lvl="0" algn="r">
              <a:spcBef>
                <a:spcPts val="0"/>
              </a:spcBef>
              <a:spcAft>
                <a:spcPts val="0"/>
              </a:spcAft>
              <a:buSzPts val="2400"/>
              <a:buNone/>
              <a:defRPr sz="3100"/>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
        <p:nvSpPr>
          <p:cNvPr id="3274" name="Google Shape;3274;p41"/>
          <p:cNvSpPr txBox="1"/>
          <p:nvPr>
            <p:ph idx="1" type="body"/>
          </p:nvPr>
        </p:nvSpPr>
        <p:spPr>
          <a:xfrm>
            <a:off x="5106925" y="3268212"/>
            <a:ext cx="3317100" cy="1338000"/>
          </a:xfrm>
          <a:prstGeom prst="rect">
            <a:avLst/>
          </a:prstGeom>
        </p:spPr>
        <p:txBody>
          <a:bodyPr anchorCtr="0" anchor="t" bIns="91425" lIns="91425" spcFirstLastPara="1" rIns="91425" wrap="square" tIns="91425">
            <a:noAutofit/>
          </a:bodyPr>
          <a:lstStyle>
            <a:lvl1pPr indent="-304800" lvl="0" marL="457200" algn="r">
              <a:lnSpc>
                <a:spcPct val="100000"/>
              </a:lnSpc>
              <a:spcBef>
                <a:spcPts val="0"/>
              </a:spcBef>
              <a:spcAft>
                <a:spcPts val="0"/>
              </a:spcAft>
              <a:buSzPts val="1200"/>
              <a:buChar char="●"/>
              <a:defRPr sz="1600">
                <a:latin typeface="Didact Gothic"/>
                <a:ea typeface="Didact Gothic"/>
                <a:cs typeface="Didact Gothic"/>
                <a:sym typeface="Didact Gothic"/>
              </a:defRPr>
            </a:lvl1pPr>
            <a:lvl2pPr indent="-304800" lvl="1" marL="914400" algn="r">
              <a:spcBef>
                <a:spcPts val="1600"/>
              </a:spcBef>
              <a:spcAft>
                <a:spcPts val="0"/>
              </a:spcAft>
              <a:buSzPts val="1200"/>
              <a:buChar char="○"/>
              <a:defRPr sz="1200"/>
            </a:lvl2pPr>
            <a:lvl3pPr indent="-304800" lvl="2" marL="1371600" algn="r">
              <a:spcBef>
                <a:spcPts val="1600"/>
              </a:spcBef>
              <a:spcAft>
                <a:spcPts val="0"/>
              </a:spcAft>
              <a:buSzPts val="1200"/>
              <a:buChar char="■"/>
              <a:defRPr sz="1200"/>
            </a:lvl3pPr>
            <a:lvl4pPr indent="-304800" lvl="3" marL="1828800" algn="r">
              <a:spcBef>
                <a:spcPts val="1600"/>
              </a:spcBef>
              <a:spcAft>
                <a:spcPts val="0"/>
              </a:spcAft>
              <a:buSzPts val="1200"/>
              <a:buChar char="●"/>
              <a:defRPr sz="1200"/>
            </a:lvl4pPr>
            <a:lvl5pPr indent="-304800" lvl="4" marL="2286000" algn="r">
              <a:spcBef>
                <a:spcPts val="1600"/>
              </a:spcBef>
              <a:spcAft>
                <a:spcPts val="0"/>
              </a:spcAft>
              <a:buSzPts val="1200"/>
              <a:buChar char="○"/>
              <a:defRPr sz="1200"/>
            </a:lvl5pPr>
            <a:lvl6pPr indent="-304800" lvl="5" marL="2743200" algn="r">
              <a:spcBef>
                <a:spcPts val="1600"/>
              </a:spcBef>
              <a:spcAft>
                <a:spcPts val="0"/>
              </a:spcAft>
              <a:buSzPts val="1200"/>
              <a:buChar char="■"/>
              <a:defRPr sz="1200"/>
            </a:lvl6pPr>
            <a:lvl7pPr indent="-304800" lvl="6" marL="3200400" algn="r">
              <a:spcBef>
                <a:spcPts val="1600"/>
              </a:spcBef>
              <a:spcAft>
                <a:spcPts val="0"/>
              </a:spcAft>
              <a:buSzPts val="1200"/>
              <a:buChar char="●"/>
              <a:defRPr sz="1200"/>
            </a:lvl7pPr>
            <a:lvl8pPr indent="-304800" lvl="7" marL="3657600" algn="r">
              <a:spcBef>
                <a:spcPts val="1600"/>
              </a:spcBef>
              <a:spcAft>
                <a:spcPts val="0"/>
              </a:spcAft>
              <a:buSzPts val="1200"/>
              <a:buChar char="○"/>
              <a:defRPr sz="1200"/>
            </a:lvl8pPr>
            <a:lvl9pPr indent="-304800" lvl="8" marL="4114800" algn="r">
              <a:spcBef>
                <a:spcPts val="1600"/>
              </a:spcBef>
              <a:spcAft>
                <a:spcPts val="1600"/>
              </a:spcAft>
              <a:buSzPts val="1200"/>
              <a:buChar char="■"/>
              <a:defRPr sz="1200"/>
            </a:lvl9pPr>
          </a:lstStyle>
          <a:p/>
        </p:txBody>
      </p:sp>
      <p:sp>
        <p:nvSpPr>
          <p:cNvPr id="3275" name="Google Shape;3275;p41"/>
          <p:cNvSpPr txBox="1"/>
          <p:nvPr>
            <p:ph idx="2" type="title"/>
          </p:nvPr>
        </p:nvSpPr>
        <p:spPr>
          <a:xfrm>
            <a:off x="1126500" y="533510"/>
            <a:ext cx="6890100" cy="273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24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76" name="Google Shape;3276;p41"/>
          <p:cNvSpPr/>
          <p:nvPr/>
        </p:nvSpPr>
        <p:spPr>
          <a:xfrm>
            <a:off x="0" y="75"/>
            <a:ext cx="5199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77" name="Shape 3277"/>
        <p:cNvGrpSpPr/>
        <p:nvPr/>
      </p:nvGrpSpPr>
      <p:grpSpPr>
        <a:xfrm>
          <a:off x="0" y="0"/>
          <a:ext cx="0" cy="0"/>
          <a:chOff x="0" y="0"/>
          <a:chExt cx="0" cy="0"/>
        </a:xfrm>
      </p:grpSpPr>
      <p:grpSp>
        <p:nvGrpSpPr>
          <p:cNvPr id="3278" name="Google Shape;3278;p42"/>
          <p:cNvGrpSpPr/>
          <p:nvPr/>
        </p:nvGrpSpPr>
        <p:grpSpPr>
          <a:xfrm>
            <a:off x="358900" y="366625"/>
            <a:ext cx="8426200" cy="587700"/>
            <a:chOff x="358900" y="366625"/>
            <a:chExt cx="8426200" cy="587700"/>
          </a:xfrm>
        </p:grpSpPr>
        <p:sp>
          <p:nvSpPr>
            <p:cNvPr id="3279" name="Google Shape;3279;p42"/>
            <p:cNvSpPr/>
            <p:nvPr/>
          </p:nvSpPr>
          <p:spPr>
            <a:xfrm rot="-5400000">
              <a:off x="81750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42"/>
            <p:cNvSpPr/>
            <p:nvPr/>
          </p:nvSpPr>
          <p:spPr>
            <a:xfrm rot="5400000">
              <a:off x="4202375" y="-3070625"/>
              <a:ext cx="587700" cy="7462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42"/>
            <p:cNvSpPr/>
            <p:nvPr/>
          </p:nvSpPr>
          <p:spPr>
            <a:xfrm rot="5400000">
              <a:off x="3894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2" name="Google Shape;3282;p42"/>
          <p:cNvSpPr txBox="1"/>
          <p:nvPr>
            <p:ph idx="1" type="body"/>
          </p:nvPr>
        </p:nvSpPr>
        <p:spPr>
          <a:xfrm>
            <a:off x="720000" y="1420900"/>
            <a:ext cx="7703100" cy="3182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bel"/>
              <a:buChar char="●"/>
              <a:defRPr sz="1200">
                <a:latin typeface="Didact Gothic"/>
                <a:ea typeface="Didact Gothic"/>
                <a:cs typeface="Didact Gothic"/>
                <a:sym typeface="Didact Gothic"/>
              </a:defRPr>
            </a:lvl1pPr>
            <a:lvl2pPr indent="-317500" lvl="1" marL="914400">
              <a:spcBef>
                <a:spcPts val="0"/>
              </a:spcBef>
              <a:spcAft>
                <a:spcPts val="0"/>
              </a:spcAft>
              <a:buClr>
                <a:schemeClr val="dk1"/>
              </a:buClr>
              <a:buSzPts val="1400"/>
              <a:buFont typeface="Arial"/>
              <a:buChar char="○"/>
              <a:defRPr/>
            </a:lvl2pPr>
            <a:lvl3pPr indent="-317500" lvl="2" marL="1371600">
              <a:spcBef>
                <a:spcPts val="1600"/>
              </a:spcBef>
              <a:spcAft>
                <a:spcPts val="0"/>
              </a:spcAft>
              <a:buClr>
                <a:schemeClr val="dk1"/>
              </a:buClr>
              <a:buSzPts val="1400"/>
              <a:buFont typeface="Arial"/>
              <a:buChar char="■"/>
              <a:defRPr/>
            </a:lvl3pPr>
            <a:lvl4pPr indent="-317500" lvl="3" marL="1828800">
              <a:spcBef>
                <a:spcPts val="1600"/>
              </a:spcBef>
              <a:spcAft>
                <a:spcPts val="0"/>
              </a:spcAft>
              <a:buClr>
                <a:schemeClr val="dk1"/>
              </a:buClr>
              <a:buSzPts val="1400"/>
              <a:buFont typeface="Arial"/>
              <a:buChar char="●"/>
              <a:defRPr/>
            </a:lvl4pPr>
            <a:lvl5pPr indent="-317500" lvl="4" marL="2286000">
              <a:spcBef>
                <a:spcPts val="1600"/>
              </a:spcBef>
              <a:spcAft>
                <a:spcPts val="0"/>
              </a:spcAft>
              <a:buClr>
                <a:schemeClr val="dk1"/>
              </a:buClr>
              <a:buSzPts val="1400"/>
              <a:buFont typeface="Arial"/>
              <a:buChar char="○"/>
              <a:defRPr/>
            </a:lvl5pPr>
            <a:lvl6pPr indent="-317500" lvl="5" marL="2743200">
              <a:spcBef>
                <a:spcPts val="1600"/>
              </a:spcBef>
              <a:spcAft>
                <a:spcPts val="0"/>
              </a:spcAft>
              <a:buClr>
                <a:schemeClr val="dk1"/>
              </a:buClr>
              <a:buSzPts val="1400"/>
              <a:buFont typeface="Arial"/>
              <a:buChar char="■"/>
              <a:defRPr/>
            </a:lvl6pPr>
            <a:lvl7pPr indent="-317500" lvl="6" marL="3200400">
              <a:spcBef>
                <a:spcPts val="1600"/>
              </a:spcBef>
              <a:spcAft>
                <a:spcPts val="0"/>
              </a:spcAft>
              <a:buClr>
                <a:schemeClr val="dk1"/>
              </a:buClr>
              <a:buSzPts val="1400"/>
              <a:buFont typeface="Arial"/>
              <a:buChar char="●"/>
              <a:defRPr/>
            </a:lvl7pPr>
            <a:lvl8pPr indent="-317500" lvl="7" marL="3657600">
              <a:spcBef>
                <a:spcPts val="1600"/>
              </a:spcBef>
              <a:spcAft>
                <a:spcPts val="0"/>
              </a:spcAft>
              <a:buClr>
                <a:schemeClr val="dk1"/>
              </a:buClr>
              <a:buSzPts val="1400"/>
              <a:buFont typeface="Arial"/>
              <a:buChar char="○"/>
              <a:defRPr/>
            </a:lvl8pPr>
            <a:lvl9pPr indent="-317500" lvl="8" marL="4114800">
              <a:spcBef>
                <a:spcPts val="1600"/>
              </a:spcBef>
              <a:spcAft>
                <a:spcPts val="1600"/>
              </a:spcAft>
              <a:buClr>
                <a:schemeClr val="dk1"/>
              </a:buClr>
              <a:buSzPts val="1400"/>
              <a:buFont typeface="Arial"/>
              <a:buChar char="■"/>
              <a:defRPr/>
            </a:lvl9pPr>
          </a:lstStyle>
          <a:p/>
        </p:txBody>
      </p:sp>
      <p:sp>
        <p:nvSpPr>
          <p:cNvPr id="3283" name="Google Shape;3283;p42"/>
          <p:cNvSpPr txBox="1"/>
          <p:nvPr>
            <p:ph type="title"/>
          </p:nvPr>
        </p:nvSpPr>
        <p:spPr>
          <a:xfrm>
            <a:off x="1126500" y="533510"/>
            <a:ext cx="6890100" cy="273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24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84" name="Shape 3284"/>
        <p:cNvGrpSpPr/>
        <p:nvPr/>
      </p:nvGrpSpPr>
      <p:grpSpPr>
        <a:xfrm>
          <a:off x="0" y="0"/>
          <a:ext cx="0" cy="0"/>
          <a:chOff x="0" y="0"/>
          <a:chExt cx="0" cy="0"/>
        </a:xfrm>
      </p:grpSpPr>
      <p:sp>
        <p:nvSpPr>
          <p:cNvPr id="3285" name="Google Shape;3285;p43"/>
          <p:cNvSpPr/>
          <p:nvPr/>
        </p:nvSpPr>
        <p:spPr>
          <a:xfrm>
            <a:off x="4572000" y="50"/>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86" name="Google Shape;3286;p43"/>
          <p:cNvGrpSpPr/>
          <p:nvPr/>
        </p:nvGrpSpPr>
        <p:grpSpPr>
          <a:xfrm>
            <a:off x="358900" y="366625"/>
            <a:ext cx="8426200" cy="587700"/>
            <a:chOff x="358900" y="366625"/>
            <a:chExt cx="8426200" cy="587700"/>
          </a:xfrm>
        </p:grpSpPr>
        <p:sp>
          <p:nvSpPr>
            <p:cNvPr id="3287" name="Google Shape;3287;p43"/>
            <p:cNvSpPr/>
            <p:nvPr/>
          </p:nvSpPr>
          <p:spPr>
            <a:xfrm rot="-5400000">
              <a:off x="81750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43"/>
            <p:cNvSpPr/>
            <p:nvPr/>
          </p:nvSpPr>
          <p:spPr>
            <a:xfrm rot="5400000">
              <a:off x="4202375" y="-3070625"/>
              <a:ext cx="587700" cy="7462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43"/>
            <p:cNvSpPr/>
            <p:nvPr/>
          </p:nvSpPr>
          <p:spPr>
            <a:xfrm rot="5400000">
              <a:off x="3894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0" name="Google Shape;3290;p43"/>
          <p:cNvSpPr txBox="1"/>
          <p:nvPr>
            <p:ph idx="1" type="subTitle"/>
          </p:nvPr>
        </p:nvSpPr>
        <p:spPr>
          <a:xfrm>
            <a:off x="717675" y="4188050"/>
            <a:ext cx="3148200" cy="728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None/>
              <a:defRPr sz="1400">
                <a:latin typeface="Didact Gothic"/>
                <a:ea typeface="Didact Gothic"/>
                <a:cs typeface="Didact Gothic"/>
                <a:sym typeface="Didact Gothic"/>
              </a:defRPr>
            </a:lvl1pPr>
            <a:lvl2pPr lvl="1" algn="ctr">
              <a:lnSpc>
                <a:spcPct val="100000"/>
              </a:lnSpc>
              <a:spcBef>
                <a:spcPts val="1600"/>
              </a:spcBef>
              <a:spcAft>
                <a:spcPts val="0"/>
              </a:spcAft>
              <a:buNone/>
              <a:defRPr sz="1400">
                <a:latin typeface="Didact Gothic"/>
                <a:ea typeface="Didact Gothic"/>
                <a:cs typeface="Didact Gothic"/>
                <a:sym typeface="Didact Gothic"/>
              </a:defRPr>
            </a:lvl2pPr>
            <a:lvl3pPr lvl="2" algn="ctr">
              <a:lnSpc>
                <a:spcPct val="100000"/>
              </a:lnSpc>
              <a:spcBef>
                <a:spcPts val="1600"/>
              </a:spcBef>
              <a:spcAft>
                <a:spcPts val="0"/>
              </a:spcAft>
              <a:buNone/>
              <a:defRPr sz="1400">
                <a:latin typeface="Didact Gothic"/>
                <a:ea typeface="Didact Gothic"/>
                <a:cs typeface="Didact Gothic"/>
                <a:sym typeface="Didact Gothic"/>
              </a:defRPr>
            </a:lvl3pPr>
            <a:lvl4pPr lvl="3" algn="ctr">
              <a:lnSpc>
                <a:spcPct val="100000"/>
              </a:lnSpc>
              <a:spcBef>
                <a:spcPts val="1600"/>
              </a:spcBef>
              <a:spcAft>
                <a:spcPts val="0"/>
              </a:spcAft>
              <a:buNone/>
              <a:defRPr sz="1400">
                <a:latin typeface="Didact Gothic"/>
                <a:ea typeface="Didact Gothic"/>
                <a:cs typeface="Didact Gothic"/>
                <a:sym typeface="Didact Gothic"/>
              </a:defRPr>
            </a:lvl4pPr>
            <a:lvl5pPr lvl="4" algn="ctr">
              <a:lnSpc>
                <a:spcPct val="100000"/>
              </a:lnSpc>
              <a:spcBef>
                <a:spcPts val="1600"/>
              </a:spcBef>
              <a:spcAft>
                <a:spcPts val="0"/>
              </a:spcAft>
              <a:buNone/>
              <a:defRPr sz="1400">
                <a:latin typeface="Didact Gothic"/>
                <a:ea typeface="Didact Gothic"/>
                <a:cs typeface="Didact Gothic"/>
                <a:sym typeface="Didact Gothic"/>
              </a:defRPr>
            </a:lvl5pPr>
            <a:lvl6pPr lvl="5" algn="ctr">
              <a:lnSpc>
                <a:spcPct val="100000"/>
              </a:lnSpc>
              <a:spcBef>
                <a:spcPts val="1600"/>
              </a:spcBef>
              <a:spcAft>
                <a:spcPts val="0"/>
              </a:spcAft>
              <a:buNone/>
              <a:defRPr sz="1400">
                <a:latin typeface="Didact Gothic"/>
                <a:ea typeface="Didact Gothic"/>
                <a:cs typeface="Didact Gothic"/>
                <a:sym typeface="Didact Gothic"/>
              </a:defRPr>
            </a:lvl6pPr>
            <a:lvl7pPr lvl="6" algn="ctr">
              <a:lnSpc>
                <a:spcPct val="100000"/>
              </a:lnSpc>
              <a:spcBef>
                <a:spcPts val="1600"/>
              </a:spcBef>
              <a:spcAft>
                <a:spcPts val="0"/>
              </a:spcAft>
              <a:buNone/>
              <a:defRPr sz="1400">
                <a:latin typeface="Didact Gothic"/>
                <a:ea typeface="Didact Gothic"/>
                <a:cs typeface="Didact Gothic"/>
                <a:sym typeface="Didact Gothic"/>
              </a:defRPr>
            </a:lvl7pPr>
            <a:lvl8pPr lvl="7" algn="ctr">
              <a:lnSpc>
                <a:spcPct val="100000"/>
              </a:lnSpc>
              <a:spcBef>
                <a:spcPts val="1600"/>
              </a:spcBef>
              <a:spcAft>
                <a:spcPts val="0"/>
              </a:spcAft>
              <a:buNone/>
              <a:defRPr sz="1400">
                <a:latin typeface="Didact Gothic"/>
                <a:ea typeface="Didact Gothic"/>
                <a:cs typeface="Didact Gothic"/>
                <a:sym typeface="Didact Gothic"/>
              </a:defRPr>
            </a:lvl8pPr>
            <a:lvl9pPr lvl="8" algn="ctr">
              <a:lnSpc>
                <a:spcPct val="100000"/>
              </a:lnSpc>
              <a:spcBef>
                <a:spcPts val="1600"/>
              </a:spcBef>
              <a:spcAft>
                <a:spcPts val="1600"/>
              </a:spcAft>
              <a:buNone/>
              <a:defRPr sz="1400">
                <a:latin typeface="Didact Gothic"/>
                <a:ea typeface="Didact Gothic"/>
                <a:cs typeface="Didact Gothic"/>
                <a:sym typeface="Didact Gothic"/>
              </a:defRPr>
            </a:lvl9pPr>
          </a:lstStyle>
          <a:p/>
        </p:txBody>
      </p:sp>
      <p:sp>
        <p:nvSpPr>
          <p:cNvPr id="3291" name="Google Shape;3291;p43"/>
          <p:cNvSpPr txBox="1"/>
          <p:nvPr>
            <p:ph idx="2" type="subTitle"/>
          </p:nvPr>
        </p:nvSpPr>
        <p:spPr>
          <a:xfrm>
            <a:off x="717675" y="3496175"/>
            <a:ext cx="3148200" cy="548100"/>
          </a:xfrm>
          <a:prstGeom prst="rect">
            <a:avLst/>
          </a:prstGeom>
          <a:noFill/>
        </p:spPr>
        <p:txBody>
          <a:bodyPr anchorCtr="0" anchor="ctr" bIns="0" lIns="91425" spcFirstLastPara="1" rIns="91425" wrap="square" tIns="91425">
            <a:noAutofit/>
          </a:bodyPr>
          <a:lstStyle>
            <a:lvl1pPr lvl="0" algn="ctr">
              <a:lnSpc>
                <a:spcPct val="100000"/>
              </a:lnSpc>
              <a:spcBef>
                <a:spcPts val="0"/>
              </a:spcBef>
              <a:spcAft>
                <a:spcPts val="0"/>
              </a:spcAft>
              <a:buNone/>
              <a:defRPr b="1" sz="2400">
                <a:latin typeface="Graduate"/>
                <a:ea typeface="Graduate"/>
                <a:cs typeface="Graduate"/>
                <a:sym typeface="Graduate"/>
              </a:defRPr>
            </a:lvl1pPr>
            <a:lvl2pPr lvl="1" algn="ctr">
              <a:lnSpc>
                <a:spcPct val="100000"/>
              </a:lnSpc>
              <a:spcBef>
                <a:spcPts val="1600"/>
              </a:spcBef>
              <a:spcAft>
                <a:spcPts val="0"/>
              </a:spcAft>
              <a:buNone/>
              <a:defRPr b="1" sz="2400">
                <a:latin typeface="Graduate"/>
                <a:ea typeface="Graduate"/>
                <a:cs typeface="Graduate"/>
                <a:sym typeface="Graduate"/>
              </a:defRPr>
            </a:lvl2pPr>
            <a:lvl3pPr lvl="2" algn="ctr">
              <a:lnSpc>
                <a:spcPct val="100000"/>
              </a:lnSpc>
              <a:spcBef>
                <a:spcPts val="1600"/>
              </a:spcBef>
              <a:spcAft>
                <a:spcPts val="0"/>
              </a:spcAft>
              <a:buNone/>
              <a:defRPr b="1" sz="2400">
                <a:latin typeface="Graduate"/>
                <a:ea typeface="Graduate"/>
                <a:cs typeface="Graduate"/>
                <a:sym typeface="Graduate"/>
              </a:defRPr>
            </a:lvl3pPr>
            <a:lvl4pPr lvl="3" algn="ctr">
              <a:lnSpc>
                <a:spcPct val="100000"/>
              </a:lnSpc>
              <a:spcBef>
                <a:spcPts val="1600"/>
              </a:spcBef>
              <a:spcAft>
                <a:spcPts val="0"/>
              </a:spcAft>
              <a:buNone/>
              <a:defRPr b="1" sz="2400">
                <a:latin typeface="Graduate"/>
                <a:ea typeface="Graduate"/>
                <a:cs typeface="Graduate"/>
                <a:sym typeface="Graduate"/>
              </a:defRPr>
            </a:lvl4pPr>
            <a:lvl5pPr lvl="4" algn="ctr">
              <a:lnSpc>
                <a:spcPct val="100000"/>
              </a:lnSpc>
              <a:spcBef>
                <a:spcPts val="1600"/>
              </a:spcBef>
              <a:spcAft>
                <a:spcPts val="0"/>
              </a:spcAft>
              <a:buNone/>
              <a:defRPr b="1" sz="2400">
                <a:latin typeface="Graduate"/>
                <a:ea typeface="Graduate"/>
                <a:cs typeface="Graduate"/>
                <a:sym typeface="Graduate"/>
              </a:defRPr>
            </a:lvl5pPr>
            <a:lvl6pPr lvl="5" algn="ctr">
              <a:lnSpc>
                <a:spcPct val="100000"/>
              </a:lnSpc>
              <a:spcBef>
                <a:spcPts val="1600"/>
              </a:spcBef>
              <a:spcAft>
                <a:spcPts val="0"/>
              </a:spcAft>
              <a:buNone/>
              <a:defRPr b="1" sz="2400">
                <a:latin typeface="Graduate"/>
                <a:ea typeface="Graduate"/>
                <a:cs typeface="Graduate"/>
                <a:sym typeface="Graduate"/>
              </a:defRPr>
            </a:lvl6pPr>
            <a:lvl7pPr lvl="6" algn="ctr">
              <a:lnSpc>
                <a:spcPct val="100000"/>
              </a:lnSpc>
              <a:spcBef>
                <a:spcPts val="1600"/>
              </a:spcBef>
              <a:spcAft>
                <a:spcPts val="0"/>
              </a:spcAft>
              <a:buNone/>
              <a:defRPr b="1" sz="2400">
                <a:latin typeface="Graduate"/>
                <a:ea typeface="Graduate"/>
                <a:cs typeface="Graduate"/>
                <a:sym typeface="Graduate"/>
              </a:defRPr>
            </a:lvl7pPr>
            <a:lvl8pPr lvl="7" algn="ctr">
              <a:lnSpc>
                <a:spcPct val="100000"/>
              </a:lnSpc>
              <a:spcBef>
                <a:spcPts val="1600"/>
              </a:spcBef>
              <a:spcAft>
                <a:spcPts val="0"/>
              </a:spcAft>
              <a:buNone/>
              <a:defRPr b="1" sz="2400">
                <a:latin typeface="Graduate"/>
                <a:ea typeface="Graduate"/>
                <a:cs typeface="Graduate"/>
                <a:sym typeface="Graduate"/>
              </a:defRPr>
            </a:lvl8pPr>
            <a:lvl9pPr lvl="8" algn="ctr">
              <a:lnSpc>
                <a:spcPct val="100000"/>
              </a:lnSpc>
              <a:spcBef>
                <a:spcPts val="1600"/>
              </a:spcBef>
              <a:spcAft>
                <a:spcPts val="1600"/>
              </a:spcAft>
              <a:buNone/>
              <a:defRPr b="1" sz="2400">
                <a:latin typeface="Graduate"/>
                <a:ea typeface="Graduate"/>
                <a:cs typeface="Graduate"/>
                <a:sym typeface="Graduate"/>
              </a:defRPr>
            </a:lvl9pPr>
          </a:lstStyle>
          <a:p/>
        </p:txBody>
      </p:sp>
      <p:sp>
        <p:nvSpPr>
          <p:cNvPr id="3292" name="Google Shape;3292;p43"/>
          <p:cNvSpPr txBox="1"/>
          <p:nvPr>
            <p:ph idx="3" type="subTitle"/>
          </p:nvPr>
        </p:nvSpPr>
        <p:spPr>
          <a:xfrm>
            <a:off x="5283900" y="4188050"/>
            <a:ext cx="3148200" cy="728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None/>
              <a:defRPr sz="1400">
                <a:latin typeface="Didact Gothic"/>
                <a:ea typeface="Didact Gothic"/>
                <a:cs typeface="Didact Gothic"/>
                <a:sym typeface="Didact Gothic"/>
              </a:defRPr>
            </a:lvl1pPr>
            <a:lvl2pPr lvl="1" algn="ctr">
              <a:lnSpc>
                <a:spcPct val="100000"/>
              </a:lnSpc>
              <a:spcBef>
                <a:spcPts val="1600"/>
              </a:spcBef>
              <a:spcAft>
                <a:spcPts val="0"/>
              </a:spcAft>
              <a:buNone/>
              <a:defRPr sz="1400">
                <a:latin typeface="Didact Gothic"/>
                <a:ea typeface="Didact Gothic"/>
                <a:cs typeface="Didact Gothic"/>
                <a:sym typeface="Didact Gothic"/>
              </a:defRPr>
            </a:lvl2pPr>
            <a:lvl3pPr lvl="2" algn="ctr">
              <a:lnSpc>
                <a:spcPct val="100000"/>
              </a:lnSpc>
              <a:spcBef>
                <a:spcPts val="1600"/>
              </a:spcBef>
              <a:spcAft>
                <a:spcPts val="0"/>
              </a:spcAft>
              <a:buNone/>
              <a:defRPr sz="1400">
                <a:latin typeface="Didact Gothic"/>
                <a:ea typeface="Didact Gothic"/>
                <a:cs typeface="Didact Gothic"/>
                <a:sym typeface="Didact Gothic"/>
              </a:defRPr>
            </a:lvl3pPr>
            <a:lvl4pPr lvl="3" algn="ctr">
              <a:lnSpc>
                <a:spcPct val="100000"/>
              </a:lnSpc>
              <a:spcBef>
                <a:spcPts val="1600"/>
              </a:spcBef>
              <a:spcAft>
                <a:spcPts val="0"/>
              </a:spcAft>
              <a:buNone/>
              <a:defRPr sz="1400">
                <a:latin typeface="Didact Gothic"/>
                <a:ea typeface="Didact Gothic"/>
                <a:cs typeface="Didact Gothic"/>
                <a:sym typeface="Didact Gothic"/>
              </a:defRPr>
            </a:lvl4pPr>
            <a:lvl5pPr lvl="4" algn="ctr">
              <a:lnSpc>
                <a:spcPct val="100000"/>
              </a:lnSpc>
              <a:spcBef>
                <a:spcPts val="1600"/>
              </a:spcBef>
              <a:spcAft>
                <a:spcPts val="0"/>
              </a:spcAft>
              <a:buNone/>
              <a:defRPr sz="1400">
                <a:latin typeface="Didact Gothic"/>
                <a:ea typeface="Didact Gothic"/>
                <a:cs typeface="Didact Gothic"/>
                <a:sym typeface="Didact Gothic"/>
              </a:defRPr>
            </a:lvl5pPr>
            <a:lvl6pPr lvl="5" algn="ctr">
              <a:lnSpc>
                <a:spcPct val="100000"/>
              </a:lnSpc>
              <a:spcBef>
                <a:spcPts val="1600"/>
              </a:spcBef>
              <a:spcAft>
                <a:spcPts val="0"/>
              </a:spcAft>
              <a:buNone/>
              <a:defRPr sz="1400">
                <a:latin typeface="Didact Gothic"/>
                <a:ea typeface="Didact Gothic"/>
                <a:cs typeface="Didact Gothic"/>
                <a:sym typeface="Didact Gothic"/>
              </a:defRPr>
            </a:lvl6pPr>
            <a:lvl7pPr lvl="6" algn="ctr">
              <a:lnSpc>
                <a:spcPct val="100000"/>
              </a:lnSpc>
              <a:spcBef>
                <a:spcPts val="1600"/>
              </a:spcBef>
              <a:spcAft>
                <a:spcPts val="0"/>
              </a:spcAft>
              <a:buNone/>
              <a:defRPr sz="1400">
                <a:latin typeface="Didact Gothic"/>
                <a:ea typeface="Didact Gothic"/>
                <a:cs typeface="Didact Gothic"/>
                <a:sym typeface="Didact Gothic"/>
              </a:defRPr>
            </a:lvl7pPr>
            <a:lvl8pPr lvl="7" algn="ctr">
              <a:lnSpc>
                <a:spcPct val="100000"/>
              </a:lnSpc>
              <a:spcBef>
                <a:spcPts val="1600"/>
              </a:spcBef>
              <a:spcAft>
                <a:spcPts val="0"/>
              </a:spcAft>
              <a:buNone/>
              <a:defRPr sz="1400">
                <a:latin typeface="Didact Gothic"/>
                <a:ea typeface="Didact Gothic"/>
                <a:cs typeface="Didact Gothic"/>
                <a:sym typeface="Didact Gothic"/>
              </a:defRPr>
            </a:lvl8pPr>
            <a:lvl9pPr lvl="8" algn="ctr">
              <a:lnSpc>
                <a:spcPct val="100000"/>
              </a:lnSpc>
              <a:spcBef>
                <a:spcPts val="1600"/>
              </a:spcBef>
              <a:spcAft>
                <a:spcPts val="1600"/>
              </a:spcAft>
              <a:buNone/>
              <a:defRPr sz="1400">
                <a:latin typeface="Didact Gothic"/>
                <a:ea typeface="Didact Gothic"/>
                <a:cs typeface="Didact Gothic"/>
                <a:sym typeface="Didact Gothic"/>
              </a:defRPr>
            </a:lvl9pPr>
          </a:lstStyle>
          <a:p/>
        </p:txBody>
      </p:sp>
      <p:sp>
        <p:nvSpPr>
          <p:cNvPr id="3293" name="Google Shape;3293;p43"/>
          <p:cNvSpPr txBox="1"/>
          <p:nvPr>
            <p:ph idx="4" type="subTitle"/>
          </p:nvPr>
        </p:nvSpPr>
        <p:spPr>
          <a:xfrm>
            <a:off x="5283900" y="3496175"/>
            <a:ext cx="3148200" cy="548100"/>
          </a:xfrm>
          <a:prstGeom prst="rect">
            <a:avLst/>
          </a:prstGeom>
          <a:noFill/>
        </p:spPr>
        <p:txBody>
          <a:bodyPr anchorCtr="0" anchor="ctr" bIns="0" lIns="91425" spcFirstLastPara="1" rIns="91425" wrap="square" tIns="91425">
            <a:noAutofit/>
          </a:bodyPr>
          <a:lstStyle>
            <a:lvl1pPr lvl="0" algn="ctr">
              <a:lnSpc>
                <a:spcPct val="100000"/>
              </a:lnSpc>
              <a:spcBef>
                <a:spcPts val="0"/>
              </a:spcBef>
              <a:spcAft>
                <a:spcPts val="0"/>
              </a:spcAft>
              <a:buNone/>
              <a:defRPr b="1" sz="2400">
                <a:latin typeface="Graduate"/>
                <a:ea typeface="Graduate"/>
                <a:cs typeface="Graduate"/>
                <a:sym typeface="Graduate"/>
              </a:defRPr>
            </a:lvl1pPr>
            <a:lvl2pPr lvl="1" algn="ctr">
              <a:lnSpc>
                <a:spcPct val="100000"/>
              </a:lnSpc>
              <a:spcBef>
                <a:spcPts val="1600"/>
              </a:spcBef>
              <a:spcAft>
                <a:spcPts val="0"/>
              </a:spcAft>
              <a:buNone/>
              <a:defRPr b="1" sz="2400">
                <a:latin typeface="Graduate"/>
                <a:ea typeface="Graduate"/>
                <a:cs typeface="Graduate"/>
                <a:sym typeface="Graduate"/>
              </a:defRPr>
            </a:lvl2pPr>
            <a:lvl3pPr lvl="2" algn="ctr">
              <a:lnSpc>
                <a:spcPct val="100000"/>
              </a:lnSpc>
              <a:spcBef>
                <a:spcPts val="1600"/>
              </a:spcBef>
              <a:spcAft>
                <a:spcPts val="0"/>
              </a:spcAft>
              <a:buNone/>
              <a:defRPr b="1" sz="2400">
                <a:latin typeface="Graduate"/>
                <a:ea typeface="Graduate"/>
                <a:cs typeface="Graduate"/>
                <a:sym typeface="Graduate"/>
              </a:defRPr>
            </a:lvl3pPr>
            <a:lvl4pPr lvl="3" algn="ctr">
              <a:lnSpc>
                <a:spcPct val="100000"/>
              </a:lnSpc>
              <a:spcBef>
                <a:spcPts val="1600"/>
              </a:spcBef>
              <a:spcAft>
                <a:spcPts val="0"/>
              </a:spcAft>
              <a:buNone/>
              <a:defRPr b="1" sz="2400">
                <a:latin typeface="Graduate"/>
                <a:ea typeface="Graduate"/>
                <a:cs typeface="Graduate"/>
                <a:sym typeface="Graduate"/>
              </a:defRPr>
            </a:lvl4pPr>
            <a:lvl5pPr lvl="4" algn="ctr">
              <a:lnSpc>
                <a:spcPct val="100000"/>
              </a:lnSpc>
              <a:spcBef>
                <a:spcPts val="1600"/>
              </a:spcBef>
              <a:spcAft>
                <a:spcPts val="0"/>
              </a:spcAft>
              <a:buNone/>
              <a:defRPr b="1" sz="2400">
                <a:latin typeface="Graduate"/>
                <a:ea typeface="Graduate"/>
                <a:cs typeface="Graduate"/>
                <a:sym typeface="Graduate"/>
              </a:defRPr>
            </a:lvl5pPr>
            <a:lvl6pPr lvl="5" algn="ctr">
              <a:lnSpc>
                <a:spcPct val="100000"/>
              </a:lnSpc>
              <a:spcBef>
                <a:spcPts val="1600"/>
              </a:spcBef>
              <a:spcAft>
                <a:spcPts val="0"/>
              </a:spcAft>
              <a:buNone/>
              <a:defRPr b="1" sz="2400">
                <a:latin typeface="Graduate"/>
                <a:ea typeface="Graduate"/>
                <a:cs typeface="Graduate"/>
                <a:sym typeface="Graduate"/>
              </a:defRPr>
            </a:lvl6pPr>
            <a:lvl7pPr lvl="6" algn="ctr">
              <a:lnSpc>
                <a:spcPct val="100000"/>
              </a:lnSpc>
              <a:spcBef>
                <a:spcPts val="1600"/>
              </a:spcBef>
              <a:spcAft>
                <a:spcPts val="0"/>
              </a:spcAft>
              <a:buNone/>
              <a:defRPr b="1" sz="2400">
                <a:latin typeface="Graduate"/>
                <a:ea typeface="Graduate"/>
                <a:cs typeface="Graduate"/>
                <a:sym typeface="Graduate"/>
              </a:defRPr>
            </a:lvl7pPr>
            <a:lvl8pPr lvl="7" algn="ctr">
              <a:lnSpc>
                <a:spcPct val="100000"/>
              </a:lnSpc>
              <a:spcBef>
                <a:spcPts val="1600"/>
              </a:spcBef>
              <a:spcAft>
                <a:spcPts val="0"/>
              </a:spcAft>
              <a:buNone/>
              <a:defRPr b="1" sz="2400">
                <a:latin typeface="Graduate"/>
                <a:ea typeface="Graduate"/>
                <a:cs typeface="Graduate"/>
                <a:sym typeface="Graduate"/>
              </a:defRPr>
            </a:lvl8pPr>
            <a:lvl9pPr lvl="8" algn="ctr">
              <a:lnSpc>
                <a:spcPct val="100000"/>
              </a:lnSpc>
              <a:spcBef>
                <a:spcPts val="1600"/>
              </a:spcBef>
              <a:spcAft>
                <a:spcPts val="1600"/>
              </a:spcAft>
              <a:buNone/>
              <a:defRPr b="1" sz="2400">
                <a:latin typeface="Graduate"/>
                <a:ea typeface="Graduate"/>
                <a:cs typeface="Graduate"/>
                <a:sym typeface="Graduate"/>
              </a:defRPr>
            </a:lvl9pPr>
          </a:lstStyle>
          <a:p/>
        </p:txBody>
      </p:sp>
      <p:sp>
        <p:nvSpPr>
          <p:cNvPr id="3294" name="Google Shape;3294;p43"/>
          <p:cNvSpPr txBox="1"/>
          <p:nvPr>
            <p:ph type="title"/>
          </p:nvPr>
        </p:nvSpPr>
        <p:spPr>
          <a:xfrm>
            <a:off x="1126500" y="533510"/>
            <a:ext cx="6890100" cy="273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24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95" name="Shape 3295"/>
        <p:cNvGrpSpPr/>
        <p:nvPr/>
      </p:nvGrpSpPr>
      <p:grpSpPr>
        <a:xfrm>
          <a:off x="0" y="0"/>
          <a:ext cx="0" cy="0"/>
          <a:chOff x="0" y="0"/>
          <a:chExt cx="0" cy="0"/>
        </a:xfrm>
      </p:grpSpPr>
      <p:sp>
        <p:nvSpPr>
          <p:cNvPr id="3296" name="Google Shape;3296;p44"/>
          <p:cNvSpPr/>
          <p:nvPr/>
        </p:nvSpPr>
        <p:spPr>
          <a:xfrm>
            <a:off x="0" y="50"/>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7" name="Google Shape;3297;p44"/>
          <p:cNvGrpSpPr/>
          <p:nvPr/>
        </p:nvGrpSpPr>
        <p:grpSpPr>
          <a:xfrm flipH="1">
            <a:off x="358900" y="366625"/>
            <a:ext cx="8426200" cy="587700"/>
            <a:chOff x="358900" y="366625"/>
            <a:chExt cx="8426200" cy="587700"/>
          </a:xfrm>
        </p:grpSpPr>
        <p:sp>
          <p:nvSpPr>
            <p:cNvPr id="3298" name="Google Shape;3298;p44"/>
            <p:cNvSpPr/>
            <p:nvPr/>
          </p:nvSpPr>
          <p:spPr>
            <a:xfrm rot="-5400000">
              <a:off x="81750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44"/>
            <p:cNvSpPr/>
            <p:nvPr/>
          </p:nvSpPr>
          <p:spPr>
            <a:xfrm rot="5400000">
              <a:off x="4202375" y="-3070625"/>
              <a:ext cx="587700" cy="7462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44"/>
            <p:cNvSpPr/>
            <p:nvPr/>
          </p:nvSpPr>
          <p:spPr>
            <a:xfrm rot="5400000">
              <a:off x="3894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1" name="Google Shape;3301;p44"/>
          <p:cNvSpPr txBox="1"/>
          <p:nvPr>
            <p:ph type="title"/>
          </p:nvPr>
        </p:nvSpPr>
        <p:spPr>
          <a:xfrm>
            <a:off x="1126500" y="533510"/>
            <a:ext cx="6890100" cy="273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24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02" name="Shape 3302"/>
        <p:cNvGrpSpPr/>
        <p:nvPr/>
      </p:nvGrpSpPr>
      <p:grpSpPr>
        <a:xfrm>
          <a:off x="0" y="0"/>
          <a:ext cx="0" cy="0"/>
          <a:chOff x="0" y="0"/>
          <a:chExt cx="0" cy="0"/>
        </a:xfrm>
      </p:grpSpPr>
      <p:sp>
        <p:nvSpPr>
          <p:cNvPr id="3303" name="Google Shape;3303;p45"/>
          <p:cNvSpPr txBox="1"/>
          <p:nvPr>
            <p:ph type="title"/>
          </p:nvPr>
        </p:nvSpPr>
        <p:spPr>
          <a:xfrm>
            <a:off x="1257875" y="1445552"/>
            <a:ext cx="41625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b="1"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04" name="Google Shape;3304;p45"/>
          <p:cNvSpPr txBox="1"/>
          <p:nvPr>
            <p:ph idx="1" type="body"/>
          </p:nvPr>
        </p:nvSpPr>
        <p:spPr>
          <a:xfrm>
            <a:off x="1257875" y="2584301"/>
            <a:ext cx="3852000" cy="20298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600">
                <a:latin typeface="Didact Gothic"/>
                <a:ea typeface="Didact Gothic"/>
                <a:cs typeface="Didact Gothic"/>
                <a:sym typeface="Didact Gothic"/>
              </a:defRPr>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05" name="Google Shape;3305;p45"/>
          <p:cNvSpPr/>
          <p:nvPr/>
        </p:nvSpPr>
        <p:spPr>
          <a:xfrm>
            <a:off x="0" y="75"/>
            <a:ext cx="5199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45"/>
          <p:cNvSpPr/>
          <p:nvPr/>
        </p:nvSpPr>
        <p:spPr>
          <a:xfrm>
            <a:off x="720713" y="75"/>
            <a:ext cx="982125" cy="1228075"/>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07" name="Shape 3307"/>
        <p:cNvGrpSpPr/>
        <p:nvPr/>
      </p:nvGrpSpPr>
      <p:grpSpPr>
        <a:xfrm>
          <a:off x="0" y="0"/>
          <a:ext cx="0" cy="0"/>
          <a:chOff x="0" y="0"/>
          <a:chExt cx="0" cy="0"/>
        </a:xfrm>
      </p:grpSpPr>
      <p:sp>
        <p:nvSpPr>
          <p:cNvPr id="3308" name="Google Shape;3308;p46"/>
          <p:cNvSpPr/>
          <p:nvPr/>
        </p:nvSpPr>
        <p:spPr>
          <a:xfrm>
            <a:off x="0" y="50"/>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46"/>
          <p:cNvSpPr txBox="1"/>
          <p:nvPr>
            <p:ph type="title"/>
          </p:nvPr>
        </p:nvSpPr>
        <p:spPr>
          <a:xfrm>
            <a:off x="720725" y="1622600"/>
            <a:ext cx="7702500" cy="189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b="1"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10" name="Shape 3310"/>
        <p:cNvGrpSpPr/>
        <p:nvPr/>
      </p:nvGrpSpPr>
      <p:grpSpPr>
        <a:xfrm>
          <a:off x="0" y="0"/>
          <a:ext cx="0" cy="0"/>
          <a:chOff x="0" y="0"/>
          <a:chExt cx="0" cy="0"/>
        </a:xfrm>
      </p:grpSpPr>
      <p:sp>
        <p:nvSpPr>
          <p:cNvPr id="3311" name="Google Shape;3311;p47"/>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nvGrpSpPr>
          <p:cNvPr id="3312" name="Google Shape;3312;p47"/>
          <p:cNvGrpSpPr/>
          <p:nvPr/>
        </p:nvGrpSpPr>
        <p:grpSpPr>
          <a:xfrm>
            <a:off x="358900" y="366625"/>
            <a:ext cx="8426200" cy="587700"/>
            <a:chOff x="358900" y="366625"/>
            <a:chExt cx="8426200" cy="587700"/>
          </a:xfrm>
        </p:grpSpPr>
        <p:sp>
          <p:nvSpPr>
            <p:cNvPr id="3313" name="Google Shape;3313;p47"/>
            <p:cNvSpPr/>
            <p:nvPr/>
          </p:nvSpPr>
          <p:spPr>
            <a:xfrm rot="-5400000">
              <a:off x="81750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47"/>
            <p:cNvSpPr/>
            <p:nvPr/>
          </p:nvSpPr>
          <p:spPr>
            <a:xfrm rot="5400000">
              <a:off x="4202375" y="-3070625"/>
              <a:ext cx="587700" cy="7462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47"/>
            <p:cNvSpPr/>
            <p:nvPr/>
          </p:nvSpPr>
          <p:spPr>
            <a:xfrm rot="5400000">
              <a:off x="3894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6" name="Google Shape;3316;p47"/>
          <p:cNvSpPr txBox="1"/>
          <p:nvPr>
            <p:ph type="title"/>
          </p:nvPr>
        </p:nvSpPr>
        <p:spPr>
          <a:xfrm>
            <a:off x="5106925" y="1462919"/>
            <a:ext cx="3317100" cy="1126200"/>
          </a:xfrm>
          <a:prstGeom prst="rect">
            <a:avLst/>
          </a:prstGeom>
        </p:spPr>
        <p:txBody>
          <a:bodyPr anchorCtr="0" anchor="t" bIns="91425" lIns="91425" spcFirstLastPara="1" rIns="91425" wrap="square" tIns="91425">
            <a:noAutofit/>
          </a:bodyPr>
          <a:lstStyle>
            <a:lvl1pPr lvl="0" algn="r">
              <a:spcBef>
                <a:spcPts val="0"/>
              </a:spcBef>
              <a:spcAft>
                <a:spcPts val="0"/>
              </a:spcAft>
              <a:buSzPts val="2400"/>
              <a:buNone/>
              <a:defRPr sz="3100"/>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
        <p:nvSpPr>
          <p:cNvPr id="3317" name="Google Shape;3317;p47"/>
          <p:cNvSpPr txBox="1"/>
          <p:nvPr>
            <p:ph idx="1" type="body"/>
          </p:nvPr>
        </p:nvSpPr>
        <p:spPr>
          <a:xfrm>
            <a:off x="5106925" y="3016287"/>
            <a:ext cx="3317100" cy="1338000"/>
          </a:xfrm>
          <a:prstGeom prst="rect">
            <a:avLst/>
          </a:prstGeom>
        </p:spPr>
        <p:txBody>
          <a:bodyPr anchorCtr="0" anchor="t" bIns="91425" lIns="91425" spcFirstLastPara="1" rIns="91425" wrap="square" tIns="91425">
            <a:noAutofit/>
          </a:bodyPr>
          <a:lstStyle>
            <a:lvl1pPr indent="-304800" lvl="0" marL="457200" algn="r">
              <a:spcBef>
                <a:spcPts val="0"/>
              </a:spcBef>
              <a:spcAft>
                <a:spcPts val="0"/>
              </a:spcAft>
              <a:buSzPts val="1200"/>
              <a:buChar char="●"/>
              <a:defRPr sz="1600"/>
            </a:lvl1pPr>
            <a:lvl2pPr indent="-304800" lvl="1" marL="914400" algn="r">
              <a:spcBef>
                <a:spcPts val="1600"/>
              </a:spcBef>
              <a:spcAft>
                <a:spcPts val="0"/>
              </a:spcAft>
              <a:buSzPts val="1200"/>
              <a:buChar char="○"/>
              <a:defRPr sz="1200"/>
            </a:lvl2pPr>
            <a:lvl3pPr indent="-304800" lvl="2" marL="1371600" algn="r">
              <a:spcBef>
                <a:spcPts val="1600"/>
              </a:spcBef>
              <a:spcAft>
                <a:spcPts val="0"/>
              </a:spcAft>
              <a:buSzPts val="1200"/>
              <a:buChar char="■"/>
              <a:defRPr sz="1200"/>
            </a:lvl3pPr>
            <a:lvl4pPr indent="-304800" lvl="3" marL="1828800" algn="r">
              <a:spcBef>
                <a:spcPts val="1600"/>
              </a:spcBef>
              <a:spcAft>
                <a:spcPts val="0"/>
              </a:spcAft>
              <a:buSzPts val="1200"/>
              <a:buChar char="●"/>
              <a:defRPr sz="1200"/>
            </a:lvl4pPr>
            <a:lvl5pPr indent="-304800" lvl="4" marL="2286000" algn="r">
              <a:spcBef>
                <a:spcPts val="1600"/>
              </a:spcBef>
              <a:spcAft>
                <a:spcPts val="0"/>
              </a:spcAft>
              <a:buSzPts val="1200"/>
              <a:buChar char="○"/>
              <a:defRPr sz="1200"/>
            </a:lvl5pPr>
            <a:lvl6pPr indent="-304800" lvl="5" marL="2743200" algn="r">
              <a:spcBef>
                <a:spcPts val="1600"/>
              </a:spcBef>
              <a:spcAft>
                <a:spcPts val="0"/>
              </a:spcAft>
              <a:buSzPts val="1200"/>
              <a:buChar char="■"/>
              <a:defRPr sz="1200"/>
            </a:lvl6pPr>
            <a:lvl7pPr indent="-304800" lvl="6" marL="3200400" algn="r">
              <a:spcBef>
                <a:spcPts val="1600"/>
              </a:spcBef>
              <a:spcAft>
                <a:spcPts val="0"/>
              </a:spcAft>
              <a:buSzPts val="1200"/>
              <a:buChar char="●"/>
              <a:defRPr sz="1200"/>
            </a:lvl7pPr>
            <a:lvl8pPr indent="-304800" lvl="7" marL="3657600" algn="r">
              <a:spcBef>
                <a:spcPts val="1600"/>
              </a:spcBef>
              <a:spcAft>
                <a:spcPts val="0"/>
              </a:spcAft>
              <a:buSzPts val="1200"/>
              <a:buChar char="○"/>
              <a:defRPr sz="1200"/>
            </a:lvl8pPr>
            <a:lvl9pPr indent="-304800" lvl="8" marL="4114800" algn="r">
              <a:spcBef>
                <a:spcPts val="1600"/>
              </a:spcBef>
              <a:spcAft>
                <a:spcPts val="1600"/>
              </a:spcAft>
              <a:buSzPts val="1200"/>
              <a:buChar char="■"/>
              <a:defRPr sz="1200"/>
            </a:lvl9pPr>
          </a:lstStyle>
          <a:p/>
        </p:txBody>
      </p:sp>
      <p:sp>
        <p:nvSpPr>
          <p:cNvPr id="3318" name="Google Shape;3318;p47"/>
          <p:cNvSpPr txBox="1"/>
          <p:nvPr>
            <p:ph idx="2" type="title"/>
          </p:nvPr>
        </p:nvSpPr>
        <p:spPr>
          <a:xfrm>
            <a:off x="1126500" y="533510"/>
            <a:ext cx="6890100" cy="273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24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319" name="Shape 3319"/>
        <p:cNvGrpSpPr/>
        <p:nvPr/>
      </p:nvGrpSpPr>
      <p:grpSpPr>
        <a:xfrm>
          <a:off x="0" y="0"/>
          <a:ext cx="0" cy="0"/>
          <a:chOff x="0" y="0"/>
          <a:chExt cx="0" cy="0"/>
        </a:xfrm>
      </p:grpSpPr>
      <p:sp>
        <p:nvSpPr>
          <p:cNvPr id="3320" name="Google Shape;3320;p48"/>
          <p:cNvSpPr/>
          <p:nvPr/>
        </p:nvSpPr>
        <p:spPr>
          <a:xfrm>
            <a:off x="4572000" y="50"/>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1" name="Google Shape;3321;p48"/>
          <p:cNvGrpSpPr/>
          <p:nvPr/>
        </p:nvGrpSpPr>
        <p:grpSpPr>
          <a:xfrm>
            <a:off x="2009438" y="199238"/>
            <a:ext cx="5125116" cy="4745019"/>
            <a:chOff x="2009438" y="199238"/>
            <a:chExt cx="5125116" cy="4745019"/>
          </a:xfrm>
        </p:grpSpPr>
        <p:grpSp>
          <p:nvGrpSpPr>
            <p:cNvPr id="3322" name="Google Shape;3322;p48"/>
            <p:cNvGrpSpPr/>
            <p:nvPr/>
          </p:nvGrpSpPr>
          <p:grpSpPr>
            <a:xfrm flipH="1">
              <a:off x="4572011" y="199238"/>
              <a:ext cx="2562542" cy="4745019"/>
              <a:chOff x="2009438" y="199238"/>
              <a:chExt cx="2562542" cy="4745019"/>
            </a:xfrm>
          </p:grpSpPr>
          <p:sp>
            <p:nvSpPr>
              <p:cNvPr id="3323" name="Google Shape;3323;p48"/>
              <p:cNvSpPr/>
              <p:nvPr/>
            </p:nvSpPr>
            <p:spPr>
              <a:xfrm>
                <a:off x="3246298" y="633329"/>
                <a:ext cx="530468" cy="225316"/>
              </a:xfrm>
              <a:custGeom>
                <a:rect b="b" l="l" r="r" t="t"/>
                <a:pathLst>
                  <a:path extrusionOk="0" h="9951" w="23428">
                    <a:moveTo>
                      <a:pt x="15628" y="0"/>
                    </a:moveTo>
                    <a:cubicBezTo>
                      <a:pt x="13975" y="0"/>
                      <a:pt x="12192" y="199"/>
                      <a:pt x="10412" y="744"/>
                    </a:cubicBezTo>
                    <a:cubicBezTo>
                      <a:pt x="3945" y="2748"/>
                      <a:pt x="0" y="8595"/>
                      <a:pt x="0" y="8595"/>
                    </a:cubicBezTo>
                    <a:cubicBezTo>
                      <a:pt x="0" y="8595"/>
                      <a:pt x="3433" y="9951"/>
                      <a:pt x="7775" y="9951"/>
                    </a:cubicBezTo>
                    <a:cubicBezTo>
                      <a:pt x="9435" y="9951"/>
                      <a:pt x="11228" y="9752"/>
                      <a:pt x="13012" y="9203"/>
                    </a:cubicBezTo>
                    <a:cubicBezTo>
                      <a:pt x="19483" y="7216"/>
                      <a:pt x="23428" y="1374"/>
                      <a:pt x="23428" y="1374"/>
                    </a:cubicBezTo>
                    <a:cubicBezTo>
                      <a:pt x="23428" y="1374"/>
                      <a:pt x="19982" y="0"/>
                      <a:pt x="156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48"/>
              <p:cNvSpPr/>
              <p:nvPr/>
            </p:nvSpPr>
            <p:spPr>
              <a:xfrm>
                <a:off x="3178912" y="295539"/>
                <a:ext cx="341426" cy="450540"/>
              </a:xfrm>
              <a:custGeom>
                <a:rect b="b" l="l" r="r" t="t"/>
                <a:pathLst>
                  <a:path extrusionOk="0" h="19898" w="15079">
                    <a:moveTo>
                      <a:pt x="14694" y="1"/>
                    </a:moveTo>
                    <a:cubicBezTo>
                      <a:pt x="14694" y="1"/>
                      <a:pt x="7893" y="1878"/>
                      <a:pt x="3953" y="7372"/>
                    </a:cubicBezTo>
                    <a:cubicBezTo>
                      <a:pt x="1" y="12864"/>
                      <a:pt x="393" y="19898"/>
                      <a:pt x="393" y="19898"/>
                    </a:cubicBezTo>
                    <a:cubicBezTo>
                      <a:pt x="393" y="19898"/>
                      <a:pt x="7183" y="18029"/>
                      <a:pt x="11122" y="12534"/>
                    </a:cubicBezTo>
                    <a:cubicBezTo>
                      <a:pt x="15079" y="7043"/>
                      <a:pt x="14694" y="9"/>
                      <a:pt x="146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48"/>
              <p:cNvSpPr/>
              <p:nvPr/>
            </p:nvSpPr>
            <p:spPr>
              <a:xfrm>
                <a:off x="2759493" y="974561"/>
                <a:ext cx="500014" cy="260072"/>
              </a:xfrm>
              <a:custGeom>
                <a:rect b="b" l="l" r="r" t="t"/>
                <a:pathLst>
                  <a:path extrusionOk="0" h="11486" w="22083">
                    <a:moveTo>
                      <a:pt x="17552" y="0"/>
                    </a:moveTo>
                    <a:cubicBezTo>
                      <a:pt x="15129" y="0"/>
                      <a:pt x="12048" y="364"/>
                      <a:pt x="9135" y="1763"/>
                    </a:cubicBezTo>
                    <a:cubicBezTo>
                      <a:pt x="3031" y="4693"/>
                      <a:pt x="0" y="11045"/>
                      <a:pt x="0" y="11045"/>
                    </a:cubicBezTo>
                    <a:cubicBezTo>
                      <a:pt x="0" y="11045"/>
                      <a:pt x="1877" y="11486"/>
                      <a:pt x="4545" y="11486"/>
                    </a:cubicBezTo>
                    <a:cubicBezTo>
                      <a:pt x="6975" y="11486"/>
                      <a:pt x="10056" y="11118"/>
                      <a:pt x="12965" y="9723"/>
                    </a:cubicBezTo>
                    <a:cubicBezTo>
                      <a:pt x="19052" y="6806"/>
                      <a:pt x="22083" y="440"/>
                      <a:pt x="22083" y="440"/>
                    </a:cubicBezTo>
                    <a:cubicBezTo>
                      <a:pt x="22083" y="440"/>
                      <a:pt x="20210" y="0"/>
                      <a:pt x="175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48"/>
              <p:cNvSpPr/>
              <p:nvPr/>
            </p:nvSpPr>
            <p:spPr>
              <a:xfrm>
                <a:off x="2657146" y="659255"/>
                <a:ext cx="318172" cy="493539"/>
              </a:xfrm>
              <a:custGeom>
                <a:rect b="b" l="l" r="r" t="t"/>
                <a:pathLst>
                  <a:path extrusionOk="0" h="21797" w="14052">
                    <a:moveTo>
                      <a:pt x="12611" y="1"/>
                    </a:moveTo>
                    <a:cubicBezTo>
                      <a:pt x="12611" y="1"/>
                      <a:pt x="6173" y="2859"/>
                      <a:pt x="3079" y="8865"/>
                    </a:cubicBezTo>
                    <a:cubicBezTo>
                      <a:pt x="1" y="14893"/>
                      <a:pt x="1421" y="21796"/>
                      <a:pt x="1421" y="21796"/>
                    </a:cubicBezTo>
                    <a:cubicBezTo>
                      <a:pt x="1421" y="21796"/>
                      <a:pt x="7863" y="18930"/>
                      <a:pt x="10958" y="12911"/>
                    </a:cubicBezTo>
                    <a:cubicBezTo>
                      <a:pt x="14052" y="6900"/>
                      <a:pt x="12611" y="1"/>
                      <a:pt x="126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48"/>
              <p:cNvSpPr/>
              <p:nvPr/>
            </p:nvSpPr>
            <p:spPr>
              <a:xfrm>
                <a:off x="2448783" y="1402697"/>
                <a:ext cx="400319" cy="383836"/>
              </a:xfrm>
              <a:custGeom>
                <a:rect b="b" l="l" r="r" t="t"/>
                <a:pathLst>
                  <a:path extrusionOk="0" h="16952" w="17680">
                    <a:moveTo>
                      <a:pt x="17679" y="0"/>
                    </a:moveTo>
                    <a:cubicBezTo>
                      <a:pt x="17674" y="0"/>
                      <a:pt x="10658" y="597"/>
                      <a:pt x="5775" y="5281"/>
                    </a:cubicBezTo>
                    <a:cubicBezTo>
                      <a:pt x="893" y="9968"/>
                      <a:pt x="1" y="16952"/>
                      <a:pt x="1" y="16952"/>
                    </a:cubicBezTo>
                    <a:cubicBezTo>
                      <a:pt x="1" y="16952"/>
                      <a:pt x="7017" y="16355"/>
                      <a:pt x="11900" y="11672"/>
                    </a:cubicBezTo>
                    <a:cubicBezTo>
                      <a:pt x="16782" y="6988"/>
                      <a:pt x="17679" y="0"/>
                      <a:pt x="176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48"/>
              <p:cNvSpPr/>
              <p:nvPr/>
            </p:nvSpPr>
            <p:spPr>
              <a:xfrm>
                <a:off x="2280137" y="1192206"/>
                <a:ext cx="245898" cy="547813"/>
              </a:xfrm>
              <a:custGeom>
                <a:rect b="b" l="l" r="r" t="t"/>
                <a:pathLst>
                  <a:path extrusionOk="0" h="24194" w="10860">
                    <a:moveTo>
                      <a:pt x="7364" y="1"/>
                    </a:moveTo>
                    <a:cubicBezTo>
                      <a:pt x="7364" y="1"/>
                      <a:pt x="2135" y="4727"/>
                      <a:pt x="1061" y="11397"/>
                    </a:cubicBezTo>
                    <a:cubicBezTo>
                      <a:pt x="0" y="18085"/>
                      <a:pt x="3513" y="24193"/>
                      <a:pt x="3513" y="24193"/>
                    </a:cubicBezTo>
                    <a:cubicBezTo>
                      <a:pt x="3513" y="24193"/>
                      <a:pt x="8737" y="19480"/>
                      <a:pt x="9803" y="12784"/>
                    </a:cubicBezTo>
                    <a:cubicBezTo>
                      <a:pt x="10860" y="6100"/>
                      <a:pt x="7364" y="1"/>
                      <a:pt x="73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48"/>
              <p:cNvSpPr/>
              <p:nvPr/>
            </p:nvSpPr>
            <p:spPr>
              <a:xfrm>
                <a:off x="2259463" y="2002377"/>
                <a:ext cx="331781" cy="471507"/>
              </a:xfrm>
              <a:custGeom>
                <a:rect b="b" l="l" r="r" t="t"/>
                <a:pathLst>
                  <a:path extrusionOk="0" h="20824" w="14653">
                    <a:moveTo>
                      <a:pt x="13790" y="0"/>
                    </a:moveTo>
                    <a:cubicBezTo>
                      <a:pt x="13790" y="0"/>
                      <a:pt x="7135" y="2334"/>
                      <a:pt x="3559" y="8074"/>
                    </a:cubicBezTo>
                    <a:cubicBezTo>
                      <a:pt x="0" y="13818"/>
                      <a:pt x="867" y="20824"/>
                      <a:pt x="867" y="20824"/>
                    </a:cubicBezTo>
                    <a:cubicBezTo>
                      <a:pt x="867" y="20824"/>
                      <a:pt x="7520" y="18485"/>
                      <a:pt x="11080" y="12745"/>
                    </a:cubicBezTo>
                    <a:cubicBezTo>
                      <a:pt x="14652" y="7001"/>
                      <a:pt x="13790" y="0"/>
                      <a:pt x="137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48"/>
              <p:cNvSpPr/>
              <p:nvPr/>
            </p:nvSpPr>
            <p:spPr>
              <a:xfrm>
                <a:off x="2041410" y="1898219"/>
                <a:ext cx="227829" cy="552386"/>
              </a:xfrm>
              <a:custGeom>
                <a:rect b="b" l="l" r="r" t="t"/>
                <a:pathLst>
                  <a:path extrusionOk="0" h="24396" w="10062">
                    <a:moveTo>
                      <a:pt x="3890" y="0"/>
                    </a:moveTo>
                    <a:cubicBezTo>
                      <a:pt x="3890" y="0"/>
                      <a:pt x="0" y="5877"/>
                      <a:pt x="626" y="12610"/>
                    </a:cubicBezTo>
                    <a:cubicBezTo>
                      <a:pt x="1256" y="19345"/>
                      <a:pt x="6155" y="24396"/>
                      <a:pt x="6155" y="24396"/>
                    </a:cubicBezTo>
                    <a:cubicBezTo>
                      <a:pt x="6155" y="24396"/>
                      <a:pt x="10061" y="18520"/>
                      <a:pt x="9435" y="11782"/>
                    </a:cubicBezTo>
                    <a:cubicBezTo>
                      <a:pt x="8805" y="5044"/>
                      <a:pt x="3890" y="0"/>
                      <a:pt x="38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48"/>
              <p:cNvSpPr/>
              <p:nvPr/>
            </p:nvSpPr>
            <p:spPr>
              <a:xfrm>
                <a:off x="2312766" y="2618882"/>
                <a:ext cx="257400" cy="543375"/>
              </a:xfrm>
              <a:custGeom>
                <a:rect b="b" l="l" r="r" t="t"/>
                <a:pathLst>
                  <a:path extrusionOk="0" h="23998" w="11368">
                    <a:moveTo>
                      <a:pt x="8143" y="0"/>
                    </a:moveTo>
                    <a:cubicBezTo>
                      <a:pt x="8143" y="0"/>
                      <a:pt x="2711" y="4486"/>
                      <a:pt x="1353" y="11123"/>
                    </a:cubicBezTo>
                    <a:cubicBezTo>
                      <a:pt x="1" y="17746"/>
                      <a:pt x="3243" y="23998"/>
                      <a:pt x="3243" y="23998"/>
                    </a:cubicBezTo>
                    <a:cubicBezTo>
                      <a:pt x="3243" y="23998"/>
                      <a:pt x="8671" y="19518"/>
                      <a:pt x="10015" y="12893"/>
                    </a:cubicBezTo>
                    <a:cubicBezTo>
                      <a:pt x="11368" y="6261"/>
                      <a:pt x="8143" y="0"/>
                      <a:pt x="8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48"/>
              <p:cNvSpPr/>
              <p:nvPr/>
            </p:nvSpPr>
            <p:spPr>
              <a:xfrm>
                <a:off x="2009438" y="2674765"/>
                <a:ext cx="313395" cy="499946"/>
              </a:xfrm>
              <a:custGeom>
                <a:rect b="b" l="l" r="r" t="t"/>
                <a:pathLst>
                  <a:path extrusionOk="0" h="22080" w="13841">
                    <a:moveTo>
                      <a:pt x="1624" y="1"/>
                    </a:moveTo>
                    <a:lnTo>
                      <a:pt x="1624" y="1"/>
                    </a:lnTo>
                    <a:cubicBezTo>
                      <a:pt x="1624" y="1"/>
                      <a:pt x="0" y="6854"/>
                      <a:pt x="2930" y="12941"/>
                    </a:cubicBezTo>
                    <a:cubicBezTo>
                      <a:pt x="5864" y="19054"/>
                      <a:pt x="12217" y="22080"/>
                      <a:pt x="12217" y="22080"/>
                    </a:cubicBezTo>
                    <a:cubicBezTo>
                      <a:pt x="12217" y="22080"/>
                      <a:pt x="13840" y="15228"/>
                      <a:pt x="10911" y="9119"/>
                    </a:cubicBezTo>
                    <a:cubicBezTo>
                      <a:pt x="7981" y="3028"/>
                      <a:pt x="1624" y="1"/>
                      <a:pt x="16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48"/>
              <p:cNvSpPr/>
              <p:nvPr/>
            </p:nvSpPr>
            <p:spPr>
              <a:xfrm>
                <a:off x="2547666" y="3310720"/>
                <a:ext cx="217187" cy="553926"/>
              </a:xfrm>
              <a:custGeom>
                <a:rect b="b" l="l" r="r" t="t"/>
                <a:pathLst>
                  <a:path extrusionOk="0" h="24464" w="9592">
                    <a:moveTo>
                      <a:pt x="4109" y="1"/>
                    </a:moveTo>
                    <a:cubicBezTo>
                      <a:pt x="4109" y="1"/>
                      <a:pt x="0" y="5724"/>
                      <a:pt x="381" y="12480"/>
                    </a:cubicBezTo>
                    <a:cubicBezTo>
                      <a:pt x="765" y="19230"/>
                      <a:pt x="5479" y="24463"/>
                      <a:pt x="5479" y="24463"/>
                    </a:cubicBezTo>
                    <a:cubicBezTo>
                      <a:pt x="5479" y="24463"/>
                      <a:pt x="9592" y="18735"/>
                      <a:pt x="9207" y="11984"/>
                    </a:cubicBezTo>
                    <a:cubicBezTo>
                      <a:pt x="8827" y="5230"/>
                      <a:pt x="4109" y="1"/>
                      <a:pt x="41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48"/>
              <p:cNvSpPr/>
              <p:nvPr/>
            </p:nvSpPr>
            <p:spPr>
              <a:xfrm>
                <a:off x="2218955" y="3479366"/>
                <a:ext cx="359518" cy="422418"/>
              </a:xfrm>
              <a:custGeom>
                <a:rect b="b" l="l" r="r" t="t"/>
                <a:pathLst>
                  <a:path extrusionOk="0" h="18656" w="15878">
                    <a:moveTo>
                      <a:pt x="1" y="1"/>
                    </a:moveTo>
                    <a:lnTo>
                      <a:pt x="1" y="1"/>
                    </a:lnTo>
                    <a:cubicBezTo>
                      <a:pt x="1" y="1"/>
                      <a:pt x="183" y="7035"/>
                      <a:pt x="4571" y="12200"/>
                    </a:cubicBezTo>
                    <a:cubicBezTo>
                      <a:pt x="8959" y="17341"/>
                      <a:pt x="15878" y="18656"/>
                      <a:pt x="15878" y="18656"/>
                    </a:cubicBezTo>
                    <a:cubicBezTo>
                      <a:pt x="15878" y="18656"/>
                      <a:pt x="15696" y="11622"/>
                      <a:pt x="11309" y="6460"/>
                    </a:cubicBezTo>
                    <a:cubicBezTo>
                      <a:pt x="6921" y="1307"/>
                      <a:pt x="6" y="1"/>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48"/>
              <p:cNvSpPr/>
              <p:nvPr/>
            </p:nvSpPr>
            <p:spPr>
              <a:xfrm>
                <a:off x="2930336" y="3830832"/>
                <a:ext cx="322859" cy="487018"/>
              </a:xfrm>
              <a:custGeom>
                <a:rect b="b" l="l" r="r" t="t"/>
                <a:pathLst>
                  <a:path extrusionOk="0" h="21509" w="14259">
                    <a:moveTo>
                      <a:pt x="1243" y="1"/>
                    </a:moveTo>
                    <a:cubicBezTo>
                      <a:pt x="1243" y="6"/>
                      <a:pt x="0" y="6942"/>
                      <a:pt x="3247" y="12869"/>
                    </a:cubicBezTo>
                    <a:cubicBezTo>
                      <a:pt x="6493" y="18808"/>
                      <a:pt x="12995" y="21509"/>
                      <a:pt x="12995" y="21509"/>
                    </a:cubicBezTo>
                    <a:cubicBezTo>
                      <a:pt x="12995" y="21509"/>
                      <a:pt x="14259" y="14573"/>
                      <a:pt x="11008" y="8629"/>
                    </a:cubicBezTo>
                    <a:cubicBezTo>
                      <a:pt x="7770" y="2703"/>
                      <a:pt x="1247" y="1"/>
                      <a:pt x="12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48"/>
              <p:cNvSpPr/>
              <p:nvPr/>
            </p:nvSpPr>
            <p:spPr>
              <a:xfrm>
                <a:off x="2650375" y="4151300"/>
                <a:ext cx="505969" cy="253098"/>
              </a:xfrm>
              <a:custGeom>
                <a:rect b="b" l="l" r="r" t="t"/>
                <a:pathLst>
                  <a:path extrusionOk="0" h="11178" w="22346">
                    <a:moveTo>
                      <a:pt x="5144" y="1"/>
                    </a:moveTo>
                    <a:cubicBezTo>
                      <a:pt x="2160" y="1"/>
                      <a:pt x="0" y="564"/>
                      <a:pt x="0" y="564"/>
                    </a:cubicBezTo>
                    <a:cubicBezTo>
                      <a:pt x="0" y="564"/>
                      <a:pt x="3196" y="6858"/>
                      <a:pt x="9350" y="9618"/>
                    </a:cubicBezTo>
                    <a:cubicBezTo>
                      <a:pt x="12056" y="10836"/>
                      <a:pt x="14879" y="11178"/>
                      <a:pt x="17205" y="11178"/>
                    </a:cubicBezTo>
                    <a:cubicBezTo>
                      <a:pt x="20190" y="11178"/>
                      <a:pt x="22345" y="10607"/>
                      <a:pt x="22345" y="10607"/>
                    </a:cubicBezTo>
                    <a:cubicBezTo>
                      <a:pt x="22345" y="10607"/>
                      <a:pt x="19154" y="4325"/>
                      <a:pt x="12981" y="1561"/>
                    </a:cubicBezTo>
                    <a:cubicBezTo>
                      <a:pt x="10289" y="339"/>
                      <a:pt x="7465" y="1"/>
                      <a:pt x="51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48"/>
              <p:cNvSpPr/>
              <p:nvPr/>
            </p:nvSpPr>
            <p:spPr>
              <a:xfrm>
                <a:off x="3450268" y="4222807"/>
                <a:ext cx="427287" cy="353970"/>
              </a:xfrm>
              <a:custGeom>
                <a:rect b="b" l="l" r="r" t="t"/>
                <a:pathLst>
                  <a:path extrusionOk="0" h="15633" w="18871">
                    <a:moveTo>
                      <a:pt x="0" y="1"/>
                    </a:moveTo>
                    <a:cubicBezTo>
                      <a:pt x="0" y="1"/>
                      <a:pt x="1404" y="6908"/>
                      <a:pt x="6600" y="11229"/>
                    </a:cubicBezTo>
                    <a:cubicBezTo>
                      <a:pt x="11820" y="15548"/>
                      <a:pt x="18870" y="15633"/>
                      <a:pt x="18870" y="15633"/>
                    </a:cubicBezTo>
                    <a:cubicBezTo>
                      <a:pt x="18870" y="15633"/>
                      <a:pt x="17459" y="8726"/>
                      <a:pt x="12251" y="4410"/>
                    </a:cubicBezTo>
                    <a:cubicBezTo>
                      <a:pt x="7035" y="106"/>
                      <a:pt x="0" y="1"/>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48"/>
              <p:cNvSpPr/>
              <p:nvPr/>
            </p:nvSpPr>
            <p:spPr>
              <a:xfrm>
                <a:off x="3287169" y="4558378"/>
                <a:ext cx="554017" cy="200839"/>
              </a:xfrm>
              <a:custGeom>
                <a:rect b="b" l="l" r="r" t="t"/>
                <a:pathLst>
                  <a:path extrusionOk="0" h="8870" w="24468">
                    <a:moveTo>
                      <a:pt x="11723" y="1"/>
                    </a:moveTo>
                    <a:cubicBezTo>
                      <a:pt x="5281" y="1"/>
                      <a:pt x="0" y="3903"/>
                      <a:pt x="0" y="3903"/>
                    </a:cubicBezTo>
                    <a:cubicBezTo>
                      <a:pt x="0" y="3903"/>
                      <a:pt x="5281" y="8558"/>
                      <a:pt x="12035" y="8857"/>
                    </a:cubicBezTo>
                    <a:cubicBezTo>
                      <a:pt x="12256" y="8862"/>
                      <a:pt x="12479" y="8870"/>
                      <a:pt x="12695" y="8870"/>
                    </a:cubicBezTo>
                    <a:cubicBezTo>
                      <a:pt x="19167" y="8870"/>
                      <a:pt x="24467" y="4968"/>
                      <a:pt x="24467" y="4968"/>
                    </a:cubicBezTo>
                    <a:cubicBezTo>
                      <a:pt x="24467" y="4968"/>
                      <a:pt x="19188" y="314"/>
                      <a:pt x="12416" y="18"/>
                    </a:cubicBezTo>
                    <a:cubicBezTo>
                      <a:pt x="12184" y="5"/>
                      <a:pt x="11955" y="1"/>
                      <a:pt x="117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48"/>
              <p:cNvSpPr/>
              <p:nvPr/>
            </p:nvSpPr>
            <p:spPr>
              <a:xfrm>
                <a:off x="4034915" y="4433094"/>
                <a:ext cx="498882" cy="261815"/>
              </a:xfrm>
              <a:custGeom>
                <a:rect b="b" l="l" r="r" t="t"/>
                <a:pathLst>
                  <a:path extrusionOk="0" h="11563" w="22033">
                    <a:moveTo>
                      <a:pt x="4418" y="1"/>
                    </a:moveTo>
                    <a:cubicBezTo>
                      <a:pt x="1826" y="1"/>
                      <a:pt x="0" y="415"/>
                      <a:pt x="0" y="415"/>
                    </a:cubicBezTo>
                    <a:cubicBezTo>
                      <a:pt x="0" y="415"/>
                      <a:pt x="2998" y="6790"/>
                      <a:pt x="9072" y="9753"/>
                    </a:cubicBezTo>
                    <a:cubicBezTo>
                      <a:pt x="12022" y="11190"/>
                      <a:pt x="15163" y="11562"/>
                      <a:pt x="17611" y="11562"/>
                    </a:cubicBezTo>
                    <a:cubicBezTo>
                      <a:pt x="20206" y="11562"/>
                      <a:pt x="22033" y="11143"/>
                      <a:pt x="22033" y="11143"/>
                    </a:cubicBezTo>
                    <a:cubicBezTo>
                      <a:pt x="22033" y="11143"/>
                      <a:pt x="19036" y="4757"/>
                      <a:pt x="12944" y="1806"/>
                    </a:cubicBezTo>
                    <a:cubicBezTo>
                      <a:pt x="9998" y="373"/>
                      <a:pt x="6869" y="1"/>
                      <a:pt x="44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48"/>
              <p:cNvSpPr/>
              <p:nvPr/>
            </p:nvSpPr>
            <p:spPr>
              <a:xfrm>
                <a:off x="3976450" y="4733749"/>
                <a:ext cx="544235" cy="210507"/>
              </a:xfrm>
              <a:custGeom>
                <a:rect b="b" l="l" r="r" t="t"/>
                <a:pathLst>
                  <a:path extrusionOk="0" h="9297" w="24036">
                    <a:moveTo>
                      <a:pt x="14448" y="1"/>
                    </a:moveTo>
                    <a:cubicBezTo>
                      <a:pt x="13379" y="1"/>
                      <a:pt x="12276" y="93"/>
                      <a:pt x="11155" y="313"/>
                    </a:cubicBezTo>
                    <a:cubicBezTo>
                      <a:pt x="4519" y="1624"/>
                      <a:pt x="0" y="7017"/>
                      <a:pt x="0" y="7017"/>
                    </a:cubicBezTo>
                    <a:cubicBezTo>
                      <a:pt x="0" y="7017"/>
                      <a:pt x="4337" y="9296"/>
                      <a:pt x="9629" y="9296"/>
                    </a:cubicBezTo>
                    <a:cubicBezTo>
                      <a:pt x="10682" y="9296"/>
                      <a:pt x="11773" y="9208"/>
                      <a:pt x="12875" y="8992"/>
                    </a:cubicBezTo>
                    <a:cubicBezTo>
                      <a:pt x="19516" y="7677"/>
                      <a:pt x="24035" y="2266"/>
                      <a:pt x="24035" y="2266"/>
                    </a:cubicBezTo>
                    <a:cubicBezTo>
                      <a:pt x="24035" y="2266"/>
                      <a:pt x="19719" y="1"/>
                      <a:pt x="144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48"/>
              <p:cNvSpPr/>
              <p:nvPr/>
            </p:nvSpPr>
            <p:spPr>
              <a:xfrm>
                <a:off x="3644003" y="199238"/>
                <a:ext cx="474564" cy="292337"/>
              </a:xfrm>
              <a:custGeom>
                <a:rect b="b" l="l" r="r" t="t"/>
                <a:pathLst>
                  <a:path extrusionOk="0" h="12911" w="20959">
                    <a:moveTo>
                      <a:pt x="18735" y="1"/>
                    </a:moveTo>
                    <a:cubicBezTo>
                      <a:pt x="16212" y="1"/>
                      <a:pt x="11947" y="403"/>
                      <a:pt x="8193" y="2668"/>
                    </a:cubicBezTo>
                    <a:cubicBezTo>
                      <a:pt x="2401" y="6176"/>
                      <a:pt x="1" y="12796"/>
                      <a:pt x="1" y="12796"/>
                    </a:cubicBezTo>
                    <a:cubicBezTo>
                      <a:pt x="1" y="12796"/>
                      <a:pt x="859" y="12911"/>
                      <a:pt x="2220" y="12911"/>
                    </a:cubicBezTo>
                    <a:cubicBezTo>
                      <a:pt x="4748" y="12911"/>
                      <a:pt x="9013" y="12517"/>
                      <a:pt x="12780" y="10248"/>
                    </a:cubicBezTo>
                    <a:cubicBezTo>
                      <a:pt x="18558" y="6739"/>
                      <a:pt x="20959" y="120"/>
                      <a:pt x="20959" y="120"/>
                    </a:cubicBezTo>
                    <a:cubicBezTo>
                      <a:pt x="20959" y="120"/>
                      <a:pt x="20101" y="1"/>
                      <a:pt x="187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48"/>
              <p:cNvSpPr/>
              <p:nvPr/>
            </p:nvSpPr>
            <p:spPr>
              <a:xfrm>
                <a:off x="3520236" y="1364792"/>
                <a:ext cx="1051744" cy="2479897"/>
              </a:xfrm>
              <a:custGeom>
                <a:rect b="b" l="l" r="r" t="t"/>
                <a:pathLst>
                  <a:path extrusionOk="0" h="109524" w="46450">
                    <a:moveTo>
                      <a:pt x="1" y="0"/>
                    </a:moveTo>
                    <a:lnTo>
                      <a:pt x="1" y="25744"/>
                    </a:lnTo>
                    <a:lnTo>
                      <a:pt x="6731" y="25744"/>
                    </a:lnTo>
                    <a:lnTo>
                      <a:pt x="6731" y="92281"/>
                    </a:lnTo>
                    <a:lnTo>
                      <a:pt x="23276" y="109524"/>
                    </a:lnTo>
                    <a:lnTo>
                      <a:pt x="46450" y="109524"/>
                    </a:lnTo>
                    <a:lnTo>
                      <a:pt x="46450" y="101187"/>
                    </a:lnTo>
                    <a:lnTo>
                      <a:pt x="26163" y="101187"/>
                    </a:lnTo>
                    <a:lnTo>
                      <a:pt x="14517" y="89397"/>
                    </a:lnTo>
                    <a:lnTo>
                      <a:pt x="14517" y="17395"/>
                    </a:lnTo>
                    <a:lnTo>
                      <a:pt x="7779" y="17395"/>
                    </a:lnTo>
                    <a:lnTo>
                      <a:pt x="7779" y="8345"/>
                    </a:lnTo>
                    <a:lnTo>
                      <a:pt x="30018" y="8345"/>
                    </a:lnTo>
                    <a:lnTo>
                      <a:pt x="30018" y="17395"/>
                    </a:lnTo>
                    <a:lnTo>
                      <a:pt x="26015" y="17395"/>
                    </a:lnTo>
                    <a:lnTo>
                      <a:pt x="26015" y="87300"/>
                    </a:lnTo>
                    <a:lnTo>
                      <a:pt x="31003" y="92281"/>
                    </a:lnTo>
                    <a:lnTo>
                      <a:pt x="46450" y="92281"/>
                    </a:lnTo>
                    <a:lnTo>
                      <a:pt x="46450" y="83936"/>
                    </a:lnTo>
                    <a:lnTo>
                      <a:pt x="34647" y="83936"/>
                    </a:lnTo>
                    <a:lnTo>
                      <a:pt x="34647" y="24126"/>
                    </a:lnTo>
                    <a:lnTo>
                      <a:pt x="38498" y="24126"/>
                    </a:lnTo>
                    <a:lnTo>
                      <a:pt x="384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3" name="Google Shape;3343;p48"/>
            <p:cNvGrpSpPr/>
            <p:nvPr/>
          </p:nvGrpSpPr>
          <p:grpSpPr>
            <a:xfrm flipH="1">
              <a:off x="2009438" y="199238"/>
              <a:ext cx="2562564" cy="4745019"/>
              <a:chOff x="4571989" y="199238"/>
              <a:chExt cx="2562564" cy="4745019"/>
            </a:xfrm>
          </p:grpSpPr>
          <p:sp>
            <p:nvSpPr>
              <p:cNvPr id="3344" name="Google Shape;3344;p48"/>
              <p:cNvSpPr/>
              <p:nvPr/>
            </p:nvSpPr>
            <p:spPr>
              <a:xfrm>
                <a:off x="5367670" y="633329"/>
                <a:ext cx="529993" cy="225316"/>
              </a:xfrm>
              <a:custGeom>
                <a:rect b="b" l="l" r="r" t="t"/>
                <a:pathLst>
                  <a:path extrusionOk="0" h="9951" w="23407">
                    <a:moveTo>
                      <a:pt x="7783" y="0"/>
                    </a:moveTo>
                    <a:cubicBezTo>
                      <a:pt x="3438" y="0"/>
                      <a:pt x="1" y="1374"/>
                      <a:pt x="1" y="1374"/>
                    </a:cubicBezTo>
                    <a:cubicBezTo>
                      <a:pt x="1" y="1374"/>
                      <a:pt x="3924" y="7216"/>
                      <a:pt x="10396" y="9203"/>
                    </a:cubicBezTo>
                    <a:cubicBezTo>
                      <a:pt x="12179" y="9752"/>
                      <a:pt x="13976" y="9951"/>
                      <a:pt x="15638" y="9951"/>
                    </a:cubicBezTo>
                    <a:cubicBezTo>
                      <a:pt x="19975" y="9951"/>
                      <a:pt x="23407" y="8595"/>
                      <a:pt x="23407" y="8595"/>
                    </a:cubicBezTo>
                    <a:cubicBezTo>
                      <a:pt x="23407" y="8595"/>
                      <a:pt x="19468" y="2748"/>
                      <a:pt x="12995" y="744"/>
                    </a:cubicBezTo>
                    <a:cubicBezTo>
                      <a:pt x="11215" y="199"/>
                      <a:pt x="9436" y="0"/>
                      <a:pt x="7783"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48"/>
              <p:cNvSpPr/>
              <p:nvPr/>
            </p:nvSpPr>
            <p:spPr>
              <a:xfrm>
                <a:off x="5623719" y="295539"/>
                <a:ext cx="341426" cy="450540"/>
              </a:xfrm>
              <a:custGeom>
                <a:rect b="b" l="l" r="r" t="t"/>
                <a:pathLst>
                  <a:path extrusionOk="0" h="19898" w="15079">
                    <a:moveTo>
                      <a:pt x="393" y="1"/>
                    </a:moveTo>
                    <a:cubicBezTo>
                      <a:pt x="393" y="9"/>
                      <a:pt x="1" y="7043"/>
                      <a:pt x="3953" y="12534"/>
                    </a:cubicBezTo>
                    <a:cubicBezTo>
                      <a:pt x="7897" y="18029"/>
                      <a:pt x="14694" y="19898"/>
                      <a:pt x="14694" y="19898"/>
                    </a:cubicBezTo>
                    <a:cubicBezTo>
                      <a:pt x="14694" y="19898"/>
                      <a:pt x="15079" y="12864"/>
                      <a:pt x="11135" y="7372"/>
                    </a:cubicBezTo>
                    <a:cubicBezTo>
                      <a:pt x="7183" y="1878"/>
                      <a:pt x="393" y="1"/>
                      <a:pt x="393"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48"/>
              <p:cNvSpPr/>
              <p:nvPr/>
            </p:nvSpPr>
            <p:spPr>
              <a:xfrm>
                <a:off x="5884546" y="974561"/>
                <a:ext cx="499946" cy="260072"/>
              </a:xfrm>
              <a:custGeom>
                <a:rect b="b" l="l" r="r" t="t"/>
                <a:pathLst>
                  <a:path extrusionOk="0" h="11486" w="22080">
                    <a:moveTo>
                      <a:pt x="4533" y="0"/>
                    </a:moveTo>
                    <a:cubicBezTo>
                      <a:pt x="1869" y="0"/>
                      <a:pt x="1" y="440"/>
                      <a:pt x="1" y="440"/>
                    </a:cubicBezTo>
                    <a:cubicBezTo>
                      <a:pt x="1" y="440"/>
                      <a:pt x="3027" y="6806"/>
                      <a:pt x="9123" y="9723"/>
                    </a:cubicBezTo>
                    <a:cubicBezTo>
                      <a:pt x="12027" y="11118"/>
                      <a:pt x="15105" y="11486"/>
                      <a:pt x="17535" y="11486"/>
                    </a:cubicBezTo>
                    <a:cubicBezTo>
                      <a:pt x="20198" y="11486"/>
                      <a:pt x="22080" y="11045"/>
                      <a:pt x="22080" y="11045"/>
                    </a:cubicBezTo>
                    <a:cubicBezTo>
                      <a:pt x="22080" y="11045"/>
                      <a:pt x="19053" y="4693"/>
                      <a:pt x="12961" y="1763"/>
                    </a:cubicBezTo>
                    <a:cubicBezTo>
                      <a:pt x="10045" y="364"/>
                      <a:pt x="6958" y="0"/>
                      <a:pt x="4533"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48"/>
              <p:cNvSpPr/>
              <p:nvPr/>
            </p:nvSpPr>
            <p:spPr>
              <a:xfrm>
                <a:off x="6169125" y="659255"/>
                <a:ext cx="317787" cy="493539"/>
              </a:xfrm>
              <a:custGeom>
                <a:rect b="b" l="l" r="r" t="t"/>
                <a:pathLst>
                  <a:path extrusionOk="0" h="21797" w="14035">
                    <a:moveTo>
                      <a:pt x="1421" y="1"/>
                    </a:moveTo>
                    <a:cubicBezTo>
                      <a:pt x="1421" y="1"/>
                      <a:pt x="1" y="6900"/>
                      <a:pt x="3074" y="12911"/>
                    </a:cubicBezTo>
                    <a:cubicBezTo>
                      <a:pt x="6172" y="18930"/>
                      <a:pt x="12610" y="21796"/>
                      <a:pt x="12610" y="21796"/>
                    </a:cubicBezTo>
                    <a:cubicBezTo>
                      <a:pt x="12610" y="21796"/>
                      <a:pt x="14035" y="14893"/>
                      <a:pt x="10953" y="8865"/>
                    </a:cubicBezTo>
                    <a:cubicBezTo>
                      <a:pt x="7858" y="2859"/>
                      <a:pt x="1421" y="1"/>
                      <a:pt x="1421"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48"/>
              <p:cNvSpPr/>
              <p:nvPr/>
            </p:nvSpPr>
            <p:spPr>
              <a:xfrm>
                <a:off x="6294999" y="1402697"/>
                <a:ext cx="400297" cy="383836"/>
              </a:xfrm>
              <a:custGeom>
                <a:rect b="b" l="l" r="r" t="t"/>
                <a:pathLst>
                  <a:path extrusionOk="0" h="16952" w="17679">
                    <a:moveTo>
                      <a:pt x="0" y="0"/>
                    </a:moveTo>
                    <a:cubicBezTo>
                      <a:pt x="0" y="0"/>
                      <a:pt x="892" y="6988"/>
                      <a:pt x="5774" y="11672"/>
                    </a:cubicBezTo>
                    <a:cubicBezTo>
                      <a:pt x="10657" y="16355"/>
                      <a:pt x="17678" y="16952"/>
                      <a:pt x="17678" y="16952"/>
                    </a:cubicBezTo>
                    <a:cubicBezTo>
                      <a:pt x="17678" y="16952"/>
                      <a:pt x="16787" y="9968"/>
                      <a:pt x="11896" y="5281"/>
                    </a:cubicBezTo>
                    <a:cubicBezTo>
                      <a:pt x="7017" y="597"/>
                      <a:pt x="0" y="0"/>
                      <a:pt x="0"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48"/>
              <p:cNvSpPr/>
              <p:nvPr/>
            </p:nvSpPr>
            <p:spPr>
              <a:xfrm>
                <a:off x="6618026" y="1192206"/>
                <a:ext cx="245920" cy="547813"/>
              </a:xfrm>
              <a:custGeom>
                <a:rect b="b" l="l" r="r" t="t"/>
                <a:pathLst>
                  <a:path extrusionOk="0" h="24194" w="10861">
                    <a:moveTo>
                      <a:pt x="3510" y="1"/>
                    </a:moveTo>
                    <a:cubicBezTo>
                      <a:pt x="3510" y="1"/>
                      <a:pt x="1" y="6100"/>
                      <a:pt x="1062" y="12784"/>
                    </a:cubicBezTo>
                    <a:cubicBezTo>
                      <a:pt x="2119" y="19480"/>
                      <a:pt x="7348" y="24193"/>
                      <a:pt x="7348" y="24193"/>
                    </a:cubicBezTo>
                    <a:cubicBezTo>
                      <a:pt x="7348" y="24193"/>
                      <a:pt x="10860" y="18085"/>
                      <a:pt x="9800" y="11397"/>
                    </a:cubicBezTo>
                    <a:cubicBezTo>
                      <a:pt x="8743" y="4727"/>
                      <a:pt x="3510" y="1"/>
                      <a:pt x="3510"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48"/>
              <p:cNvSpPr/>
              <p:nvPr/>
            </p:nvSpPr>
            <p:spPr>
              <a:xfrm>
                <a:off x="6552769" y="2002377"/>
                <a:ext cx="332143" cy="471507"/>
              </a:xfrm>
              <a:custGeom>
                <a:rect b="b" l="l" r="r" t="t"/>
                <a:pathLst>
                  <a:path extrusionOk="0" h="20824" w="14669">
                    <a:moveTo>
                      <a:pt x="875" y="0"/>
                    </a:moveTo>
                    <a:cubicBezTo>
                      <a:pt x="875" y="0"/>
                      <a:pt x="0" y="7001"/>
                      <a:pt x="3576" y="12745"/>
                    </a:cubicBezTo>
                    <a:cubicBezTo>
                      <a:pt x="7153" y="18485"/>
                      <a:pt x="13793" y="20824"/>
                      <a:pt x="13793" y="20824"/>
                    </a:cubicBezTo>
                    <a:cubicBezTo>
                      <a:pt x="13793" y="20824"/>
                      <a:pt x="14668" y="13818"/>
                      <a:pt x="11092" y="8074"/>
                    </a:cubicBezTo>
                    <a:cubicBezTo>
                      <a:pt x="7516" y="2334"/>
                      <a:pt x="883" y="0"/>
                      <a:pt x="875"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48"/>
              <p:cNvSpPr/>
              <p:nvPr/>
            </p:nvSpPr>
            <p:spPr>
              <a:xfrm>
                <a:off x="6874732" y="1898219"/>
                <a:ext cx="227942" cy="552386"/>
              </a:xfrm>
              <a:custGeom>
                <a:rect b="b" l="l" r="r" t="t"/>
                <a:pathLst>
                  <a:path extrusionOk="0" h="24396" w="10067">
                    <a:moveTo>
                      <a:pt x="6177" y="0"/>
                    </a:moveTo>
                    <a:cubicBezTo>
                      <a:pt x="6177" y="0"/>
                      <a:pt x="1257" y="5044"/>
                      <a:pt x="631" y="11782"/>
                    </a:cubicBezTo>
                    <a:cubicBezTo>
                      <a:pt x="1" y="18520"/>
                      <a:pt x="3911" y="24396"/>
                      <a:pt x="3911" y="24396"/>
                    </a:cubicBezTo>
                    <a:cubicBezTo>
                      <a:pt x="3911" y="24396"/>
                      <a:pt x="8806" y="19345"/>
                      <a:pt x="9436" y="12610"/>
                    </a:cubicBezTo>
                    <a:cubicBezTo>
                      <a:pt x="10066" y="5877"/>
                      <a:pt x="6177" y="0"/>
                      <a:pt x="6177"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48"/>
              <p:cNvSpPr/>
              <p:nvPr/>
            </p:nvSpPr>
            <p:spPr>
              <a:xfrm>
                <a:off x="6573804" y="2618882"/>
                <a:ext cx="257400" cy="543375"/>
              </a:xfrm>
              <a:custGeom>
                <a:rect b="b" l="l" r="r" t="t"/>
                <a:pathLst>
                  <a:path extrusionOk="0" h="23998" w="11368">
                    <a:moveTo>
                      <a:pt x="3226" y="0"/>
                    </a:moveTo>
                    <a:cubicBezTo>
                      <a:pt x="3226" y="0"/>
                      <a:pt x="1" y="6261"/>
                      <a:pt x="1358" y="12893"/>
                    </a:cubicBezTo>
                    <a:cubicBezTo>
                      <a:pt x="2698" y="19518"/>
                      <a:pt x="8146" y="23998"/>
                      <a:pt x="8146" y="23998"/>
                    </a:cubicBezTo>
                    <a:cubicBezTo>
                      <a:pt x="8146" y="23998"/>
                      <a:pt x="11367" y="17746"/>
                      <a:pt x="10015" y="11123"/>
                    </a:cubicBezTo>
                    <a:cubicBezTo>
                      <a:pt x="8671" y="4486"/>
                      <a:pt x="3226" y="0"/>
                      <a:pt x="3226"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48"/>
              <p:cNvSpPr/>
              <p:nvPr/>
            </p:nvSpPr>
            <p:spPr>
              <a:xfrm>
                <a:off x="6821158" y="2674765"/>
                <a:ext cx="313395" cy="499946"/>
              </a:xfrm>
              <a:custGeom>
                <a:rect b="b" l="l" r="r" t="t"/>
                <a:pathLst>
                  <a:path extrusionOk="0" h="22080" w="13841">
                    <a:moveTo>
                      <a:pt x="12217" y="1"/>
                    </a:moveTo>
                    <a:cubicBezTo>
                      <a:pt x="12217" y="1"/>
                      <a:pt x="5863" y="3028"/>
                      <a:pt x="2929" y="9119"/>
                    </a:cubicBezTo>
                    <a:cubicBezTo>
                      <a:pt x="0" y="15228"/>
                      <a:pt x="1623" y="22080"/>
                      <a:pt x="1623" y="22080"/>
                    </a:cubicBezTo>
                    <a:cubicBezTo>
                      <a:pt x="1623" y="22080"/>
                      <a:pt x="7976" y="19054"/>
                      <a:pt x="10906" y="12941"/>
                    </a:cubicBezTo>
                    <a:cubicBezTo>
                      <a:pt x="13840" y="6854"/>
                      <a:pt x="12217" y="1"/>
                      <a:pt x="12217"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48"/>
              <p:cNvSpPr/>
              <p:nvPr/>
            </p:nvSpPr>
            <p:spPr>
              <a:xfrm>
                <a:off x="6379322" y="3310720"/>
                <a:ext cx="216983" cy="553926"/>
              </a:xfrm>
              <a:custGeom>
                <a:rect b="b" l="l" r="r" t="t"/>
                <a:pathLst>
                  <a:path extrusionOk="0" h="24464" w="9583">
                    <a:moveTo>
                      <a:pt x="5474" y="1"/>
                    </a:moveTo>
                    <a:cubicBezTo>
                      <a:pt x="5474" y="1"/>
                      <a:pt x="761" y="5230"/>
                      <a:pt x="376" y="11984"/>
                    </a:cubicBezTo>
                    <a:cubicBezTo>
                      <a:pt x="1" y="18735"/>
                      <a:pt x="4100" y="24463"/>
                      <a:pt x="4100" y="24463"/>
                    </a:cubicBezTo>
                    <a:cubicBezTo>
                      <a:pt x="4100" y="24463"/>
                      <a:pt x="8839" y="19230"/>
                      <a:pt x="9216" y="12480"/>
                    </a:cubicBezTo>
                    <a:cubicBezTo>
                      <a:pt x="9583" y="5724"/>
                      <a:pt x="5474" y="1"/>
                      <a:pt x="5474"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48"/>
              <p:cNvSpPr/>
              <p:nvPr/>
            </p:nvSpPr>
            <p:spPr>
              <a:xfrm>
                <a:off x="6565585" y="3479366"/>
                <a:ext cx="359427" cy="422418"/>
              </a:xfrm>
              <a:custGeom>
                <a:rect b="b" l="l" r="r" t="t"/>
                <a:pathLst>
                  <a:path extrusionOk="0" h="18656" w="15874">
                    <a:moveTo>
                      <a:pt x="15874" y="1"/>
                    </a:moveTo>
                    <a:lnTo>
                      <a:pt x="15874" y="1"/>
                    </a:lnTo>
                    <a:cubicBezTo>
                      <a:pt x="15874" y="1"/>
                      <a:pt x="8954" y="1307"/>
                      <a:pt x="4570" y="6460"/>
                    </a:cubicBezTo>
                    <a:cubicBezTo>
                      <a:pt x="199" y="11622"/>
                      <a:pt x="0" y="18656"/>
                      <a:pt x="0" y="18656"/>
                    </a:cubicBezTo>
                    <a:cubicBezTo>
                      <a:pt x="0" y="18656"/>
                      <a:pt x="6937" y="17341"/>
                      <a:pt x="11304" y="12200"/>
                    </a:cubicBezTo>
                    <a:cubicBezTo>
                      <a:pt x="15692" y="7035"/>
                      <a:pt x="15874" y="1"/>
                      <a:pt x="15874"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48"/>
              <p:cNvSpPr/>
              <p:nvPr/>
            </p:nvSpPr>
            <p:spPr>
              <a:xfrm>
                <a:off x="5890954" y="3830832"/>
                <a:ext cx="322588" cy="487018"/>
              </a:xfrm>
              <a:custGeom>
                <a:rect b="b" l="l" r="r" t="t"/>
                <a:pathLst>
                  <a:path extrusionOk="0" h="21509" w="14247">
                    <a:moveTo>
                      <a:pt x="13008" y="1"/>
                    </a:moveTo>
                    <a:cubicBezTo>
                      <a:pt x="13008" y="1"/>
                      <a:pt x="6486" y="2703"/>
                      <a:pt x="3243" y="8629"/>
                    </a:cubicBezTo>
                    <a:cubicBezTo>
                      <a:pt x="1" y="14573"/>
                      <a:pt x="1257" y="21509"/>
                      <a:pt x="1257" y="21509"/>
                    </a:cubicBezTo>
                    <a:cubicBezTo>
                      <a:pt x="1257" y="21509"/>
                      <a:pt x="7758" y="18808"/>
                      <a:pt x="11008" y="12869"/>
                    </a:cubicBezTo>
                    <a:cubicBezTo>
                      <a:pt x="14247" y="6942"/>
                      <a:pt x="13008" y="6"/>
                      <a:pt x="13008"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48"/>
              <p:cNvSpPr/>
              <p:nvPr/>
            </p:nvSpPr>
            <p:spPr>
              <a:xfrm>
                <a:off x="5987640" y="4151300"/>
                <a:ext cx="505969" cy="253098"/>
              </a:xfrm>
              <a:custGeom>
                <a:rect b="b" l="l" r="r" t="t"/>
                <a:pathLst>
                  <a:path extrusionOk="0" h="11178" w="22346">
                    <a:moveTo>
                      <a:pt x="17209" y="1"/>
                    </a:moveTo>
                    <a:cubicBezTo>
                      <a:pt x="14893" y="1"/>
                      <a:pt x="12065" y="339"/>
                      <a:pt x="9364" y="1561"/>
                    </a:cubicBezTo>
                    <a:cubicBezTo>
                      <a:pt x="3192" y="4325"/>
                      <a:pt x="1" y="10607"/>
                      <a:pt x="1" y="10607"/>
                    </a:cubicBezTo>
                    <a:cubicBezTo>
                      <a:pt x="1" y="10607"/>
                      <a:pt x="2157" y="11178"/>
                      <a:pt x="5145" y="11178"/>
                    </a:cubicBezTo>
                    <a:cubicBezTo>
                      <a:pt x="7466" y="11178"/>
                      <a:pt x="10293" y="10836"/>
                      <a:pt x="12995" y="9618"/>
                    </a:cubicBezTo>
                    <a:cubicBezTo>
                      <a:pt x="19166" y="6858"/>
                      <a:pt x="22346" y="564"/>
                      <a:pt x="22346" y="564"/>
                    </a:cubicBezTo>
                    <a:cubicBezTo>
                      <a:pt x="22346" y="564"/>
                      <a:pt x="20190" y="1"/>
                      <a:pt x="17209"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48"/>
              <p:cNvSpPr/>
              <p:nvPr/>
            </p:nvSpPr>
            <p:spPr>
              <a:xfrm>
                <a:off x="5266410" y="4222807"/>
                <a:ext cx="427309" cy="353970"/>
              </a:xfrm>
              <a:custGeom>
                <a:rect b="b" l="l" r="r" t="t"/>
                <a:pathLst>
                  <a:path extrusionOk="0" h="15633" w="18872">
                    <a:moveTo>
                      <a:pt x="18871" y="1"/>
                    </a:moveTo>
                    <a:lnTo>
                      <a:pt x="18871" y="1"/>
                    </a:lnTo>
                    <a:cubicBezTo>
                      <a:pt x="18871" y="1"/>
                      <a:pt x="11836" y="106"/>
                      <a:pt x="6625" y="4410"/>
                    </a:cubicBezTo>
                    <a:cubicBezTo>
                      <a:pt x="1412" y="8726"/>
                      <a:pt x="1" y="15633"/>
                      <a:pt x="1" y="15633"/>
                    </a:cubicBezTo>
                    <a:cubicBezTo>
                      <a:pt x="1" y="15633"/>
                      <a:pt x="7056" y="15548"/>
                      <a:pt x="12273" y="11229"/>
                    </a:cubicBezTo>
                    <a:cubicBezTo>
                      <a:pt x="17480" y="6908"/>
                      <a:pt x="18871" y="1"/>
                      <a:pt x="18871"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48"/>
              <p:cNvSpPr/>
              <p:nvPr/>
            </p:nvSpPr>
            <p:spPr>
              <a:xfrm>
                <a:off x="5302775" y="4558378"/>
                <a:ext cx="554039" cy="200839"/>
              </a:xfrm>
              <a:custGeom>
                <a:rect b="b" l="l" r="r" t="t"/>
                <a:pathLst>
                  <a:path extrusionOk="0" h="8870" w="24469">
                    <a:moveTo>
                      <a:pt x="12746" y="1"/>
                    </a:moveTo>
                    <a:cubicBezTo>
                      <a:pt x="12518" y="1"/>
                      <a:pt x="12285" y="5"/>
                      <a:pt x="12056" y="18"/>
                    </a:cubicBezTo>
                    <a:cubicBezTo>
                      <a:pt x="5284" y="314"/>
                      <a:pt x="1" y="4968"/>
                      <a:pt x="1" y="4968"/>
                    </a:cubicBezTo>
                    <a:cubicBezTo>
                      <a:pt x="1" y="4968"/>
                      <a:pt x="5298" y="8870"/>
                      <a:pt x="11773" y="8870"/>
                    </a:cubicBezTo>
                    <a:cubicBezTo>
                      <a:pt x="11998" y="8870"/>
                      <a:pt x="12214" y="8862"/>
                      <a:pt x="12433" y="8857"/>
                    </a:cubicBezTo>
                    <a:cubicBezTo>
                      <a:pt x="19189" y="8558"/>
                      <a:pt x="24468" y="3903"/>
                      <a:pt x="24468" y="3903"/>
                    </a:cubicBezTo>
                    <a:cubicBezTo>
                      <a:pt x="24468" y="3903"/>
                      <a:pt x="19193" y="1"/>
                      <a:pt x="12746"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48"/>
              <p:cNvSpPr/>
              <p:nvPr/>
            </p:nvSpPr>
            <p:spPr>
              <a:xfrm>
                <a:off x="5025396" y="199238"/>
                <a:ext cx="474564" cy="292337"/>
              </a:xfrm>
              <a:custGeom>
                <a:rect b="b" l="l" r="r" t="t"/>
                <a:pathLst>
                  <a:path extrusionOk="0" h="12911" w="20959">
                    <a:moveTo>
                      <a:pt x="2224" y="1"/>
                    </a:moveTo>
                    <a:cubicBezTo>
                      <a:pt x="859" y="1"/>
                      <a:pt x="0" y="120"/>
                      <a:pt x="0" y="120"/>
                    </a:cubicBezTo>
                    <a:cubicBezTo>
                      <a:pt x="0" y="120"/>
                      <a:pt x="2402" y="6739"/>
                      <a:pt x="8201" y="10248"/>
                    </a:cubicBezTo>
                    <a:cubicBezTo>
                      <a:pt x="11951" y="12517"/>
                      <a:pt x="16216" y="12911"/>
                      <a:pt x="18740" y="12911"/>
                    </a:cubicBezTo>
                    <a:cubicBezTo>
                      <a:pt x="20105" y="12911"/>
                      <a:pt x="20958" y="12796"/>
                      <a:pt x="20958" y="12796"/>
                    </a:cubicBezTo>
                    <a:cubicBezTo>
                      <a:pt x="20958" y="12796"/>
                      <a:pt x="18562" y="6176"/>
                      <a:pt x="12771" y="2668"/>
                    </a:cubicBezTo>
                    <a:cubicBezTo>
                      <a:pt x="9012" y="403"/>
                      <a:pt x="4747" y="1"/>
                      <a:pt x="2224"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48"/>
              <p:cNvSpPr/>
              <p:nvPr/>
            </p:nvSpPr>
            <p:spPr>
              <a:xfrm>
                <a:off x="4705108" y="4433094"/>
                <a:ext cx="498814" cy="261815"/>
              </a:xfrm>
              <a:custGeom>
                <a:rect b="b" l="l" r="r" t="t"/>
                <a:pathLst>
                  <a:path extrusionOk="0" h="11563" w="22030">
                    <a:moveTo>
                      <a:pt x="17608" y="1"/>
                    </a:moveTo>
                    <a:cubicBezTo>
                      <a:pt x="15160" y="1"/>
                      <a:pt x="12023" y="373"/>
                      <a:pt x="9069" y="1806"/>
                    </a:cubicBezTo>
                    <a:cubicBezTo>
                      <a:pt x="2999" y="4757"/>
                      <a:pt x="1" y="11143"/>
                      <a:pt x="1" y="11143"/>
                    </a:cubicBezTo>
                    <a:cubicBezTo>
                      <a:pt x="1" y="11143"/>
                      <a:pt x="1819" y="11562"/>
                      <a:pt x="4419" y="11562"/>
                    </a:cubicBezTo>
                    <a:cubicBezTo>
                      <a:pt x="6862" y="11562"/>
                      <a:pt x="9999" y="11190"/>
                      <a:pt x="12945" y="9753"/>
                    </a:cubicBezTo>
                    <a:cubicBezTo>
                      <a:pt x="19032" y="6790"/>
                      <a:pt x="22029" y="415"/>
                      <a:pt x="22029" y="415"/>
                    </a:cubicBezTo>
                    <a:cubicBezTo>
                      <a:pt x="22029" y="415"/>
                      <a:pt x="20207" y="1"/>
                      <a:pt x="17608"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48"/>
              <p:cNvSpPr/>
              <p:nvPr/>
            </p:nvSpPr>
            <p:spPr>
              <a:xfrm>
                <a:off x="4717856" y="4733749"/>
                <a:ext cx="544167" cy="210507"/>
              </a:xfrm>
              <a:custGeom>
                <a:rect b="b" l="l" r="r" t="t"/>
                <a:pathLst>
                  <a:path extrusionOk="0" h="9297" w="24033">
                    <a:moveTo>
                      <a:pt x="9588" y="1"/>
                    </a:moveTo>
                    <a:cubicBezTo>
                      <a:pt x="4313" y="1"/>
                      <a:pt x="1" y="2266"/>
                      <a:pt x="1" y="2266"/>
                    </a:cubicBezTo>
                    <a:cubicBezTo>
                      <a:pt x="1" y="2266"/>
                      <a:pt x="4532" y="7677"/>
                      <a:pt x="11156" y="8992"/>
                    </a:cubicBezTo>
                    <a:cubicBezTo>
                      <a:pt x="12259" y="9208"/>
                      <a:pt x="13354" y="9296"/>
                      <a:pt x="14402" y="9296"/>
                    </a:cubicBezTo>
                    <a:cubicBezTo>
                      <a:pt x="19691" y="9296"/>
                      <a:pt x="24032" y="7017"/>
                      <a:pt x="24032" y="7017"/>
                    </a:cubicBezTo>
                    <a:cubicBezTo>
                      <a:pt x="24032" y="7017"/>
                      <a:pt x="19513" y="1624"/>
                      <a:pt x="12876" y="313"/>
                    </a:cubicBezTo>
                    <a:cubicBezTo>
                      <a:pt x="11760" y="93"/>
                      <a:pt x="10653" y="1"/>
                      <a:pt x="9588"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48"/>
              <p:cNvSpPr/>
              <p:nvPr/>
            </p:nvSpPr>
            <p:spPr>
              <a:xfrm>
                <a:off x="4571989" y="1364792"/>
                <a:ext cx="1051427" cy="2479897"/>
              </a:xfrm>
              <a:custGeom>
                <a:rect b="b" l="l" r="r" t="t"/>
                <a:pathLst>
                  <a:path extrusionOk="0" h="109524" w="46436">
                    <a:moveTo>
                      <a:pt x="5762" y="0"/>
                    </a:moveTo>
                    <a:lnTo>
                      <a:pt x="5762" y="24126"/>
                    </a:lnTo>
                    <a:lnTo>
                      <a:pt x="9481" y="24126"/>
                    </a:lnTo>
                    <a:lnTo>
                      <a:pt x="9481" y="83936"/>
                    </a:lnTo>
                    <a:lnTo>
                      <a:pt x="1" y="83936"/>
                    </a:lnTo>
                    <a:lnTo>
                      <a:pt x="1" y="92281"/>
                    </a:lnTo>
                    <a:lnTo>
                      <a:pt x="13270" y="92281"/>
                    </a:lnTo>
                    <a:lnTo>
                      <a:pt x="18520" y="87300"/>
                    </a:lnTo>
                    <a:lnTo>
                      <a:pt x="18520" y="17395"/>
                    </a:lnTo>
                    <a:lnTo>
                      <a:pt x="14107" y="17395"/>
                    </a:lnTo>
                    <a:lnTo>
                      <a:pt x="14107" y="8345"/>
                    </a:lnTo>
                    <a:lnTo>
                      <a:pt x="37808" y="8345"/>
                    </a:lnTo>
                    <a:lnTo>
                      <a:pt x="37808" y="17395"/>
                    </a:lnTo>
                    <a:lnTo>
                      <a:pt x="30166" y="17395"/>
                    </a:lnTo>
                    <a:lnTo>
                      <a:pt x="30166" y="89397"/>
                    </a:lnTo>
                    <a:lnTo>
                      <a:pt x="18520" y="101187"/>
                    </a:lnTo>
                    <a:lnTo>
                      <a:pt x="1" y="101187"/>
                    </a:lnTo>
                    <a:lnTo>
                      <a:pt x="1" y="109524"/>
                    </a:lnTo>
                    <a:lnTo>
                      <a:pt x="22032" y="109524"/>
                    </a:lnTo>
                    <a:lnTo>
                      <a:pt x="38924" y="92281"/>
                    </a:lnTo>
                    <a:lnTo>
                      <a:pt x="38924" y="25744"/>
                    </a:lnTo>
                    <a:lnTo>
                      <a:pt x="46436" y="25744"/>
                    </a:lnTo>
                    <a:lnTo>
                      <a:pt x="46436" y="0"/>
                    </a:ln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64" name="Google Shape;3364;p48"/>
          <p:cNvGrpSpPr/>
          <p:nvPr/>
        </p:nvGrpSpPr>
        <p:grpSpPr>
          <a:xfrm flipH="1">
            <a:off x="358900" y="366625"/>
            <a:ext cx="8426200" cy="587700"/>
            <a:chOff x="358900" y="366625"/>
            <a:chExt cx="8426200" cy="587700"/>
          </a:xfrm>
        </p:grpSpPr>
        <p:sp>
          <p:nvSpPr>
            <p:cNvPr id="3365" name="Google Shape;3365;p48"/>
            <p:cNvSpPr/>
            <p:nvPr/>
          </p:nvSpPr>
          <p:spPr>
            <a:xfrm rot="-5400000">
              <a:off x="81750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48"/>
            <p:cNvSpPr/>
            <p:nvPr/>
          </p:nvSpPr>
          <p:spPr>
            <a:xfrm rot="5400000">
              <a:off x="4202375" y="-3070625"/>
              <a:ext cx="587700" cy="7462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48"/>
            <p:cNvSpPr/>
            <p:nvPr/>
          </p:nvSpPr>
          <p:spPr>
            <a:xfrm rot="5400000">
              <a:off x="3894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8" name="Google Shape;3368;p48"/>
          <p:cNvSpPr txBox="1"/>
          <p:nvPr>
            <p:ph type="title"/>
          </p:nvPr>
        </p:nvSpPr>
        <p:spPr>
          <a:xfrm>
            <a:off x="1126500" y="533510"/>
            <a:ext cx="6890100" cy="273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24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369" name="Shape 3369"/>
        <p:cNvGrpSpPr/>
        <p:nvPr/>
      </p:nvGrpSpPr>
      <p:grpSpPr>
        <a:xfrm>
          <a:off x="0" y="0"/>
          <a:ext cx="0" cy="0"/>
          <a:chOff x="0" y="0"/>
          <a:chExt cx="0" cy="0"/>
        </a:xfrm>
      </p:grpSpPr>
      <p:sp>
        <p:nvSpPr>
          <p:cNvPr id="3370" name="Google Shape;3370;p49"/>
          <p:cNvSpPr txBox="1"/>
          <p:nvPr>
            <p:ph hasCustomPrompt="1" type="title"/>
          </p:nvPr>
        </p:nvSpPr>
        <p:spPr>
          <a:xfrm>
            <a:off x="720750" y="1794300"/>
            <a:ext cx="7702500" cy="16404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b="1" sz="96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371" name="Google Shape;3371;p49"/>
          <p:cNvSpPr txBox="1"/>
          <p:nvPr>
            <p:ph idx="1" type="body"/>
          </p:nvPr>
        </p:nvSpPr>
        <p:spPr>
          <a:xfrm>
            <a:off x="720750" y="3298750"/>
            <a:ext cx="7702500" cy="5547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atin typeface="Didact Gothic"/>
                <a:ea typeface="Didact Gothic"/>
                <a:cs typeface="Didact Gothic"/>
                <a:sym typeface="Didact Gothic"/>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3372" name="Google Shape;3372;p49"/>
          <p:cNvSpPr/>
          <p:nvPr/>
        </p:nvSpPr>
        <p:spPr>
          <a:xfrm>
            <a:off x="4572000" y="50"/>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373" name="Shape 3373"/>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
    <p:spTree>
      <p:nvGrpSpPr>
        <p:cNvPr id="3374" name="Shape 3374"/>
        <p:cNvGrpSpPr/>
        <p:nvPr/>
      </p:nvGrpSpPr>
      <p:grpSpPr>
        <a:xfrm>
          <a:off x="0" y="0"/>
          <a:ext cx="0" cy="0"/>
          <a:chOff x="0" y="0"/>
          <a:chExt cx="0" cy="0"/>
        </a:xfrm>
      </p:grpSpPr>
      <p:sp>
        <p:nvSpPr>
          <p:cNvPr id="3375" name="Google Shape;3375;p51"/>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376" name="Google Shape;3376;p51"/>
          <p:cNvSpPr/>
          <p:nvPr/>
        </p:nvSpPr>
        <p:spPr>
          <a:xfrm>
            <a:off x="0" y="75"/>
            <a:ext cx="5199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51"/>
          <p:cNvSpPr txBox="1"/>
          <p:nvPr>
            <p:ph hasCustomPrompt="1" type="title"/>
          </p:nvPr>
        </p:nvSpPr>
        <p:spPr>
          <a:xfrm>
            <a:off x="810000" y="638000"/>
            <a:ext cx="1707000" cy="481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None/>
              <a:defRPr b="1" sz="3000">
                <a:solidFill>
                  <a:schemeClr val="dk1"/>
                </a:solidFill>
              </a:defRPr>
            </a:lvl1pPr>
            <a:lvl2pPr lvl="1" algn="ctr">
              <a:spcBef>
                <a:spcPts val="0"/>
              </a:spcBef>
              <a:spcAft>
                <a:spcPts val="0"/>
              </a:spcAft>
              <a:buClr>
                <a:schemeClr val="dk1"/>
              </a:buClr>
              <a:buSzPts val="12000"/>
              <a:buNone/>
              <a:defRPr sz="12000">
                <a:solidFill>
                  <a:schemeClr val="dk1"/>
                </a:solidFill>
              </a:defRPr>
            </a:lvl2pPr>
            <a:lvl3pPr lvl="2" algn="ctr">
              <a:spcBef>
                <a:spcPts val="0"/>
              </a:spcBef>
              <a:spcAft>
                <a:spcPts val="0"/>
              </a:spcAft>
              <a:buClr>
                <a:schemeClr val="dk1"/>
              </a:buClr>
              <a:buSzPts val="12000"/>
              <a:buNone/>
              <a:defRPr sz="12000">
                <a:solidFill>
                  <a:schemeClr val="dk1"/>
                </a:solidFill>
              </a:defRPr>
            </a:lvl3pPr>
            <a:lvl4pPr lvl="3" algn="ctr">
              <a:spcBef>
                <a:spcPts val="0"/>
              </a:spcBef>
              <a:spcAft>
                <a:spcPts val="0"/>
              </a:spcAft>
              <a:buClr>
                <a:schemeClr val="dk1"/>
              </a:buClr>
              <a:buSzPts val="12000"/>
              <a:buNone/>
              <a:defRPr sz="12000">
                <a:solidFill>
                  <a:schemeClr val="dk1"/>
                </a:solidFill>
              </a:defRPr>
            </a:lvl4pPr>
            <a:lvl5pPr lvl="4" algn="ctr">
              <a:spcBef>
                <a:spcPts val="0"/>
              </a:spcBef>
              <a:spcAft>
                <a:spcPts val="0"/>
              </a:spcAft>
              <a:buClr>
                <a:schemeClr val="dk1"/>
              </a:buClr>
              <a:buSzPts val="12000"/>
              <a:buNone/>
              <a:defRPr sz="12000">
                <a:solidFill>
                  <a:schemeClr val="dk1"/>
                </a:solidFill>
              </a:defRPr>
            </a:lvl5pPr>
            <a:lvl6pPr lvl="5" algn="ctr">
              <a:spcBef>
                <a:spcPts val="0"/>
              </a:spcBef>
              <a:spcAft>
                <a:spcPts val="0"/>
              </a:spcAft>
              <a:buClr>
                <a:schemeClr val="dk1"/>
              </a:buClr>
              <a:buSzPts val="12000"/>
              <a:buNone/>
              <a:defRPr sz="12000">
                <a:solidFill>
                  <a:schemeClr val="dk1"/>
                </a:solidFill>
              </a:defRPr>
            </a:lvl6pPr>
            <a:lvl7pPr lvl="6" algn="ctr">
              <a:spcBef>
                <a:spcPts val="0"/>
              </a:spcBef>
              <a:spcAft>
                <a:spcPts val="0"/>
              </a:spcAft>
              <a:buClr>
                <a:schemeClr val="dk1"/>
              </a:buClr>
              <a:buSzPts val="12000"/>
              <a:buNone/>
              <a:defRPr sz="12000">
                <a:solidFill>
                  <a:schemeClr val="dk1"/>
                </a:solidFill>
              </a:defRPr>
            </a:lvl7pPr>
            <a:lvl8pPr lvl="7" algn="ctr">
              <a:spcBef>
                <a:spcPts val="0"/>
              </a:spcBef>
              <a:spcAft>
                <a:spcPts val="0"/>
              </a:spcAft>
              <a:buClr>
                <a:schemeClr val="dk1"/>
              </a:buClr>
              <a:buSzPts val="12000"/>
              <a:buNone/>
              <a:defRPr sz="12000">
                <a:solidFill>
                  <a:schemeClr val="dk1"/>
                </a:solidFill>
              </a:defRPr>
            </a:lvl8pPr>
            <a:lvl9pPr lvl="8" algn="ctr">
              <a:spcBef>
                <a:spcPts val="0"/>
              </a:spcBef>
              <a:spcAft>
                <a:spcPts val="0"/>
              </a:spcAft>
              <a:buClr>
                <a:schemeClr val="dk1"/>
              </a:buClr>
              <a:buSzPts val="12000"/>
              <a:buNone/>
              <a:defRPr sz="12000">
                <a:solidFill>
                  <a:schemeClr val="dk1"/>
                </a:solidFill>
              </a:defRPr>
            </a:lvl9pPr>
          </a:lstStyle>
          <a:p>
            <a:r>
              <a:t>xx%</a:t>
            </a:r>
          </a:p>
        </p:txBody>
      </p:sp>
      <p:sp>
        <p:nvSpPr>
          <p:cNvPr id="3378" name="Google Shape;3378;p51"/>
          <p:cNvSpPr txBox="1"/>
          <p:nvPr>
            <p:ph idx="2" type="ctrTitle"/>
          </p:nvPr>
        </p:nvSpPr>
        <p:spPr>
          <a:xfrm>
            <a:off x="810000" y="1255089"/>
            <a:ext cx="2914500" cy="367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1400"/>
              <a:buNone/>
              <a:defRPr b="1" sz="2000">
                <a:solidFill>
                  <a:schemeClr val="dk1"/>
                </a:solidFill>
              </a:defRPr>
            </a:lvl1pPr>
            <a:lvl2pPr lvl="1" algn="ctr">
              <a:spcBef>
                <a:spcPts val="0"/>
              </a:spcBef>
              <a:spcAft>
                <a:spcPts val="0"/>
              </a:spcAft>
              <a:buClr>
                <a:schemeClr val="dk1"/>
              </a:buClr>
              <a:buSzPts val="5200"/>
              <a:buNone/>
              <a:defRPr sz="5200">
                <a:solidFill>
                  <a:schemeClr val="dk1"/>
                </a:solidFill>
              </a:defRPr>
            </a:lvl2pPr>
            <a:lvl3pPr lvl="2" algn="ctr">
              <a:spcBef>
                <a:spcPts val="0"/>
              </a:spcBef>
              <a:spcAft>
                <a:spcPts val="0"/>
              </a:spcAft>
              <a:buClr>
                <a:schemeClr val="dk1"/>
              </a:buClr>
              <a:buSzPts val="5200"/>
              <a:buNone/>
              <a:defRPr sz="5200">
                <a:solidFill>
                  <a:schemeClr val="dk1"/>
                </a:solidFill>
              </a:defRPr>
            </a:lvl3pPr>
            <a:lvl4pPr lvl="3" algn="ctr">
              <a:spcBef>
                <a:spcPts val="0"/>
              </a:spcBef>
              <a:spcAft>
                <a:spcPts val="0"/>
              </a:spcAft>
              <a:buClr>
                <a:schemeClr val="dk1"/>
              </a:buClr>
              <a:buSzPts val="5200"/>
              <a:buNone/>
              <a:defRPr sz="5200">
                <a:solidFill>
                  <a:schemeClr val="dk1"/>
                </a:solidFill>
              </a:defRPr>
            </a:lvl4pPr>
            <a:lvl5pPr lvl="4" algn="ctr">
              <a:spcBef>
                <a:spcPts val="0"/>
              </a:spcBef>
              <a:spcAft>
                <a:spcPts val="0"/>
              </a:spcAft>
              <a:buClr>
                <a:schemeClr val="dk1"/>
              </a:buClr>
              <a:buSzPts val="5200"/>
              <a:buNone/>
              <a:defRPr sz="5200">
                <a:solidFill>
                  <a:schemeClr val="dk1"/>
                </a:solidFill>
              </a:defRPr>
            </a:lvl5pPr>
            <a:lvl6pPr lvl="5" algn="ctr">
              <a:spcBef>
                <a:spcPts val="0"/>
              </a:spcBef>
              <a:spcAft>
                <a:spcPts val="0"/>
              </a:spcAft>
              <a:buClr>
                <a:schemeClr val="dk1"/>
              </a:buClr>
              <a:buSzPts val="5200"/>
              <a:buNone/>
              <a:defRPr sz="5200">
                <a:solidFill>
                  <a:schemeClr val="dk1"/>
                </a:solidFill>
              </a:defRPr>
            </a:lvl6pPr>
            <a:lvl7pPr lvl="6" algn="ctr">
              <a:spcBef>
                <a:spcPts val="0"/>
              </a:spcBef>
              <a:spcAft>
                <a:spcPts val="0"/>
              </a:spcAft>
              <a:buClr>
                <a:schemeClr val="dk1"/>
              </a:buClr>
              <a:buSzPts val="5200"/>
              <a:buNone/>
              <a:defRPr sz="5200">
                <a:solidFill>
                  <a:schemeClr val="dk1"/>
                </a:solidFill>
              </a:defRPr>
            </a:lvl7pPr>
            <a:lvl8pPr lvl="7" algn="ctr">
              <a:spcBef>
                <a:spcPts val="0"/>
              </a:spcBef>
              <a:spcAft>
                <a:spcPts val="0"/>
              </a:spcAft>
              <a:buClr>
                <a:schemeClr val="dk1"/>
              </a:buClr>
              <a:buSzPts val="5200"/>
              <a:buNone/>
              <a:defRPr sz="5200">
                <a:solidFill>
                  <a:schemeClr val="dk1"/>
                </a:solidFill>
              </a:defRPr>
            </a:lvl8pPr>
            <a:lvl9pPr lvl="8" algn="ctr">
              <a:spcBef>
                <a:spcPts val="0"/>
              </a:spcBef>
              <a:spcAft>
                <a:spcPts val="0"/>
              </a:spcAft>
              <a:buClr>
                <a:schemeClr val="dk1"/>
              </a:buClr>
              <a:buSzPts val="5200"/>
              <a:buNone/>
              <a:defRPr sz="5200">
                <a:solidFill>
                  <a:schemeClr val="dk1"/>
                </a:solidFill>
              </a:defRPr>
            </a:lvl9pPr>
          </a:lstStyle>
          <a:p/>
        </p:txBody>
      </p:sp>
      <p:sp>
        <p:nvSpPr>
          <p:cNvPr id="3379" name="Google Shape;3379;p51"/>
          <p:cNvSpPr txBox="1"/>
          <p:nvPr>
            <p:ph idx="1" type="subTitle"/>
          </p:nvPr>
        </p:nvSpPr>
        <p:spPr>
          <a:xfrm>
            <a:off x="810000" y="1541386"/>
            <a:ext cx="2631000" cy="63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000"/>
              <a:buFont typeface="Didact Gothic"/>
              <a:buNone/>
              <a:defRPr sz="1600">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9pPr>
          </a:lstStyle>
          <a:p/>
        </p:txBody>
      </p:sp>
      <p:sp>
        <p:nvSpPr>
          <p:cNvPr id="3380" name="Google Shape;3380;p51"/>
          <p:cNvSpPr txBox="1"/>
          <p:nvPr>
            <p:ph hasCustomPrompt="1" idx="3" type="title"/>
          </p:nvPr>
        </p:nvSpPr>
        <p:spPr>
          <a:xfrm>
            <a:off x="810000" y="2964610"/>
            <a:ext cx="1707000" cy="481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None/>
              <a:defRPr b="1" sz="3000">
                <a:solidFill>
                  <a:schemeClr val="dk1"/>
                </a:solidFill>
              </a:defRPr>
            </a:lvl1pPr>
            <a:lvl2pPr lvl="1" algn="ctr">
              <a:spcBef>
                <a:spcPts val="0"/>
              </a:spcBef>
              <a:spcAft>
                <a:spcPts val="0"/>
              </a:spcAft>
              <a:buClr>
                <a:schemeClr val="dk1"/>
              </a:buClr>
              <a:buSzPts val="12000"/>
              <a:buNone/>
              <a:defRPr sz="12000">
                <a:solidFill>
                  <a:schemeClr val="dk1"/>
                </a:solidFill>
              </a:defRPr>
            </a:lvl2pPr>
            <a:lvl3pPr lvl="2" algn="ctr">
              <a:spcBef>
                <a:spcPts val="0"/>
              </a:spcBef>
              <a:spcAft>
                <a:spcPts val="0"/>
              </a:spcAft>
              <a:buClr>
                <a:schemeClr val="dk1"/>
              </a:buClr>
              <a:buSzPts val="12000"/>
              <a:buNone/>
              <a:defRPr sz="12000">
                <a:solidFill>
                  <a:schemeClr val="dk1"/>
                </a:solidFill>
              </a:defRPr>
            </a:lvl3pPr>
            <a:lvl4pPr lvl="3" algn="ctr">
              <a:spcBef>
                <a:spcPts val="0"/>
              </a:spcBef>
              <a:spcAft>
                <a:spcPts val="0"/>
              </a:spcAft>
              <a:buClr>
                <a:schemeClr val="dk1"/>
              </a:buClr>
              <a:buSzPts val="12000"/>
              <a:buNone/>
              <a:defRPr sz="12000">
                <a:solidFill>
                  <a:schemeClr val="dk1"/>
                </a:solidFill>
              </a:defRPr>
            </a:lvl4pPr>
            <a:lvl5pPr lvl="4" algn="ctr">
              <a:spcBef>
                <a:spcPts val="0"/>
              </a:spcBef>
              <a:spcAft>
                <a:spcPts val="0"/>
              </a:spcAft>
              <a:buClr>
                <a:schemeClr val="dk1"/>
              </a:buClr>
              <a:buSzPts val="12000"/>
              <a:buNone/>
              <a:defRPr sz="12000">
                <a:solidFill>
                  <a:schemeClr val="dk1"/>
                </a:solidFill>
              </a:defRPr>
            </a:lvl5pPr>
            <a:lvl6pPr lvl="5" algn="ctr">
              <a:spcBef>
                <a:spcPts val="0"/>
              </a:spcBef>
              <a:spcAft>
                <a:spcPts val="0"/>
              </a:spcAft>
              <a:buClr>
                <a:schemeClr val="dk1"/>
              </a:buClr>
              <a:buSzPts val="12000"/>
              <a:buNone/>
              <a:defRPr sz="12000">
                <a:solidFill>
                  <a:schemeClr val="dk1"/>
                </a:solidFill>
              </a:defRPr>
            </a:lvl6pPr>
            <a:lvl7pPr lvl="6" algn="ctr">
              <a:spcBef>
                <a:spcPts val="0"/>
              </a:spcBef>
              <a:spcAft>
                <a:spcPts val="0"/>
              </a:spcAft>
              <a:buClr>
                <a:schemeClr val="dk1"/>
              </a:buClr>
              <a:buSzPts val="12000"/>
              <a:buNone/>
              <a:defRPr sz="12000">
                <a:solidFill>
                  <a:schemeClr val="dk1"/>
                </a:solidFill>
              </a:defRPr>
            </a:lvl7pPr>
            <a:lvl8pPr lvl="7" algn="ctr">
              <a:spcBef>
                <a:spcPts val="0"/>
              </a:spcBef>
              <a:spcAft>
                <a:spcPts val="0"/>
              </a:spcAft>
              <a:buClr>
                <a:schemeClr val="dk1"/>
              </a:buClr>
              <a:buSzPts val="12000"/>
              <a:buNone/>
              <a:defRPr sz="12000">
                <a:solidFill>
                  <a:schemeClr val="dk1"/>
                </a:solidFill>
              </a:defRPr>
            </a:lvl8pPr>
            <a:lvl9pPr lvl="8" algn="ctr">
              <a:spcBef>
                <a:spcPts val="0"/>
              </a:spcBef>
              <a:spcAft>
                <a:spcPts val="0"/>
              </a:spcAft>
              <a:buClr>
                <a:schemeClr val="dk1"/>
              </a:buClr>
              <a:buSzPts val="12000"/>
              <a:buNone/>
              <a:defRPr sz="12000">
                <a:solidFill>
                  <a:schemeClr val="dk1"/>
                </a:solidFill>
              </a:defRPr>
            </a:lvl9pPr>
          </a:lstStyle>
          <a:p>
            <a:r>
              <a:t>xx%</a:t>
            </a:r>
          </a:p>
        </p:txBody>
      </p:sp>
      <p:sp>
        <p:nvSpPr>
          <p:cNvPr id="3381" name="Google Shape;3381;p51"/>
          <p:cNvSpPr txBox="1"/>
          <p:nvPr>
            <p:ph idx="4" type="ctrTitle"/>
          </p:nvPr>
        </p:nvSpPr>
        <p:spPr>
          <a:xfrm>
            <a:off x="810000" y="3586337"/>
            <a:ext cx="3213000" cy="367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1400"/>
              <a:buNone/>
              <a:defRPr b="1" sz="2000">
                <a:solidFill>
                  <a:schemeClr val="dk1"/>
                </a:solidFill>
              </a:defRPr>
            </a:lvl1pPr>
            <a:lvl2pPr lvl="1" algn="ctr">
              <a:spcBef>
                <a:spcPts val="0"/>
              </a:spcBef>
              <a:spcAft>
                <a:spcPts val="0"/>
              </a:spcAft>
              <a:buClr>
                <a:schemeClr val="dk1"/>
              </a:buClr>
              <a:buSzPts val="5200"/>
              <a:buNone/>
              <a:defRPr sz="5200">
                <a:solidFill>
                  <a:schemeClr val="dk1"/>
                </a:solidFill>
              </a:defRPr>
            </a:lvl2pPr>
            <a:lvl3pPr lvl="2" algn="ctr">
              <a:spcBef>
                <a:spcPts val="0"/>
              </a:spcBef>
              <a:spcAft>
                <a:spcPts val="0"/>
              </a:spcAft>
              <a:buClr>
                <a:schemeClr val="dk1"/>
              </a:buClr>
              <a:buSzPts val="5200"/>
              <a:buNone/>
              <a:defRPr sz="5200">
                <a:solidFill>
                  <a:schemeClr val="dk1"/>
                </a:solidFill>
              </a:defRPr>
            </a:lvl3pPr>
            <a:lvl4pPr lvl="3" algn="ctr">
              <a:spcBef>
                <a:spcPts val="0"/>
              </a:spcBef>
              <a:spcAft>
                <a:spcPts val="0"/>
              </a:spcAft>
              <a:buClr>
                <a:schemeClr val="dk1"/>
              </a:buClr>
              <a:buSzPts val="5200"/>
              <a:buNone/>
              <a:defRPr sz="5200">
                <a:solidFill>
                  <a:schemeClr val="dk1"/>
                </a:solidFill>
              </a:defRPr>
            </a:lvl4pPr>
            <a:lvl5pPr lvl="4" algn="ctr">
              <a:spcBef>
                <a:spcPts val="0"/>
              </a:spcBef>
              <a:spcAft>
                <a:spcPts val="0"/>
              </a:spcAft>
              <a:buClr>
                <a:schemeClr val="dk1"/>
              </a:buClr>
              <a:buSzPts val="5200"/>
              <a:buNone/>
              <a:defRPr sz="5200">
                <a:solidFill>
                  <a:schemeClr val="dk1"/>
                </a:solidFill>
              </a:defRPr>
            </a:lvl5pPr>
            <a:lvl6pPr lvl="5" algn="ctr">
              <a:spcBef>
                <a:spcPts val="0"/>
              </a:spcBef>
              <a:spcAft>
                <a:spcPts val="0"/>
              </a:spcAft>
              <a:buClr>
                <a:schemeClr val="dk1"/>
              </a:buClr>
              <a:buSzPts val="5200"/>
              <a:buNone/>
              <a:defRPr sz="5200">
                <a:solidFill>
                  <a:schemeClr val="dk1"/>
                </a:solidFill>
              </a:defRPr>
            </a:lvl6pPr>
            <a:lvl7pPr lvl="6" algn="ctr">
              <a:spcBef>
                <a:spcPts val="0"/>
              </a:spcBef>
              <a:spcAft>
                <a:spcPts val="0"/>
              </a:spcAft>
              <a:buClr>
                <a:schemeClr val="dk1"/>
              </a:buClr>
              <a:buSzPts val="5200"/>
              <a:buNone/>
              <a:defRPr sz="5200">
                <a:solidFill>
                  <a:schemeClr val="dk1"/>
                </a:solidFill>
              </a:defRPr>
            </a:lvl7pPr>
            <a:lvl8pPr lvl="7" algn="ctr">
              <a:spcBef>
                <a:spcPts val="0"/>
              </a:spcBef>
              <a:spcAft>
                <a:spcPts val="0"/>
              </a:spcAft>
              <a:buClr>
                <a:schemeClr val="dk1"/>
              </a:buClr>
              <a:buSzPts val="5200"/>
              <a:buNone/>
              <a:defRPr sz="5200">
                <a:solidFill>
                  <a:schemeClr val="dk1"/>
                </a:solidFill>
              </a:defRPr>
            </a:lvl8pPr>
            <a:lvl9pPr lvl="8" algn="ctr">
              <a:spcBef>
                <a:spcPts val="0"/>
              </a:spcBef>
              <a:spcAft>
                <a:spcPts val="0"/>
              </a:spcAft>
              <a:buClr>
                <a:schemeClr val="dk1"/>
              </a:buClr>
              <a:buSzPts val="5200"/>
              <a:buNone/>
              <a:defRPr sz="5200">
                <a:solidFill>
                  <a:schemeClr val="dk1"/>
                </a:solidFill>
              </a:defRPr>
            </a:lvl9pPr>
          </a:lstStyle>
          <a:p/>
        </p:txBody>
      </p:sp>
      <p:sp>
        <p:nvSpPr>
          <p:cNvPr id="3382" name="Google Shape;3382;p51"/>
          <p:cNvSpPr txBox="1"/>
          <p:nvPr>
            <p:ph idx="5" type="subTitle"/>
          </p:nvPr>
        </p:nvSpPr>
        <p:spPr>
          <a:xfrm>
            <a:off x="810000" y="3871000"/>
            <a:ext cx="3092400" cy="63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000"/>
              <a:buFont typeface="Didact Gothic"/>
              <a:buNone/>
              <a:defRPr sz="1600">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000"/>
              <a:buFont typeface="Didact Gothic"/>
              <a:buNone/>
              <a:defRPr sz="1000">
                <a:solidFill>
                  <a:schemeClr val="dk1"/>
                </a:solidFill>
                <a:latin typeface="Didact Gothic"/>
                <a:ea typeface="Didact Gothic"/>
                <a:cs typeface="Didact Gothic"/>
                <a:sym typeface="Didact Gothic"/>
              </a:defRPr>
            </a:lvl9pPr>
          </a:lstStyle>
          <a:p/>
        </p:txBody>
      </p:sp>
      <p:sp>
        <p:nvSpPr>
          <p:cNvPr id="3383" name="Google Shape;3383;p51"/>
          <p:cNvSpPr txBox="1"/>
          <p:nvPr>
            <p:ph hasCustomPrompt="1" idx="6" type="title"/>
          </p:nvPr>
        </p:nvSpPr>
        <p:spPr>
          <a:xfrm>
            <a:off x="5210266" y="638000"/>
            <a:ext cx="1707000" cy="4812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b="1" sz="3000">
                <a:solidFill>
                  <a:schemeClr val="dk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384" name="Google Shape;3384;p51"/>
          <p:cNvSpPr txBox="1"/>
          <p:nvPr>
            <p:ph idx="7" type="ctrTitle"/>
          </p:nvPr>
        </p:nvSpPr>
        <p:spPr>
          <a:xfrm>
            <a:off x="5210266" y="1255089"/>
            <a:ext cx="2914500" cy="3672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b="1" sz="20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85" name="Google Shape;3385;p51"/>
          <p:cNvSpPr txBox="1"/>
          <p:nvPr>
            <p:ph idx="8" type="subTitle"/>
          </p:nvPr>
        </p:nvSpPr>
        <p:spPr>
          <a:xfrm>
            <a:off x="5210266" y="1541386"/>
            <a:ext cx="2631000" cy="63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Font typeface="Didact Gothic"/>
              <a:buNone/>
              <a:defRPr sz="1600">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2pPr>
            <a:lvl3pPr lvl="2"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3pPr>
            <a:lvl4pPr lvl="3"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4pPr>
            <a:lvl5pPr lvl="4"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5pPr>
            <a:lvl6pPr lvl="5"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6pPr>
            <a:lvl7pPr lvl="6"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7pPr>
            <a:lvl8pPr lvl="7"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8pPr>
            <a:lvl9pPr lvl="8"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9pPr>
          </a:lstStyle>
          <a:p/>
        </p:txBody>
      </p:sp>
      <p:sp>
        <p:nvSpPr>
          <p:cNvPr id="3386" name="Google Shape;3386;p51"/>
          <p:cNvSpPr txBox="1"/>
          <p:nvPr>
            <p:ph hasCustomPrompt="1" idx="9" type="title"/>
          </p:nvPr>
        </p:nvSpPr>
        <p:spPr>
          <a:xfrm>
            <a:off x="5210266" y="2964604"/>
            <a:ext cx="1707000" cy="4812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b="1" sz="3000">
                <a:solidFill>
                  <a:schemeClr val="dk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387" name="Google Shape;3387;p51"/>
          <p:cNvSpPr txBox="1"/>
          <p:nvPr>
            <p:ph idx="13" type="ctrTitle"/>
          </p:nvPr>
        </p:nvSpPr>
        <p:spPr>
          <a:xfrm>
            <a:off x="5210266" y="3586312"/>
            <a:ext cx="2914500" cy="3672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b="1" sz="20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88" name="Google Shape;3388;p51"/>
          <p:cNvSpPr txBox="1"/>
          <p:nvPr>
            <p:ph idx="14" type="subTitle"/>
          </p:nvPr>
        </p:nvSpPr>
        <p:spPr>
          <a:xfrm>
            <a:off x="5210266" y="3871000"/>
            <a:ext cx="3213000" cy="63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Font typeface="Didact Gothic"/>
              <a:buNone/>
              <a:defRPr sz="1600">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2pPr>
            <a:lvl3pPr lvl="2"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3pPr>
            <a:lvl4pPr lvl="3"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4pPr>
            <a:lvl5pPr lvl="4"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5pPr>
            <a:lvl6pPr lvl="5"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6pPr>
            <a:lvl7pPr lvl="6"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7pPr>
            <a:lvl8pPr lvl="7"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8pPr>
            <a:lvl9pPr lvl="8" algn="ctr">
              <a:lnSpc>
                <a:spcPct val="100000"/>
              </a:lnSpc>
              <a:spcBef>
                <a:spcPts val="0"/>
              </a:spcBef>
              <a:spcAft>
                <a:spcPts val="0"/>
              </a:spcAft>
              <a:buSzPts val="1000"/>
              <a:buFont typeface="Didact Gothic"/>
              <a:buNone/>
              <a:defRPr sz="1000">
                <a:latin typeface="Didact Gothic"/>
                <a:ea typeface="Didact Gothic"/>
                <a:cs typeface="Didact Gothic"/>
                <a:sym typeface="Didact Gothic"/>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APTION_ONLY_1">
    <p:spTree>
      <p:nvGrpSpPr>
        <p:cNvPr id="3389" name="Shape 3389"/>
        <p:cNvGrpSpPr/>
        <p:nvPr/>
      </p:nvGrpSpPr>
      <p:grpSpPr>
        <a:xfrm>
          <a:off x="0" y="0"/>
          <a:ext cx="0" cy="0"/>
          <a:chOff x="0" y="0"/>
          <a:chExt cx="0" cy="0"/>
        </a:xfrm>
      </p:grpSpPr>
      <p:grpSp>
        <p:nvGrpSpPr>
          <p:cNvPr id="3390" name="Google Shape;3390;p52"/>
          <p:cNvGrpSpPr/>
          <p:nvPr/>
        </p:nvGrpSpPr>
        <p:grpSpPr>
          <a:xfrm flipH="1">
            <a:off x="358900" y="366625"/>
            <a:ext cx="8426200" cy="587700"/>
            <a:chOff x="358900" y="366625"/>
            <a:chExt cx="8426200" cy="587700"/>
          </a:xfrm>
        </p:grpSpPr>
        <p:sp>
          <p:nvSpPr>
            <p:cNvPr id="3391" name="Google Shape;3391;p52"/>
            <p:cNvSpPr/>
            <p:nvPr/>
          </p:nvSpPr>
          <p:spPr>
            <a:xfrm rot="-5400000">
              <a:off x="81750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52"/>
            <p:cNvSpPr/>
            <p:nvPr/>
          </p:nvSpPr>
          <p:spPr>
            <a:xfrm rot="5400000">
              <a:off x="4202375" y="-3070625"/>
              <a:ext cx="587700" cy="7462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52"/>
            <p:cNvSpPr/>
            <p:nvPr/>
          </p:nvSpPr>
          <p:spPr>
            <a:xfrm rot="5400000">
              <a:off x="3894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94" name="Google Shape;3394;p52"/>
          <p:cNvSpPr txBox="1"/>
          <p:nvPr>
            <p:ph type="title"/>
          </p:nvPr>
        </p:nvSpPr>
        <p:spPr>
          <a:xfrm>
            <a:off x="1126500" y="533510"/>
            <a:ext cx="6890100" cy="273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24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CAPTION_ONLY_1_1">
    <p:spTree>
      <p:nvGrpSpPr>
        <p:cNvPr id="3395" name="Shape 3395"/>
        <p:cNvGrpSpPr/>
        <p:nvPr/>
      </p:nvGrpSpPr>
      <p:grpSpPr>
        <a:xfrm>
          <a:off x="0" y="0"/>
          <a:ext cx="0" cy="0"/>
          <a:chOff x="0" y="0"/>
          <a:chExt cx="0" cy="0"/>
        </a:xfrm>
      </p:grpSpPr>
      <p:sp>
        <p:nvSpPr>
          <p:cNvPr id="3396" name="Google Shape;3396;p53"/>
          <p:cNvSpPr/>
          <p:nvPr/>
        </p:nvSpPr>
        <p:spPr>
          <a:xfrm>
            <a:off x="4518000" y="-19950"/>
            <a:ext cx="4626000" cy="5183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7" name="Google Shape;3397;p53"/>
          <p:cNvGrpSpPr/>
          <p:nvPr/>
        </p:nvGrpSpPr>
        <p:grpSpPr>
          <a:xfrm flipH="1">
            <a:off x="358900" y="366625"/>
            <a:ext cx="8426200" cy="587700"/>
            <a:chOff x="358900" y="366625"/>
            <a:chExt cx="8426200" cy="587700"/>
          </a:xfrm>
        </p:grpSpPr>
        <p:sp>
          <p:nvSpPr>
            <p:cNvPr id="3398" name="Google Shape;3398;p53"/>
            <p:cNvSpPr/>
            <p:nvPr/>
          </p:nvSpPr>
          <p:spPr>
            <a:xfrm rot="-5400000">
              <a:off x="81750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53"/>
            <p:cNvSpPr/>
            <p:nvPr/>
          </p:nvSpPr>
          <p:spPr>
            <a:xfrm rot="5400000">
              <a:off x="4202375" y="-3070625"/>
              <a:ext cx="587700" cy="7462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53"/>
            <p:cNvSpPr/>
            <p:nvPr/>
          </p:nvSpPr>
          <p:spPr>
            <a:xfrm rot="5400000">
              <a:off x="3894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01" name="Google Shape;3401;p53"/>
          <p:cNvSpPr txBox="1"/>
          <p:nvPr>
            <p:ph type="title"/>
          </p:nvPr>
        </p:nvSpPr>
        <p:spPr>
          <a:xfrm>
            <a:off x="1126500" y="533510"/>
            <a:ext cx="6890100" cy="273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24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p:cSld name="BLANK_1_1_1">
    <p:spTree>
      <p:nvGrpSpPr>
        <p:cNvPr id="3402" name="Shape 3402"/>
        <p:cNvGrpSpPr/>
        <p:nvPr/>
      </p:nvGrpSpPr>
      <p:grpSpPr>
        <a:xfrm>
          <a:off x="0" y="0"/>
          <a:ext cx="0" cy="0"/>
          <a:chOff x="0" y="0"/>
          <a:chExt cx="0" cy="0"/>
        </a:xfrm>
      </p:grpSpPr>
      <p:sp>
        <p:nvSpPr>
          <p:cNvPr id="3403" name="Google Shape;3403;p54"/>
          <p:cNvSpPr/>
          <p:nvPr/>
        </p:nvSpPr>
        <p:spPr>
          <a:xfrm>
            <a:off x="4572000" y="50"/>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54"/>
          <p:cNvSpPr txBox="1"/>
          <p:nvPr>
            <p:ph type="ctrTitle"/>
          </p:nvPr>
        </p:nvSpPr>
        <p:spPr>
          <a:xfrm>
            <a:off x="2400600" y="2587138"/>
            <a:ext cx="4342800" cy="1046100"/>
          </a:xfrm>
          <a:prstGeom prst="rect">
            <a:avLst/>
          </a:prstGeom>
        </p:spPr>
        <p:txBody>
          <a:bodyPr anchorCtr="0" anchor="ctr" bIns="91425" lIns="91425" spcFirstLastPara="1" rIns="91425" wrap="square" tIns="91425">
            <a:noAutofit/>
          </a:bodyPr>
          <a:lstStyle>
            <a:lvl1pPr lvl="0" algn="ctr">
              <a:spcBef>
                <a:spcPts val="0"/>
              </a:spcBef>
              <a:spcAft>
                <a:spcPts val="0"/>
              </a:spcAft>
              <a:buSzPts val="5200"/>
              <a:buNone/>
              <a:defRPr b="1" sz="5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405" name="Google Shape;3405;p54"/>
          <p:cNvSpPr txBox="1"/>
          <p:nvPr>
            <p:ph idx="1" type="subTitle"/>
          </p:nvPr>
        </p:nvSpPr>
        <p:spPr>
          <a:xfrm>
            <a:off x="2539200" y="4331400"/>
            <a:ext cx="4065600" cy="427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400">
                <a:latin typeface="Didact Gothic"/>
                <a:ea typeface="Didact Gothic"/>
                <a:cs typeface="Didact Gothic"/>
                <a:sym typeface="Didact Gothic"/>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406" name="Google Shape;3406;p54"/>
          <p:cNvSpPr txBox="1"/>
          <p:nvPr>
            <p:ph hasCustomPrompt="1" idx="2" type="title"/>
          </p:nvPr>
        </p:nvSpPr>
        <p:spPr>
          <a:xfrm>
            <a:off x="3686550" y="1543200"/>
            <a:ext cx="1770900" cy="11433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b="1" sz="55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1">
    <p:spTree>
      <p:nvGrpSpPr>
        <p:cNvPr id="3407" name="Shape 3407"/>
        <p:cNvGrpSpPr/>
        <p:nvPr/>
      </p:nvGrpSpPr>
      <p:grpSpPr>
        <a:xfrm>
          <a:off x="0" y="0"/>
          <a:ext cx="0" cy="0"/>
          <a:chOff x="0" y="0"/>
          <a:chExt cx="0" cy="0"/>
        </a:xfrm>
      </p:grpSpPr>
      <p:grpSp>
        <p:nvGrpSpPr>
          <p:cNvPr id="3408" name="Google Shape;3408;p55"/>
          <p:cNvGrpSpPr/>
          <p:nvPr/>
        </p:nvGrpSpPr>
        <p:grpSpPr>
          <a:xfrm>
            <a:off x="358900" y="366625"/>
            <a:ext cx="8426200" cy="587700"/>
            <a:chOff x="358900" y="366625"/>
            <a:chExt cx="8426200" cy="587700"/>
          </a:xfrm>
        </p:grpSpPr>
        <p:sp>
          <p:nvSpPr>
            <p:cNvPr id="3409" name="Google Shape;3409;p55"/>
            <p:cNvSpPr/>
            <p:nvPr/>
          </p:nvSpPr>
          <p:spPr>
            <a:xfrm rot="-5400000">
              <a:off x="81750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55"/>
            <p:cNvSpPr/>
            <p:nvPr/>
          </p:nvSpPr>
          <p:spPr>
            <a:xfrm rot="5400000">
              <a:off x="4202375" y="-3070625"/>
              <a:ext cx="587700" cy="7462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55"/>
            <p:cNvSpPr/>
            <p:nvPr/>
          </p:nvSpPr>
          <p:spPr>
            <a:xfrm rot="5400000">
              <a:off x="3894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12" name="Google Shape;3412;p55"/>
          <p:cNvSpPr txBox="1"/>
          <p:nvPr>
            <p:ph idx="1" type="subTitle"/>
          </p:nvPr>
        </p:nvSpPr>
        <p:spPr>
          <a:xfrm>
            <a:off x="720727" y="4171799"/>
            <a:ext cx="2080500" cy="728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None/>
              <a:defRPr sz="1400">
                <a:latin typeface="Didact Gothic"/>
                <a:ea typeface="Didact Gothic"/>
                <a:cs typeface="Didact Gothic"/>
                <a:sym typeface="Didact Gothic"/>
              </a:defRPr>
            </a:lvl1pPr>
            <a:lvl2pPr lvl="1" algn="ctr">
              <a:lnSpc>
                <a:spcPct val="100000"/>
              </a:lnSpc>
              <a:spcBef>
                <a:spcPts val="1600"/>
              </a:spcBef>
              <a:spcAft>
                <a:spcPts val="0"/>
              </a:spcAft>
              <a:buNone/>
              <a:defRPr sz="1400">
                <a:latin typeface="Didact Gothic"/>
                <a:ea typeface="Didact Gothic"/>
                <a:cs typeface="Didact Gothic"/>
                <a:sym typeface="Didact Gothic"/>
              </a:defRPr>
            </a:lvl2pPr>
            <a:lvl3pPr lvl="2" algn="ctr">
              <a:lnSpc>
                <a:spcPct val="100000"/>
              </a:lnSpc>
              <a:spcBef>
                <a:spcPts val="1600"/>
              </a:spcBef>
              <a:spcAft>
                <a:spcPts val="0"/>
              </a:spcAft>
              <a:buNone/>
              <a:defRPr sz="1400">
                <a:latin typeface="Didact Gothic"/>
                <a:ea typeface="Didact Gothic"/>
                <a:cs typeface="Didact Gothic"/>
                <a:sym typeface="Didact Gothic"/>
              </a:defRPr>
            </a:lvl3pPr>
            <a:lvl4pPr lvl="3" algn="ctr">
              <a:lnSpc>
                <a:spcPct val="100000"/>
              </a:lnSpc>
              <a:spcBef>
                <a:spcPts val="1600"/>
              </a:spcBef>
              <a:spcAft>
                <a:spcPts val="0"/>
              </a:spcAft>
              <a:buNone/>
              <a:defRPr sz="1400">
                <a:latin typeface="Didact Gothic"/>
                <a:ea typeface="Didact Gothic"/>
                <a:cs typeface="Didact Gothic"/>
                <a:sym typeface="Didact Gothic"/>
              </a:defRPr>
            </a:lvl4pPr>
            <a:lvl5pPr lvl="4" algn="ctr">
              <a:lnSpc>
                <a:spcPct val="100000"/>
              </a:lnSpc>
              <a:spcBef>
                <a:spcPts val="1600"/>
              </a:spcBef>
              <a:spcAft>
                <a:spcPts val="0"/>
              </a:spcAft>
              <a:buNone/>
              <a:defRPr sz="1400">
                <a:latin typeface="Didact Gothic"/>
                <a:ea typeface="Didact Gothic"/>
                <a:cs typeface="Didact Gothic"/>
                <a:sym typeface="Didact Gothic"/>
              </a:defRPr>
            </a:lvl5pPr>
            <a:lvl6pPr lvl="5" algn="ctr">
              <a:lnSpc>
                <a:spcPct val="100000"/>
              </a:lnSpc>
              <a:spcBef>
                <a:spcPts val="1600"/>
              </a:spcBef>
              <a:spcAft>
                <a:spcPts val="0"/>
              </a:spcAft>
              <a:buNone/>
              <a:defRPr sz="1400">
                <a:latin typeface="Didact Gothic"/>
                <a:ea typeface="Didact Gothic"/>
                <a:cs typeface="Didact Gothic"/>
                <a:sym typeface="Didact Gothic"/>
              </a:defRPr>
            </a:lvl6pPr>
            <a:lvl7pPr lvl="6" algn="ctr">
              <a:lnSpc>
                <a:spcPct val="100000"/>
              </a:lnSpc>
              <a:spcBef>
                <a:spcPts val="1600"/>
              </a:spcBef>
              <a:spcAft>
                <a:spcPts val="0"/>
              </a:spcAft>
              <a:buNone/>
              <a:defRPr sz="1400">
                <a:latin typeface="Didact Gothic"/>
                <a:ea typeface="Didact Gothic"/>
                <a:cs typeface="Didact Gothic"/>
                <a:sym typeface="Didact Gothic"/>
              </a:defRPr>
            </a:lvl7pPr>
            <a:lvl8pPr lvl="7" algn="ctr">
              <a:lnSpc>
                <a:spcPct val="100000"/>
              </a:lnSpc>
              <a:spcBef>
                <a:spcPts val="1600"/>
              </a:spcBef>
              <a:spcAft>
                <a:spcPts val="0"/>
              </a:spcAft>
              <a:buNone/>
              <a:defRPr sz="1400">
                <a:latin typeface="Didact Gothic"/>
                <a:ea typeface="Didact Gothic"/>
                <a:cs typeface="Didact Gothic"/>
                <a:sym typeface="Didact Gothic"/>
              </a:defRPr>
            </a:lvl8pPr>
            <a:lvl9pPr lvl="8" algn="ctr">
              <a:lnSpc>
                <a:spcPct val="100000"/>
              </a:lnSpc>
              <a:spcBef>
                <a:spcPts val="1600"/>
              </a:spcBef>
              <a:spcAft>
                <a:spcPts val="1600"/>
              </a:spcAft>
              <a:buNone/>
              <a:defRPr sz="1400">
                <a:latin typeface="Didact Gothic"/>
                <a:ea typeface="Didact Gothic"/>
                <a:cs typeface="Didact Gothic"/>
                <a:sym typeface="Didact Gothic"/>
              </a:defRPr>
            </a:lvl9pPr>
          </a:lstStyle>
          <a:p/>
        </p:txBody>
      </p:sp>
      <p:sp>
        <p:nvSpPr>
          <p:cNvPr id="3413" name="Google Shape;3413;p55"/>
          <p:cNvSpPr txBox="1"/>
          <p:nvPr>
            <p:ph idx="2" type="subTitle"/>
          </p:nvPr>
        </p:nvSpPr>
        <p:spPr>
          <a:xfrm>
            <a:off x="1012900" y="3357125"/>
            <a:ext cx="1496100" cy="548100"/>
          </a:xfrm>
          <a:prstGeom prst="rect">
            <a:avLst/>
          </a:prstGeom>
          <a:noFill/>
        </p:spPr>
        <p:txBody>
          <a:bodyPr anchorCtr="0" anchor="ctr" bIns="0" lIns="91425" spcFirstLastPara="1" rIns="91425" wrap="square" tIns="91425">
            <a:noAutofit/>
          </a:bodyPr>
          <a:lstStyle>
            <a:lvl1pPr lvl="0" algn="ctr">
              <a:lnSpc>
                <a:spcPct val="100000"/>
              </a:lnSpc>
              <a:spcBef>
                <a:spcPts val="0"/>
              </a:spcBef>
              <a:spcAft>
                <a:spcPts val="0"/>
              </a:spcAft>
              <a:buNone/>
              <a:defRPr b="1" sz="1900">
                <a:latin typeface="Graduate"/>
                <a:ea typeface="Graduate"/>
                <a:cs typeface="Graduate"/>
                <a:sym typeface="Graduate"/>
              </a:defRPr>
            </a:lvl1pPr>
            <a:lvl2pPr lvl="1" algn="ctr">
              <a:lnSpc>
                <a:spcPct val="100000"/>
              </a:lnSpc>
              <a:spcBef>
                <a:spcPts val="1600"/>
              </a:spcBef>
              <a:spcAft>
                <a:spcPts val="0"/>
              </a:spcAft>
              <a:buNone/>
              <a:defRPr b="1" sz="1900">
                <a:latin typeface="Graduate"/>
                <a:ea typeface="Graduate"/>
                <a:cs typeface="Graduate"/>
                <a:sym typeface="Graduate"/>
              </a:defRPr>
            </a:lvl2pPr>
            <a:lvl3pPr lvl="2" algn="ctr">
              <a:lnSpc>
                <a:spcPct val="100000"/>
              </a:lnSpc>
              <a:spcBef>
                <a:spcPts val="1600"/>
              </a:spcBef>
              <a:spcAft>
                <a:spcPts val="0"/>
              </a:spcAft>
              <a:buNone/>
              <a:defRPr b="1" sz="1900">
                <a:latin typeface="Graduate"/>
                <a:ea typeface="Graduate"/>
                <a:cs typeface="Graduate"/>
                <a:sym typeface="Graduate"/>
              </a:defRPr>
            </a:lvl3pPr>
            <a:lvl4pPr lvl="3" algn="ctr">
              <a:lnSpc>
                <a:spcPct val="100000"/>
              </a:lnSpc>
              <a:spcBef>
                <a:spcPts val="1600"/>
              </a:spcBef>
              <a:spcAft>
                <a:spcPts val="0"/>
              </a:spcAft>
              <a:buNone/>
              <a:defRPr b="1" sz="1900">
                <a:latin typeface="Graduate"/>
                <a:ea typeface="Graduate"/>
                <a:cs typeface="Graduate"/>
                <a:sym typeface="Graduate"/>
              </a:defRPr>
            </a:lvl4pPr>
            <a:lvl5pPr lvl="4" algn="ctr">
              <a:lnSpc>
                <a:spcPct val="100000"/>
              </a:lnSpc>
              <a:spcBef>
                <a:spcPts val="1600"/>
              </a:spcBef>
              <a:spcAft>
                <a:spcPts val="0"/>
              </a:spcAft>
              <a:buNone/>
              <a:defRPr b="1" sz="1900">
                <a:latin typeface="Graduate"/>
                <a:ea typeface="Graduate"/>
                <a:cs typeface="Graduate"/>
                <a:sym typeface="Graduate"/>
              </a:defRPr>
            </a:lvl5pPr>
            <a:lvl6pPr lvl="5" algn="ctr">
              <a:lnSpc>
                <a:spcPct val="100000"/>
              </a:lnSpc>
              <a:spcBef>
                <a:spcPts val="1600"/>
              </a:spcBef>
              <a:spcAft>
                <a:spcPts val="0"/>
              </a:spcAft>
              <a:buNone/>
              <a:defRPr b="1" sz="1900">
                <a:latin typeface="Graduate"/>
                <a:ea typeface="Graduate"/>
                <a:cs typeface="Graduate"/>
                <a:sym typeface="Graduate"/>
              </a:defRPr>
            </a:lvl6pPr>
            <a:lvl7pPr lvl="6" algn="ctr">
              <a:lnSpc>
                <a:spcPct val="100000"/>
              </a:lnSpc>
              <a:spcBef>
                <a:spcPts val="1600"/>
              </a:spcBef>
              <a:spcAft>
                <a:spcPts val="0"/>
              </a:spcAft>
              <a:buNone/>
              <a:defRPr b="1" sz="1900">
                <a:latin typeface="Graduate"/>
                <a:ea typeface="Graduate"/>
                <a:cs typeface="Graduate"/>
                <a:sym typeface="Graduate"/>
              </a:defRPr>
            </a:lvl7pPr>
            <a:lvl8pPr lvl="7" algn="ctr">
              <a:lnSpc>
                <a:spcPct val="100000"/>
              </a:lnSpc>
              <a:spcBef>
                <a:spcPts val="1600"/>
              </a:spcBef>
              <a:spcAft>
                <a:spcPts val="0"/>
              </a:spcAft>
              <a:buNone/>
              <a:defRPr b="1" sz="1900">
                <a:latin typeface="Graduate"/>
                <a:ea typeface="Graduate"/>
                <a:cs typeface="Graduate"/>
                <a:sym typeface="Graduate"/>
              </a:defRPr>
            </a:lvl8pPr>
            <a:lvl9pPr lvl="8" algn="ctr">
              <a:lnSpc>
                <a:spcPct val="100000"/>
              </a:lnSpc>
              <a:spcBef>
                <a:spcPts val="1600"/>
              </a:spcBef>
              <a:spcAft>
                <a:spcPts val="1600"/>
              </a:spcAft>
              <a:buNone/>
              <a:defRPr b="1" sz="1900">
                <a:latin typeface="Graduate"/>
                <a:ea typeface="Graduate"/>
                <a:cs typeface="Graduate"/>
                <a:sym typeface="Graduate"/>
              </a:defRPr>
            </a:lvl9pPr>
          </a:lstStyle>
          <a:p/>
        </p:txBody>
      </p:sp>
      <p:sp>
        <p:nvSpPr>
          <p:cNvPr id="3414" name="Google Shape;3414;p55"/>
          <p:cNvSpPr txBox="1"/>
          <p:nvPr>
            <p:ph type="title"/>
          </p:nvPr>
        </p:nvSpPr>
        <p:spPr>
          <a:xfrm>
            <a:off x="1126500" y="533510"/>
            <a:ext cx="6890100" cy="273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24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15" name="Google Shape;3415;p55"/>
          <p:cNvSpPr txBox="1"/>
          <p:nvPr>
            <p:ph idx="3" type="subTitle"/>
          </p:nvPr>
        </p:nvSpPr>
        <p:spPr>
          <a:xfrm>
            <a:off x="6342725" y="4171799"/>
            <a:ext cx="2080500" cy="728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None/>
              <a:defRPr sz="1400">
                <a:latin typeface="Didact Gothic"/>
                <a:ea typeface="Didact Gothic"/>
                <a:cs typeface="Didact Gothic"/>
                <a:sym typeface="Didact Gothic"/>
              </a:defRPr>
            </a:lvl1pPr>
            <a:lvl2pPr lvl="1" algn="ctr">
              <a:lnSpc>
                <a:spcPct val="100000"/>
              </a:lnSpc>
              <a:spcBef>
                <a:spcPts val="1600"/>
              </a:spcBef>
              <a:spcAft>
                <a:spcPts val="0"/>
              </a:spcAft>
              <a:buNone/>
              <a:defRPr sz="1400">
                <a:latin typeface="Didact Gothic"/>
                <a:ea typeface="Didact Gothic"/>
                <a:cs typeface="Didact Gothic"/>
                <a:sym typeface="Didact Gothic"/>
              </a:defRPr>
            </a:lvl2pPr>
            <a:lvl3pPr lvl="2" algn="ctr">
              <a:lnSpc>
                <a:spcPct val="100000"/>
              </a:lnSpc>
              <a:spcBef>
                <a:spcPts val="1600"/>
              </a:spcBef>
              <a:spcAft>
                <a:spcPts val="0"/>
              </a:spcAft>
              <a:buNone/>
              <a:defRPr sz="1400">
                <a:latin typeface="Didact Gothic"/>
                <a:ea typeface="Didact Gothic"/>
                <a:cs typeface="Didact Gothic"/>
                <a:sym typeface="Didact Gothic"/>
              </a:defRPr>
            </a:lvl3pPr>
            <a:lvl4pPr lvl="3" algn="ctr">
              <a:lnSpc>
                <a:spcPct val="100000"/>
              </a:lnSpc>
              <a:spcBef>
                <a:spcPts val="1600"/>
              </a:spcBef>
              <a:spcAft>
                <a:spcPts val="0"/>
              </a:spcAft>
              <a:buNone/>
              <a:defRPr sz="1400">
                <a:latin typeface="Didact Gothic"/>
                <a:ea typeface="Didact Gothic"/>
                <a:cs typeface="Didact Gothic"/>
                <a:sym typeface="Didact Gothic"/>
              </a:defRPr>
            </a:lvl4pPr>
            <a:lvl5pPr lvl="4" algn="ctr">
              <a:lnSpc>
                <a:spcPct val="100000"/>
              </a:lnSpc>
              <a:spcBef>
                <a:spcPts val="1600"/>
              </a:spcBef>
              <a:spcAft>
                <a:spcPts val="0"/>
              </a:spcAft>
              <a:buNone/>
              <a:defRPr sz="1400">
                <a:latin typeface="Didact Gothic"/>
                <a:ea typeface="Didact Gothic"/>
                <a:cs typeface="Didact Gothic"/>
                <a:sym typeface="Didact Gothic"/>
              </a:defRPr>
            </a:lvl5pPr>
            <a:lvl6pPr lvl="5" algn="ctr">
              <a:lnSpc>
                <a:spcPct val="100000"/>
              </a:lnSpc>
              <a:spcBef>
                <a:spcPts val="1600"/>
              </a:spcBef>
              <a:spcAft>
                <a:spcPts val="0"/>
              </a:spcAft>
              <a:buNone/>
              <a:defRPr sz="1400">
                <a:latin typeface="Didact Gothic"/>
                <a:ea typeface="Didact Gothic"/>
                <a:cs typeface="Didact Gothic"/>
                <a:sym typeface="Didact Gothic"/>
              </a:defRPr>
            </a:lvl6pPr>
            <a:lvl7pPr lvl="6" algn="ctr">
              <a:lnSpc>
                <a:spcPct val="100000"/>
              </a:lnSpc>
              <a:spcBef>
                <a:spcPts val="1600"/>
              </a:spcBef>
              <a:spcAft>
                <a:spcPts val="0"/>
              </a:spcAft>
              <a:buNone/>
              <a:defRPr sz="1400">
                <a:latin typeface="Didact Gothic"/>
                <a:ea typeface="Didact Gothic"/>
                <a:cs typeface="Didact Gothic"/>
                <a:sym typeface="Didact Gothic"/>
              </a:defRPr>
            </a:lvl7pPr>
            <a:lvl8pPr lvl="7" algn="ctr">
              <a:lnSpc>
                <a:spcPct val="100000"/>
              </a:lnSpc>
              <a:spcBef>
                <a:spcPts val="1600"/>
              </a:spcBef>
              <a:spcAft>
                <a:spcPts val="0"/>
              </a:spcAft>
              <a:buNone/>
              <a:defRPr sz="1400">
                <a:latin typeface="Didact Gothic"/>
                <a:ea typeface="Didact Gothic"/>
                <a:cs typeface="Didact Gothic"/>
                <a:sym typeface="Didact Gothic"/>
              </a:defRPr>
            </a:lvl8pPr>
            <a:lvl9pPr lvl="8" algn="ctr">
              <a:lnSpc>
                <a:spcPct val="100000"/>
              </a:lnSpc>
              <a:spcBef>
                <a:spcPts val="1600"/>
              </a:spcBef>
              <a:spcAft>
                <a:spcPts val="1600"/>
              </a:spcAft>
              <a:buNone/>
              <a:defRPr sz="1400">
                <a:latin typeface="Didact Gothic"/>
                <a:ea typeface="Didact Gothic"/>
                <a:cs typeface="Didact Gothic"/>
                <a:sym typeface="Didact Gothic"/>
              </a:defRPr>
            </a:lvl9pPr>
          </a:lstStyle>
          <a:p/>
        </p:txBody>
      </p:sp>
      <p:sp>
        <p:nvSpPr>
          <p:cNvPr id="3416" name="Google Shape;3416;p55"/>
          <p:cNvSpPr txBox="1"/>
          <p:nvPr>
            <p:ph idx="4" type="subTitle"/>
          </p:nvPr>
        </p:nvSpPr>
        <p:spPr>
          <a:xfrm>
            <a:off x="6634925" y="3357125"/>
            <a:ext cx="1496100" cy="548100"/>
          </a:xfrm>
          <a:prstGeom prst="rect">
            <a:avLst/>
          </a:prstGeom>
          <a:noFill/>
        </p:spPr>
        <p:txBody>
          <a:bodyPr anchorCtr="0" anchor="ctr" bIns="0" lIns="91425" spcFirstLastPara="1" rIns="91425" wrap="square" tIns="91425">
            <a:noAutofit/>
          </a:bodyPr>
          <a:lstStyle>
            <a:lvl1pPr lvl="0" algn="ctr">
              <a:lnSpc>
                <a:spcPct val="100000"/>
              </a:lnSpc>
              <a:spcBef>
                <a:spcPts val="0"/>
              </a:spcBef>
              <a:spcAft>
                <a:spcPts val="0"/>
              </a:spcAft>
              <a:buNone/>
              <a:defRPr b="1">
                <a:latin typeface="Graduate"/>
                <a:ea typeface="Graduate"/>
                <a:cs typeface="Graduate"/>
                <a:sym typeface="Graduate"/>
              </a:defRPr>
            </a:lvl1pPr>
            <a:lvl2pPr lvl="1" algn="ctr">
              <a:lnSpc>
                <a:spcPct val="100000"/>
              </a:lnSpc>
              <a:spcBef>
                <a:spcPts val="1600"/>
              </a:spcBef>
              <a:spcAft>
                <a:spcPts val="0"/>
              </a:spcAft>
              <a:buNone/>
              <a:defRPr b="1">
                <a:latin typeface="Graduate"/>
                <a:ea typeface="Graduate"/>
                <a:cs typeface="Graduate"/>
                <a:sym typeface="Graduate"/>
              </a:defRPr>
            </a:lvl2pPr>
            <a:lvl3pPr lvl="2" algn="ctr">
              <a:lnSpc>
                <a:spcPct val="100000"/>
              </a:lnSpc>
              <a:spcBef>
                <a:spcPts val="1600"/>
              </a:spcBef>
              <a:spcAft>
                <a:spcPts val="0"/>
              </a:spcAft>
              <a:buNone/>
              <a:defRPr b="1">
                <a:latin typeface="Graduate"/>
                <a:ea typeface="Graduate"/>
                <a:cs typeface="Graduate"/>
                <a:sym typeface="Graduate"/>
              </a:defRPr>
            </a:lvl3pPr>
            <a:lvl4pPr lvl="3" algn="ctr">
              <a:lnSpc>
                <a:spcPct val="100000"/>
              </a:lnSpc>
              <a:spcBef>
                <a:spcPts val="1600"/>
              </a:spcBef>
              <a:spcAft>
                <a:spcPts val="0"/>
              </a:spcAft>
              <a:buNone/>
              <a:defRPr b="1">
                <a:latin typeface="Graduate"/>
                <a:ea typeface="Graduate"/>
                <a:cs typeface="Graduate"/>
                <a:sym typeface="Graduate"/>
              </a:defRPr>
            </a:lvl4pPr>
            <a:lvl5pPr lvl="4" algn="ctr">
              <a:lnSpc>
                <a:spcPct val="100000"/>
              </a:lnSpc>
              <a:spcBef>
                <a:spcPts val="1600"/>
              </a:spcBef>
              <a:spcAft>
                <a:spcPts val="0"/>
              </a:spcAft>
              <a:buNone/>
              <a:defRPr b="1">
                <a:latin typeface="Graduate"/>
                <a:ea typeface="Graduate"/>
                <a:cs typeface="Graduate"/>
                <a:sym typeface="Graduate"/>
              </a:defRPr>
            </a:lvl5pPr>
            <a:lvl6pPr lvl="5" algn="ctr">
              <a:lnSpc>
                <a:spcPct val="100000"/>
              </a:lnSpc>
              <a:spcBef>
                <a:spcPts val="1600"/>
              </a:spcBef>
              <a:spcAft>
                <a:spcPts val="0"/>
              </a:spcAft>
              <a:buNone/>
              <a:defRPr b="1">
                <a:latin typeface="Graduate"/>
                <a:ea typeface="Graduate"/>
                <a:cs typeface="Graduate"/>
                <a:sym typeface="Graduate"/>
              </a:defRPr>
            </a:lvl6pPr>
            <a:lvl7pPr lvl="6" algn="ctr">
              <a:lnSpc>
                <a:spcPct val="100000"/>
              </a:lnSpc>
              <a:spcBef>
                <a:spcPts val="1600"/>
              </a:spcBef>
              <a:spcAft>
                <a:spcPts val="0"/>
              </a:spcAft>
              <a:buNone/>
              <a:defRPr b="1">
                <a:latin typeface="Graduate"/>
                <a:ea typeface="Graduate"/>
                <a:cs typeface="Graduate"/>
                <a:sym typeface="Graduate"/>
              </a:defRPr>
            </a:lvl7pPr>
            <a:lvl8pPr lvl="7" algn="ctr">
              <a:lnSpc>
                <a:spcPct val="100000"/>
              </a:lnSpc>
              <a:spcBef>
                <a:spcPts val="1600"/>
              </a:spcBef>
              <a:spcAft>
                <a:spcPts val="0"/>
              </a:spcAft>
              <a:buNone/>
              <a:defRPr b="1">
                <a:latin typeface="Graduate"/>
                <a:ea typeface="Graduate"/>
                <a:cs typeface="Graduate"/>
                <a:sym typeface="Graduate"/>
              </a:defRPr>
            </a:lvl8pPr>
            <a:lvl9pPr lvl="8" algn="ctr">
              <a:lnSpc>
                <a:spcPct val="100000"/>
              </a:lnSpc>
              <a:spcBef>
                <a:spcPts val="1600"/>
              </a:spcBef>
              <a:spcAft>
                <a:spcPts val="1600"/>
              </a:spcAft>
              <a:buNone/>
              <a:defRPr b="1">
                <a:latin typeface="Graduate"/>
                <a:ea typeface="Graduate"/>
                <a:cs typeface="Graduate"/>
                <a:sym typeface="Graduate"/>
              </a:defRPr>
            </a:lvl9pPr>
          </a:lstStyle>
          <a:p/>
        </p:txBody>
      </p:sp>
      <p:sp>
        <p:nvSpPr>
          <p:cNvPr id="3417" name="Google Shape;3417;p55"/>
          <p:cNvSpPr txBox="1"/>
          <p:nvPr>
            <p:ph idx="5" type="subTitle"/>
          </p:nvPr>
        </p:nvSpPr>
        <p:spPr>
          <a:xfrm>
            <a:off x="3531752" y="4171799"/>
            <a:ext cx="2080500" cy="728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None/>
              <a:defRPr sz="1400">
                <a:latin typeface="Didact Gothic"/>
                <a:ea typeface="Didact Gothic"/>
                <a:cs typeface="Didact Gothic"/>
                <a:sym typeface="Didact Gothic"/>
              </a:defRPr>
            </a:lvl1pPr>
            <a:lvl2pPr lvl="1" algn="ctr">
              <a:lnSpc>
                <a:spcPct val="100000"/>
              </a:lnSpc>
              <a:spcBef>
                <a:spcPts val="1600"/>
              </a:spcBef>
              <a:spcAft>
                <a:spcPts val="0"/>
              </a:spcAft>
              <a:buNone/>
              <a:defRPr sz="1400">
                <a:latin typeface="Didact Gothic"/>
                <a:ea typeface="Didact Gothic"/>
                <a:cs typeface="Didact Gothic"/>
                <a:sym typeface="Didact Gothic"/>
              </a:defRPr>
            </a:lvl2pPr>
            <a:lvl3pPr lvl="2" algn="ctr">
              <a:lnSpc>
                <a:spcPct val="100000"/>
              </a:lnSpc>
              <a:spcBef>
                <a:spcPts val="1600"/>
              </a:spcBef>
              <a:spcAft>
                <a:spcPts val="0"/>
              </a:spcAft>
              <a:buNone/>
              <a:defRPr sz="1400">
                <a:latin typeface="Didact Gothic"/>
                <a:ea typeface="Didact Gothic"/>
                <a:cs typeface="Didact Gothic"/>
                <a:sym typeface="Didact Gothic"/>
              </a:defRPr>
            </a:lvl3pPr>
            <a:lvl4pPr lvl="3" algn="ctr">
              <a:lnSpc>
                <a:spcPct val="100000"/>
              </a:lnSpc>
              <a:spcBef>
                <a:spcPts val="1600"/>
              </a:spcBef>
              <a:spcAft>
                <a:spcPts val="0"/>
              </a:spcAft>
              <a:buNone/>
              <a:defRPr sz="1400">
                <a:latin typeface="Didact Gothic"/>
                <a:ea typeface="Didact Gothic"/>
                <a:cs typeface="Didact Gothic"/>
                <a:sym typeface="Didact Gothic"/>
              </a:defRPr>
            </a:lvl4pPr>
            <a:lvl5pPr lvl="4" algn="ctr">
              <a:lnSpc>
                <a:spcPct val="100000"/>
              </a:lnSpc>
              <a:spcBef>
                <a:spcPts val="1600"/>
              </a:spcBef>
              <a:spcAft>
                <a:spcPts val="0"/>
              </a:spcAft>
              <a:buNone/>
              <a:defRPr sz="1400">
                <a:latin typeface="Didact Gothic"/>
                <a:ea typeface="Didact Gothic"/>
                <a:cs typeface="Didact Gothic"/>
                <a:sym typeface="Didact Gothic"/>
              </a:defRPr>
            </a:lvl5pPr>
            <a:lvl6pPr lvl="5" algn="ctr">
              <a:lnSpc>
                <a:spcPct val="100000"/>
              </a:lnSpc>
              <a:spcBef>
                <a:spcPts val="1600"/>
              </a:spcBef>
              <a:spcAft>
                <a:spcPts val="0"/>
              </a:spcAft>
              <a:buNone/>
              <a:defRPr sz="1400">
                <a:latin typeface="Didact Gothic"/>
                <a:ea typeface="Didact Gothic"/>
                <a:cs typeface="Didact Gothic"/>
                <a:sym typeface="Didact Gothic"/>
              </a:defRPr>
            </a:lvl6pPr>
            <a:lvl7pPr lvl="6" algn="ctr">
              <a:lnSpc>
                <a:spcPct val="100000"/>
              </a:lnSpc>
              <a:spcBef>
                <a:spcPts val="1600"/>
              </a:spcBef>
              <a:spcAft>
                <a:spcPts val="0"/>
              </a:spcAft>
              <a:buNone/>
              <a:defRPr sz="1400">
                <a:latin typeface="Didact Gothic"/>
                <a:ea typeface="Didact Gothic"/>
                <a:cs typeface="Didact Gothic"/>
                <a:sym typeface="Didact Gothic"/>
              </a:defRPr>
            </a:lvl7pPr>
            <a:lvl8pPr lvl="7" algn="ctr">
              <a:lnSpc>
                <a:spcPct val="100000"/>
              </a:lnSpc>
              <a:spcBef>
                <a:spcPts val="1600"/>
              </a:spcBef>
              <a:spcAft>
                <a:spcPts val="0"/>
              </a:spcAft>
              <a:buNone/>
              <a:defRPr sz="1400">
                <a:latin typeface="Didact Gothic"/>
                <a:ea typeface="Didact Gothic"/>
                <a:cs typeface="Didact Gothic"/>
                <a:sym typeface="Didact Gothic"/>
              </a:defRPr>
            </a:lvl8pPr>
            <a:lvl9pPr lvl="8" algn="ctr">
              <a:lnSpc>
                <a:spcPct val="100000"/>
              </a:lnSpc>
              <a:spcBef>
                <a:spcPts val="1600"/>
              </a:spcBef>
              <a:spcAft>
                <a:spcPts val="1600"/>
              </a:spcAft>
              <a:buNone/>
              <a:defRPr sz="1400">
                <a:latin typeface="Didact Gothic"/>
                <a:ea typeface="Didact Gothic"/>
                <a:cs typeface="Didact Gothic"/>
                <a:sym typeface="Didact Gothic"/>
              </a:defRPr>
            </a:lvl9pPr>
          </a:lstStyle>
          <a:p/>
        </p:txBody>
      </p:sp>
      <p:sp>
        <p:nvSpPr>
          <p:cNvPr id="3418" name="Google Shape;3418;p55"/>
          <p:cNvSpPr txBox="1"/>
          <p:nvPr>
            <p:ph idx="6" type="subTitle"/>
          </p:nvPr>
        </p:nvSpPr>
        <p:spPr>
          <a:xfrm>
            <a:off x="3823925" y="3357125"/>
            <a:ext cx="1496100" cy="548100"/>
          </a:xfrm>
          <a:prstGeom prst="rect">
            <a:avLst/>
          </a:prstGeom>
          <a:noFill/>
        </p:spPr>
        <p:txBody>
          <a:bodyPr anchorCtr="0" anchor="ctr" bIns="0" lIns="91425" spcFirstLastPara="1" rIns="91425" wrap="square" tIns="91425">
            <a:noAutofit/>
          </a:bodyPr>
          <a:lstStyle>
            <a:lvl1pPr lvl="0" algn="ctr">
              <a:lnSpc>
                <a:spcPct val="100000"/>
              </a:lnSpc>
              <a:spcBef>
                <a:spcPts val="0"/>
              </a:spcBef>
              <a:spcAft>
                <a:spcPts val="0"/>
              </a:spcAft>
              <a:buNone/>
              <a:defRPr b="1">
                <a:latin typeface="Graduate"/>
                <a:ea typeface="Graduate"/>
                <a:cs typeface="Graduate"/>
                <a:sym typeface="Graduate"/>
              </a:defRPr>
            </a:lvl1pPr>
            <a:lvl2pPr lvl="1" algn="ctr">
              <a:lnSpc>
                <a:spcPct val="100000"/>
              </a:lnSpc>
              <a:spcBef>
                <a:spcPts val="1600"/>
              </a:spcBef>
              <a:spcAft>
                <a:spcPts val="0"/>
              </a:spcAft>
              <a:buNone/>
              <a:defRPr b="1">
                <a:latin typeface="Graduate"/>
                <a:ea typeface="Graduate"/>
                <a:cs typeface="Graduate"/>
                <a:sym typeface="Graduate"/>
              </a:defRPr>
            </a:lvl2pPr>
            <a:lvl3pPr lvl="2" algn="ctr">
              <a:lnSpc>
                <a:spcPct val="100000"/>
              </a:lnSpc>
              <a:spcBef>
                <a:spcPts val="1600"/>
              </a:spcBef>
              <a:spcAft>
                <a:spcPts val="0"/>
              </a:spcAft>
              <a:buNone/>
              <a:defRPr b="1">
                <a:latin typeface="Graduate"/>
                <a:ea typeface="Graduate"/>
                <a:cs typeface="Graduate"/>
                <a:sym typeface="Graduate"/>
              </a:defRPr>
            </a:lvl3pPr>
            <a:lvl4pPr lvl="3" algn="ctr">
              <a:lnSpc>
                <a:spcPct val="100000"/>
              </a:lnSpc>
              <a:spcBef>
                <a:spcPts val="1600"/>
              </a:spcBef>
              <a:spcAft>
                <a:spcPts val="0"/>
              </a:spcAft>
              <a:buNone/>
              <a:defRPr b="1">
                <a:latin typeface="Graduate"/>
                <a:ea typeface="Graduate"/>
                <a:cs typeface="Graduate"/>
                <a:sym typeface="Graduate"/>
              </a:defRPr>
            </a:lvl4pPr>
            <a:lvl5pPr lvl="4" algn="ctr">
              <a:lnSpc>
                <a:spcPct val="100000"/>
              </a:lnSpc>
              <a:spcBef>
                <a:spcPts val="1600"/>
              </a:spcBef>
              <a:spcAft>
                <a:spcPts val="0"/>
              </a:spcAft>
              <a:buNone/>
              <a:defRPr b="1">
                <a:latin typeface="Graduate"/>
                <a:ea typeface="Graduate"/>
                <a:cs typeface="Graduate"/>
                <a:sym typeface="Graduate"/>
              </a:defRPr>
            </a:lvl5pPr>
            <a:lvl6pPr lvl="5" algn="ctr">
              <a:lnSpc>
                <a:spcPct val="100000"/>
              </a:lnSpc>
              <a:spcBef>
                <a:spcPts val="1600"/>
              </a:spcBef>
              <a:spcAft>
                <a:spcPts val="0"/>
              </a:spcAft>
              <a:buNone/>
              <a:defRPr b="1">
                <a:latin typeface="Graduate"/>
                <a:ea typeface="Graduate"/>
                <a:cs typeface="Graduate"/>
                <a:sym typeface="Graduate"/>
              </a:defRPr>
            </a:lvl6pPr>
            <a:lvl7pPr lvl="6" algn="ctr">
              <a:lnSpc>
                <a:spcPct val="100000"/>
              </a:lnSpc>
              <a:spcBef>
                <a:spcPts val="1600"/>
              </a:spcBef>
              <a:spcAft>
                <a:spcPts val="0"/>
              </a:spcAft>
              <a:buNone/>
              <a:defRPr b="1">
                <a:latin typeface="Graduate"/>
                <a:ea typeface="Graduate"/>
                <a:cs typeface="Graduate"/>
                <a:sym typeface="Graduate"/>
              </a:defRPr>
            </a:lvl7pPr>
            <a:lvl8pPr lvl="7" algn="ctr">
              <a:lnSpc>
                <a:spcPct val="100000"/>
              </a:lnSpc>
              <a:spcBef>
                <a:spcPts val="1600"/>
              </a:spcBef>
              <a:spcAft>
                <a:spcPts val="0"/>
              </a:spcAft>
              <a:buNone/>
              <a:defRPr b="1">
                <a:latin typeface="Graduate"/>
                <a:ea typeface="Graduate"/>
                <a:cs typeface="Graduate"/>
                <a:sym typeface="Graduate"/>
              </a:defRPr>
            </a:lvl8pPr>
            <a:lvl9pPr lvl="8" algn="ctr">
              <a:lnSpc>
                <a:spcPct val="100000"/>
              </a:lnSpc>
              <a:spcBef>
                <a:spcPts val="1600"/>
              </a:spcBef>
              <a:spcAft>
                <a:spcPts val="1600"/>
              </a:spcAft>
              <a:buNone/>
              <a:defRPr b="1">
                <a:latin typeface="Graduate"/>
                <a:ea typeface="Graduate"/>
                <a:cs typeface="Graduate"/>
                <a:sym typeface="Graduat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_1_1_1">
    <p:spTree>
      <p:nvGrpSpPr>
        <p:cNvPr id="3419" name="Shape 3419"/>
        <p:cNvGrpSpPr/>
        <p:nvPr/>
      </p:nvGrpSpPr>
      <p:grpSpPr>
        <a:xfrm>
          <a:off x="0" y="0"/>
          <a:ext cx="0" cy="0"/>
          <a:chOff x="0" y="0"/>
          <a:chExt cx="0" cy="0"/>
        </a:xfrm>
      </p:grpSpPr>
      <p:sp>
        <p:nvSpPr>
          <p:cNvPr id="3420" name="Google Shape;3420;p56"/>
          <p:cNvSpPr txBox="1"/>
          <p:nvPr>
            <p:ph type="ctrTitle"/>
          </p:nvPr>
        </p:nvSpPr>
        <p:spPr>
          <a:xfrm>
            <a:off x="1320439" y="3365399"/>
            <a:ext cx="5061900" cy="403800"/>
          </a:xfrm>
          <a:prstGeom prst="rect">
            <a:avLst/>
          </a:prstGeom>
          <a:noFill/>
        </p:spPr>
        <p:txBody>
          <a:bodyPr anchorCtr="0" anchor="ctr" bIns="91425" lIns="91425" spcFirstLastPara="1" rIns="91425" wrap="square" tIns="91425">
            <a:noAutofit/>
          </a:bodyPr>
          <a:lstStyle>
            <a:lvl1pPr lvl="0">
              <a:spcBef>
                <a:spcPts val="0"/>
              </a:spcBef>
              <a:spcAft>
                <a:spcPts val="0"/>
              </a:spcAft>
              <a:buSzPts val="1400"/>
              <a:buNone/>
              <a:defRPr b="1" sz="2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3421" name="Google Shape;3421;p56"/>
          <p:cNvSpPr txBox="1"/>
          <p:nvPr>
            <p:ph idx="1" type="subTitle"/>
          </p:nvPr>
        </p:nvSpPr>
        <p:spPr>
          <a:xfrm>
            <a:off x="1320450" y="1944949"/>
            <a:ext cx="6503100" cy="1213200"/>
          </a:xfrm>
          <a:prstGeom prst="rect">
            <a:avLst/>
          </a:prstGeom>
          <a:noFill/>
        </p:spPr>
        <p:txBody>
          <a:bodyPr anchorCtr="0" anchor="b" bIns="91425" lIns="91425" spcFirstLastPara="1" rIns="91425" wrap="square" tIns="91425">
            <a:noAutofit/>
          </a:bodyPr>
          <a:lstStyle>
            <a:lvl1pPr lvl="0">
              <a:lnSpc>
                <a:spcPct val="100000"/>
              </a:lnSpc>
              <a:spcBef>
                <a:spcPts val="0"/>
              </a:spcBef>
              <a:spcAft>
                <a:spcPts val="0"/>
              </a:spcAft>
              <a:buNone/>
              <a:defRPr sz="2400">
                <a:latin typeface="Didact Gothic"/>
                <a:ea typeface="Didact Gothic"/>
                <a:cs typeface="Didact Gothic"/>
                <a:sym typeface="Didact Gothic"/>
              </a:defRPr>
            </a:lvl1pPr>
            <a:lvl2pPr lvl="1">
              <a:lnSpc>
                <a:spcPct val="100000"/>
              </a:lnSpc>
              <a:spcBef>
                <a:spcPts val="0"/>
              </a:spcBef>
              <a:spcAft>
                <a:spcPts val="0"/>
              </a:spcAft>
              <a:buNone/>
              <a:defRPr sz="2400">
                <a:latin typeface="Didact Gothic"/>
                <a:ea typeface="Didact Gothic"/>
                <a:cs typeface="Didact Gothic"/>
                <a:sym typeface="Didact Gothic"/>
              </a:defRPr>
            </a:lvl2pPr>
            <a:lvl3pPr lvl="2">
              <a:lnSpc>
                <a:spcPct val="100000"/>
              </a:lnSpc>
              <a:spcBef>
                <a:spcPts val="0"/>
              </a:spcBef>
              <a:spcAft>
                <a:spcPts val="0"/>
              </a:spcAft>
              <a:buNone/>
              <a:defRPr sz="2400">
                <a:latin typeface="Didact Gothic"/>
                <a:ea typeface="Didact Gothic"/>
                <a:cs typeface="Didact Gothic"/>
                <a:sym typeface="Didact Gothic"/>
              </a:defRPr>
            </a:lvl3pPr>
            <a:lvl4pPr lvl="3">
              <a:lnSpc>
                <a:spcPct val="100000"/>
              </a:lnSpc>
              <a:spcBef>
                <a:spcPts val="0"/>
              </a:spcBef>
              <a:spcAft>
                <a:spcPts val="0"/>
              </a:spcAft>
              <a:buNone/>
              <a:defRPr sz="2400">
                <a:latin typeface="Didact Gothic"/>
                <a:ea typeface="Didact Gothic"/>
                <a:cs typeface="Didact Gothic"/>
                <a:sym typeface="Didact Gothic"/>
              </a:defRPr>
            </a:lvl4pPr>
            <a:lvl5pPr lvl="4">
              <a:lnSpc>
                <a:spcPct val="100000"/>
              </a:lnSpc>
              <a:spcBef>
                <a:spcPts val="0"/>
              </a:spcBef>
              <a:spcAft>
                <a:spcPts val="0"/>
              </a:spcAft>
              <a:buNone/>
              <a:defRPr sz="2400">
                <a:latin typeface="Didact Gothic"/>
                <a:ea typeface="Didact Gothic"/>
                <a:cs typeface="Didact Gothic"/>
                <a:sym typeface="Didact Gothic"/>
              </a:defRPr>
            </a:lvl5pPr>
            <a:lvl6pPr lvl="5">
              <a:lnSpc>
                <a:spcPct val="100000"/>
              </a:lnSpc>
              <a:spcBef>
                <a:spcPts val="0"/>
              </a:spcBef>
              <a:spcAft>
                <a:spcPts val="0"/>
              </a:spcAft>
              <a:buNone/>
              <a:defRPr sz="2400">
                <a:latin typeface="Didact Gothic"/>
                <a:ea typeface="Didact Gothic"/>
                <a:cs typeface="Didact Gothic"/>
                <a:sym typeface="Didact Gothic"/>
              </a:defRPr>
            </a:lvl6pPr>
            <a:lvl7pPr lvl="6">
              <a:lnSpc>
                <a:spcPct val="100000"/>
              </a:lnSpc>
              <a:spcBef>
                <a:spcPts val="0"/>
              </a:spcBef>
              <a:spcAft>
                <a:spcPts val="0"/>
              </a:spcAft>
              <a:buNone/>
              <a:defRPr sz="2400">
                <a:latin typeface="Didact Gothic"/>
                <a:ea typeface="Didact Gothic"/>
                <a:cs typeface="Didact Gothic"/>
                <a:sym typeface="Didact Gothic"/>
              </a:defRPr>
            </a:lvl7pPr>
            <a:lvl8pPr lvl="7">
              <a:lnSpc>
                <a:spcPct val="100000"/>
              </a:lnSpc>
              <a:spcBef>
                <a:spcPts val="0"/>
              </a:spcBef>
              <a:spcAft>
                <a:spcPts val="0"/>
              </a:spcAft>
              <a:buNone/>
              <a:defRPr sz="2400">
                <a:latin typeface="Didact Gothic"/>
                <a:ea typeface="Didact Gothic"/>
                <a:cs typeface="Didact Gothic"/>
                <a:sym typeface="Didact Gothic"/>
              </a:defRPr>
            </a:lvl8pPr>
            <a:lvl9pPr lvl="8">
              <a:lnSpc>
                <a:spcPct val="100000"/>
              </a:lnSpc>
              <a:spcBef>
                <a:spcPts val="0"/>
              </a:spcBef>
              <a:spcAft>
                <a:spcPts val="0"/>
              </a:spcAft>
              <a:buNone/>
              <a:defRPr sz="2400">
                <a:latin typeface="Didact Gothic"/>
                <a:ea typeface="Didact Gothic"/>
                <a:cs typeface="Didact Gothic"/>
                <a:sym typeface="Didact Gothic"/>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
    <p:spTree>
      <p:nvGrpSpPr>
        <p:cNvPr id="3422" name="Shape 3422"/>
        <p:cNvGrpSpPr/>
        <p:nvPr/>
      </p:nvGrpSpPr>
      <p:grpSpPr>
        <a:xfrm>
          <a:off x="0" y="0"/>
          <a:ext cx="0" cy="0"/>
          <a:chOff x="0" y="0"/>
          <a:chExt cx="0" cy="0"/>
        </a:xfrm>
      </p:grpSpPr>
      <p:sp>
        <p:nvSpPr>
          <p:cNvPr id="3423" name="Google Shape;3423;p57"/>
          <p:cNvSpPr txBox="1"/>
          <p:nvPr/>
        </p:nvSpPr>
        <p:spPr>
          <a:xfrm>
            <a:off x="869150" y="3470925"/>
            <a:ext cx="3391800" cy="537600"/>
          </a:xfrm>
          <a:prstGeom prst="rect">
            <a:avLst/>
          </a:prstGeom>
          <a:noFill/>
          <a:ln>
            <a:noFill/>
          </a:ln>
        </p:spPr>
        <p:txBody>
          <a:bodyPr anchorCtr="0" anchor="t" bIns="91425" lIns="91425" spcFirstLastPara="1" rIns="91425" wrap="square" tIns="0">
            <a:noAutofit/>
          </a:bodyPr>
          <a:lstStyle/>
          <a:p>
            <a:pPr indent="0" lvl="0" marL="0" rtl="0" algn="l">
              <a:lnSpc>
                <a:spcPct val="100000"/>
              </a:lnSpc>
              <a:spcBef>
                <a:spcPts val="300"/>
              </a:spcBef>
              <a:spcAft>
                <a:spcPts val="0"/>
              </a:spcAft>
              <a:buNone/>
            </a:pPr>
            <a:r>
              <a:rPr b="1" lang="en" sz="1200">
                <a:solidFill>
                  <a:schemeClr val="dk2"/>
                </a:solidFill>
                <a:latin typeface="Didact Gothic"/>
                <a:ea typeface="Didact Gothic"/>
                <a:cs typeface="Didact Gothic"/>
                <a:sym typeface="Didact Gothic"/>
              </a:rPr>
              <a:t>CREDITS</a:t>
            </a:r>
            <a:r>
              <a:rPr lang="en" sz="1200">
                <a:solidFill>
                  <a:schemeClr val="dk2"/>
                </a:solidFill>
                <a:latin typeface="Didact Gothic"/>
                <a:ea typeface="Didact Gothic"/>
                <a:cs typeface="Didact Gothic"/>
                <a:sym typeface="Didact Gothic"/>
              </a:rPr>
              <a:t>: This presentation template was created by </a:t>
            </a:r>
            <a:r>
              <a:rPr b="1" lang="en" sz="1200">
                <a:solidFill>
                  <a:schemeClr val="dk2"/>
                </a:solidFill>
                <a:uFill>
                  <a:noFill/>
                </a:uFill>
                <a:latin typeface="Didact Gothic"/>
                <a:ea typeface="Didact Gothic"/>
                <a:cs typeface="Didact Gothic"/>
                <a:sym typeface="Didact Gothic"/>
                <a:hlinkClick r:id="rId2">
                  <a:extLst>
                    <a:ext uri="{A12FA001-AC4F-418D-AE19-62706E023703}">
                      <ahyp:hlinkClr val="tx"/>
                    </a:ext>
                  </a:extLst>
                </a:hlinkClick>
              </a:rPr>
              <a:t>Slidesgo</a:t>
            </a:r>
            <a:r>
              <a:rPr lang="en" sz="1200">
                <a:solidFill>
                  <a:schemeClr val="dk2"/>
                </a:solidFill>
                <a:latin typeface="Didact Gothic"/>
                <a:ea typeface="Didact Gothic"/>
                <a:cs typeface="Didact Gothic"/>
                <a:sym typeface="Didact Gothic"/>
              </a:rPr>
              <a:t>, including icons by </a:t>
            </a:r>
            <a:r>
              <a:rPr b="1" lang="en" sz="1200">
                <a:solidFill>
                  <a:schemeClr val="dk2"/>
                </a:solidFill>
                <a:uFill>
                  <a:noFill/>
                </a:uFill>
                <a:latin typeface="Didact Gothic"/>
                <a:ea typeface="Didact Gothic"/>
                <a:cs typeface="Didact Gothic"/>
                <a:sym typeface="Didact Gothic"/>
                <a:hlinkClick r:id="rId3">
                  <a:extLst>
                    <a:ext uri="{A12FA001-AC4F-418D-AE19-62706E023703}">
                      <ahyp:hlinkClr val="tx"/>
                    </a:ext>
                  </a:extLst>
                </a:hlinkClick>
              </a:rPr>
              <a:t>Flaticon</a:t>
            </a:r>
            <a:r>
              <a:rPr lang="en" sz="1200">
                <a:solidFill>
                  <a:schemeClr val="dk2"/>
                </a:solidFill>
                <a:latin typeface="Didact Gothic"/>
                <a:ea typeface="Didact Gothic"/>
                <a:cs typeface="Didact Gothic"/>
                <a:sym typeface="Didact Gothic"/>
              </a:rPr>
              <a:t>, and infographics &amp; images by </a:t>
            </a:r>
            <a:r>
              <a:rPr b="1" lang="en" sz="1200">
                <a:solidFill>
                  <a:schemeClr val="dk2"/>
                </a:solidFill>
                <a:uFill>
                  <a:noFill/>
                </a:uFill>
                <a:latin typeface="Didact Gothic"/>
                <a:ea typeface="Didact Gothic"/>
                <a:cs typeface="Didact Gothic"/>
                <a:sym typeface="Didact Gothic"/>
                <a:hlinkClick r:id="rId4">
                  <a:extLst>
                    <a:ext uri="{A12FA001-AC4F-418D-AE19-62706E023703}">
                      <ahyp:hlinkClr val="tx"/>
                    </a:ext>
                  </a:extLst>
                </a:hlinkClick>
              </a:rPr>
              <a:t>Freepik</a:t>
            </a:r>
            <a:endParaRPr b="1" sz="1200">
              <a:solidFill>
                <a:schemeClr val="dk2"/>
              </a:solidFill>
              <a:latin typeface="Didact Gothic"/>
              <a:ea typeface="Didact Gothic"/>
              <a:cs typeface="Didact Gothic"/>
              <a:sym typeface="Didact Gothic"/>
            </a:endParaRPr>
          </a:p>
        </p:txBody>
      </p:sp>
      <p:sp>
        <p:nvSpPr>
          <p:cNvPr id="3424" name="Google Shape;3424;p57"/>
          <p:cNvSpPr txBox="1"/>
          <p:nvPr>
            <p:ph type="ctrTitle"/>
          </p:nvPr>
        </p:nvSpPr>
        <p:spPr>
          <a:xfrm>
            <a:off x="869150" y="730848"/>
            <a:ext cx="4995300" cy="9417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6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425" name="Google Shape;3425;p57"/>
          <p:cNvSpPr txBox="1"/>
          <p:nvPr>
            <p:ph idx="1" type="subTitle"/>
          </p:nvPr>
        </p:nvSpPr>
        <p:spPr>
          <a:xfrm>
            <a:off x="869150" y="1835103"/>
            <a:ext cx="3580500" cy="1401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Font typeface="Didact Gothic"/>
              <a:buNone/>
              <a:defRPr sz="1400">
                <a:latin typeface="Didact Gothic"/>
                <a:ea typeface="Didact Gothic"/>
                <a:cs typeface="Didact Gothic"/>
                <a:sym typeface="Didact Gothic"/>
              </a:defRPr>
            </a:lvl1pPr>
            <a:lvl2pPr lvl="1" algn="ctr">
              <a:lnSpc>
                <a:spcPct val="100000"/>
              </a:lnSpc>
              <a:spcBef>
                <a:spcPts val="0"/>
              </a:spcBef>
              <a:spcAft>
                <a:spcPts val="0"/>
              </a:spcAft>
              <a:buSzPts val="2800"/>
              <a:buFont typeface="Didact Gothic"/>
              <a:buNone/>
              <a:defRPr sz="2800">
                <a:latin typeface="Didact Gothic"/>
                <a:ea typeface="Didact Gothic"/>
                <a:cs typeface="Didact Gothic"/>
                <a:sym typeface="Didact Gothic"/>
              </a:defRPr>
            </a:lvl2pPr>
            <a:lvl3pPr lvl="2" algn="ctr">
              <a:lnSpc>
                <a:spcPct val="100000"/>
              </a:lnSpc>
              <a:spcBef>
                <a:spcPts val="0"/>
              </a:spcBef>
              <a:spcAft>
                <a:spcPts val="0"/>
              </a:spcAft>
              <a:buSzPts val="2800"/>
              <a:buFont typeface="Didact Gothic"/>
              <a:buNone/>
              <a:defRPr sz="2800">
                <a:latin typeface="Didact Gothic"/>
                <a:ea typeface="Didact Gothic"/>
                <a:cs typeface="Didact Gothic"/>
                <a:sym typeface="Didact Gothic"/>
              </a:defRPr>
            </a:lvl3pPr>
            <a:lvl4pPr lvl="3" algn="ctr">
              <a:lnSpc>
                <a:spcPct val="100000"/>
              </a:lnSpc>
              <a:spcBef>
                <a:spcPts val="0"/>
              </a:spcBef>
              <a:spcAft>
                <a:spcPts val="0"/>
              </a:spcAft>
              <a:buSzPts val="2800"/>
              <a:buFont typeface="Didact Gothic"/>
              <a:buNone/>
              <a:defRPr sz="2800">
                <a:latin typeface="Didact Gothic"/>
                <a:ea typeface="Didact Gothic"/>
                <a:cs typeface="Didact Gothic"/>
                <a:sym typeface="Didact Gothic"/>
              </a:defRPr>
            </a:lvl4pPr>
            <a:lvl5pPr lvl="4" algn="ctr">
              <a:lnSpc>
                <a:spcPct val="100000"/>
              </a:lnSpc>
              <a:spcBef>
                <a:spcPts val="0"/>
              </a:spcBef>
              <a:spcAft>
                <a:spcPts val="0"/>
              </a:spcAft>
              <a:buSzPts val="2800"/>
              <a:buFont typeface="Didact Gothic"/>
              <a:buNone/>
              <a:defRPr sz="2800">
                <a:latin typeface="Didact Gothic"/>
                <a:ea typeface="Didact Gothic"/>
                <a:cs typeface="Didact Gothic"/>
                <a:sym typeface="Didact Gothic"/>
              </a:defRPr>
            </a:lvl5pPr>
            <a:lvl6pPr lvl="5" algn="ctr">
              <a:lnSpc>
                <a:spcPct val="100000"/>
              </a:lnSpc>
              <a:spcBef>
                <a:spcPts val="0"/>
              </a:spcBef>
              <a:spcAft>
                <a:spcPts val="0"/>
              </a:spcAft>
              <a:buSzPts val="2800"/>
              <a:buFont typeface="Didact Gothic"/>
              <a:buNone/>
              <a:defRPr sz="2800">
                <a:latin typeface="Didact Gothic"/>
                <a:ea typeface="Didact Gothic"/>
                <a:cs typeface="Didact Gothic"/>
                <a:sym typeface="Didact Gothic"/>
              </a:defRPr>
            </a:lvl6pPr>
            <a:lvl7pPr lvl="6" algn="ctr">
              <a:lnSpc>
                <a:spcPct val="100000"/>
              </a:lnSpc>
              <a:spcBef>
                <a:spcPts val="0"/>
              </a:spcBef>
              <a:spcAft>
                <a:spcPts val="0"/>
              </a:spcAft>
              <a:buSzPts val="2800"/>
              <a:buFont typeface="Didact Gothic"/>
              <a:buNone/>
              <a:defRPr sz="2800">
                <a:latin typeface="Didact Gothic"/>
                <a:ea typeface="Didact Gothic"/>
                <a:cs typeface="Didact Gothic"/>
                <a:sym typeface="Didact Gothic"/>
              </a:defRPr>
            </a:lvl7pPr>
            <a:lvl8pPr lvl="7" algn="ctr">
              <a:lnSpc>
                <a:spcPct val="100000"/>
              </a:lnSpc>
              <a:spcBef>
                <a:spcPts val="0"/>
              </a:spcBef>
              <a:spcAft>
                <a:spcPts val="0"/>
              </a:spcAft>
              <a:buSzPts val="2800"/>
              <a:buFont typeface="Didact Gothic"/>
              <a:buNone/>
              <a:defRPr sz="2800">
                <a:latin typeface="Didact Gothic"/>
                <a:ea typeface="Didact Gothic"/>
                <a:cs typeface="Didact Gothic"/>
                <a:sym typeface="Didact Gothic"/>
              </a:defRPr>
            </a:lvl8pPr>
            <a:lvl9pPr lvl="8" algn="ctr">
              <a:lnSpc>
                <a:spcPct val="100000"/>
              </a:lnSpc>
              <a:spcBef>
                <a:spcPts val="0"/>
              </a:spcBef>
              <a:spcAft>
                <a:spcPts val="0"/>
              </a:spcAft>
              <a:buSzPts val="2800"/>
              <a:buFont typeface="Didact Gothic"/>
              <a:buNone/>
              <a:defRPr sz="2800">
                <a:latin typeface="Didact Gothic"/>
                <a:ea typeface="Didact Gothic"/>
                <a:cs typeface="Didact Gothic"/>
                <a:sym typeface="Didact Gothic"/>
              </a:defRPr>
            </a:lvl9pPr>
          </a:lstStyle>
          <a:p/>
        </p:txBody>
      </p:sp>
      <p:sp>
        <p:nvSpPr>
          <p:cNvPr id="3426" name="Google Shape;3426;p57"/>
          <p:cNvSpPr/>
          <p:nvPr/>
        </p:nvSpPr>
        <p:spPr>
          <a:xfrm>
            <a:off x="0" y="75"/>
            <a:ext cx="5199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hoto">
  <p:cSld name="MAIN_POINT_1">
    <p:spTree>
      <p:nvGrpSpPr>
        <p:cNvPr id="3427" name="Shape 3427"/>
        <p:cNvGrpSpPr/>
        <p:nvPr/>
      </p:nvGrpSpPr>
      <p:grpSpPr>
        <a:xfrm>
          <a:off x="0" y="0"/>
          <a:ext cx="0" cy="0"/>
          <a:chOff x="0" y="0"/>
          <a:chExt cx="0" cy="0"/>
        </a:xfrm>
      </p:grpSpPr>
      <p:sp>
        <p:nvSpPr>
          <p:cNvPr id="3428" name="Google Shape;3428;p58"/>
          <p:cNvSpPr txBox="1"/>
          <p:nvPr>
            <p:ph type="title"/>
          </p:nvPr>
        </p:nvSpPr>
        <p:spPr>
          <a:xfrm>
            <a:off x="720725" y="1622600"/>
            <a:ext cx="7702500" cy="189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b="1"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
    <p:spTree>
      <p:nvGrpSpPr>
        <p:cNvPr id="3429" name="Shape 3429"/>
        <p:cNvGrpSpPr/>
        <p:nvPr/>
      </p:nvGrpSpPr>
      <p:grpSpPr>
        <a:xfrm>
          <a:off x="0" y="0"/>
          <a:ext cx="0" cy="0"/>
          <a:chOff x="0" y="0"/>
          <a:chExt cx="0" cy="0"/>
        </a:xfrm>
      </p:grpSpPr>
      <p:sp>
        <p:nvSpPr>
          <p:cNvPr id="3430" name="Google Shape;3430;p59"/>
          <p:cNvSpPr/>
          <p:nvPr/>
        </p:nvSpPr>
        <p:spPr>
          <a:xfrm>
            <a:off x="0" y="50"/>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31" name="Google Shape;3431;p59"/>
          <p:cNvGrpSpPr/>
          <p:nvPr/>
        </p:nvGrpSpPr>
        <p:grpSpPr>
          <a:xfrm>
            <a:off x="2007245" y="199238"/>
            <a:ext cx="5125116" cy="4745019"/>
            <a:chOff x="2009438" y="199238"/>
            <a:chExt cx="5125116" cy="4745019"/>
          </a:xfrm>
        </p:grpSpPr>
        <p:grpSp>
          <p:nvGrpSpPr>
            <p:cNvPr id="3432" name="Google Shape;3432;p59"/>
            <p:cNvGrpSpPr/>
            <p:nvPr/>
          </p:nvGrpSpPr>
          <p:grpSpPr>
            <a:xfrm>
              <a:off x="2009438" y="199238"/>
              <a:ext cx="2562542" cy="4745019"/>
              <a:chOff x="2009438" y="199238"/>
              <a:chExt cx="2562542" cy="4745019"/>
            </a:xfrm>
          </p:grpSpPr>
          <p:sp>
            <p:nvSpPr>
              <p:cNvPr id="3433" name="Google Shape;3433;p59"/>
              <p:cNvSpPr/>
              <p:nvPr/>
            </p:nvSpPr>
            <p:spPr>
              <a:xfrm>
                <a:off x="3246298" y="633329"/>
                <a:ext cx="530468" cy="225316"/>
              </a:xfrm>
              <a:custGeom>
                <a:rect b="b" l="l" r="r" t="t"/>
                <a:pathLst>
                  <a:path extrusionOk="0" h="9951" w="23428">
                    <a:moveTo>
                      <a:pt x="15628" y="0"/>
                    </a:moveTo>
                    <a:cubicBezTo>
                      <a:pt x="13975" y="0"/>
                      <a:pt x="12192" y="199"/>
                      <a:pt x="10412" y="744"/>
                    </a:cubicBezTo>
                    <a:cubicBezTo>
                      <a:pt x="3945" y="2748"/>
                      <a:pt x="0" y="8595"/>
                      <a:pt x="0" y="8595"/>
                    </a:cubicBezTo>
                    <a:cubicBezTo>
                      <a:pt x="0" y="8595"/>
                      <a:pt x="3433" y="9951"/>
                      <a:pt x="7775" y="9951"/>
                    </a:cubicBezTo>
                    <a:cubicBezTo>
                      <a:pt x="9435" y="9951"/>
                      <a:pt x="11228" y="9752"/>
                      <a:pt x="13012" y="9203"/>
                    </a:cubicBezTo>
                    <a:cubicBezTo>
                      <a:pt x="19483" y="7216"/>
                      <a:pt x="23428" y="1374"/>
                      <a:pt x="23428" y="1374"/>
                    </a:cubicBezTo>
                    <a:cubicBezTo>
                      <a:pt x="23428" y="1374"/>
                      <a:pt x="19982" y="0"/>
                      <a:pt x="156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59"/>
              <p:cNvSpPr/>
              <p:nvPr/>
            </p:nvSpPr>
            <p:spPr>
              <a:xfrm>
                <a:off x="3178912" y="295539"/>
                <a:ext cx="341426" cy="450540"/>
              </a:xfrm>
              <a:custGeom>
                <a:rect b="b" l="l" r="r" t="t"/>
                <a:pathLst>
                  <a:path extrusionOk="0" h="19898" w="15079">
                    <a:moveTo>
                      <a:pt x="14694" y="1"/>
                    </a:moveTo>
                    <a:cubicBezTo>
                      <a:pt x="14694" y="1"/>
                      <a:pt x="7893" y="1878"/>
                      <a:pt x="3953" y="7372"/>
                    </a:cubicBezTo>
                    <a:cubicBezTo>
                      <a:pt x="1" y="12864"/>
                      <a:pt x="393" y="19898"/>
                      <a:pt x="393" y="19898"/>
                    </a:cubicBezTo>
                    <a:cubicBezTo>
                      <a:pt x="393" y="19898"/>
                      <a:pt x="7183" y="18029"/>
                      <a:pt x="11122" y="12534"/>
                    </a:cubicBezTo>
                    <a:cubicBezTo>
                      <a:pt x="15079" y="7043"/>
                      <a:pt x="14694" y="9"/>
                      <a:pt x="146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59"/>
              <p:cNvSpPr/>
              <p:nvPr/>
            </p:nvSpPr>
            <p:spPr>
              <a:xfrm>
                <a:off x="2759493" y="974561"/>
                <a:ext cx="500014" cy="260072"/>
              </a:xfrm>
              <a:custGeom>
                <a:rect b="b" l="l" r="r" t="t"/>
                <a:pathLst>
                  <a:path extrusionOk="0" h="11486" w="22083">
                    <a:moveTo>
                      <a:pt x="17552" y="0"/>
                    </a:moveTo>
                    <a:cubicBezTo>
                      <a:pt x="15129" y="0"/>
                      <a:pt x="12048" y="364"/>
                      <a:pt x="9135" y="1763"/>
                    </a:cubicBezTo>
                    <a:cubicBezTo>
                      <a:pt x="3031" y="4693"/>
                      <a:pt x="0" y="11045"/>
                      <a:pt x="0" y="11045"/>
                    </a:cubicBezTo>
                    <a:cubicBezTo>
                      <a:pt x="0" y="11045"/>
                      <a:pt x="1877" y="11486"/>
                      <a:pt x="4545" y="11486"/>
                    </a:cubicBezTo>
                    <a:cubicBezTo>
                      <a:pt x="6975" y="11486"/>
                      <a:pt x="10056" y="11118"/>
                      <a:pt x="12965" y="9723"/>
                    </a:cubicBezTo>
                    <a:cubicBezTo>
                      <a:pt x="19052" y="6806"/>
                      <a:pt x="22083" y="440"/>
                      <a:pt x="22083" y="440"/>
                    </a:cubicBezTo>
                    <a:cubicBezTo>
                      <a:pt x="22083" y="440"/>
                      <a:pt x="20210" y="0"/>
                      <a:pt x="175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59"/>
              <p:cNvSpPr/>
              <p:nvPr/>
            </p:nvSpPr>
            <p:spPr>
              <a:xfrm>
                <a:off x="2657146" y="659255"/>
                <a:ext cx="318172" cy="493539"/>
              </a:xfrm>
              <a:custGeom>
                <a:rect b="b" l="l" r="r" t="t"/>
                <a:pathLst>
                  <a:path extrusionOk="0" h="21797" w="14052">
                    <a:moveTo>
                      <a:pt x="12611" y="1"/>
                    </a:moveTo>
                    <a:cubicBezTo>
                      <a:pt x="12611" y="1"/>
                      <a:pt x="6173" y="2859"/>
                      <a:pt x="3079" y="8865"/>
                    </a:cubicBezTo>
                    <a:cubicBezTo>
                      <a:pt x="1" y="14893"/>
                      <a:pt x="1421" y="21796"/>
                      <a:pt x="1421" y="21796"/>
                    </a:cubicBezTo>
                    <a:cubicBezTo>
                      <a:pt x="1421" y="21796"/>
                      <a:pt x="7863" y="18930"/>
                      <a:pt x="10958" y="12911"/>
                    </a:cubicBezTo>
                    <a:cubicBezTo>
                      <a:pt x="14052" y="6900"/>
                      <a:pt x="12611" y="1"/>
                      <a:pt x="126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59"/>
              <p:cNvSpPr/>
              <p:nvPr/>
            </p:nvSpPr>
            <p:spPr>
              <a:xfrm>
                <a:off x="2448783" y="1402697"/>
                <a:ext cx="400319" cy="383836"/>
              </a:xfrm>
              <a:custGeom>
                <a:rect b="b" l="l" r="r" t="t"/>
                <a:pathLst>
                  <a:path extrusionOk="0" h="16952" w="17680">
                    <a:moveTo>
                      <a:pt x="17679" y="0"/>
                    </a:moveTo>
                    <a:cubicBezTo>
                      <a:pt x="17674" y="0"/>
                      <a:pt x="10658" y="597"/>
                      <a:pt x="5775" y="5281"/>
                    </a:cubicBezTo>
                    <a:cubicBezTo>
                      <a:pt x="893" y="9968"/>
                      <a:pt x="1" y="16952"/>
                      <a:pt x="1" y="16952"/>
                    </a:cubicBezTo>
                    <a:cubicBezTo>
                      <a:pt x="1" y="16952"/>
                      <a:pt x="7017" y="16355"/>
                      <a:pt x="11900" y="11672"/>
                    </a:cubicBezTo>
                    <a:cubicBezTo>
                      <a:pt x="16782" y="6988"/>
                      <a:pt x="17679" y="0"/>
                      <a:pt x="176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59"/>
              <p:cNvSpPr/>
              <p:nvPr/>
            </p:nvSpPr>
            <p:spPr>
              <a:xfrm>
                <a:off x="2280137" y="1192206"/>
                <a:ext cx="245898" cy="547813"/>
              </a:xfrm>
              <a:custGeom>
                <a:rect b="b" l="l" r="r" t="t"/>
                <a:pathLst>
                  <a:path extrusionOk="0" h="24194" w="10860">
                    <a:moveTo>
                      <a:pt x="7364" y="1"/>
                    </a:moveTo>
                    <a:cubicBezTo>
                      <a:pt x="7364" y="1"/>
                      <a:pt x="2135" y="4727"/>
                      <a:pt x="1061" y="11397"/>
                    </a:cubicBezTo>
                    <a:cubicBezTo>
                      <a:pt x="0" y="18085"/>
                      <a:pt x="3513" y="24193"/>
                      <a:pt x="3513" y="24193"/>
                    </a:cubicBezTo>
                    <a:cubicBezTo>
                      <a:pt x="3513" y="24193"/>
                      <a:pt x="8737" y="19480"/>
                      <a:pt x="9803" y="12784"/>
                    </a:cubicBezTo>
                    <a:cubicBezTo>
                      <a:pt x="10860" y="6100"/>
                      <a:pt x="7364" y="1"/>
                      <a:pt x="73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59"/>
              <p:cNvSpPr/>
              <p:nvPr/>
            </p:nvSpPr>
            <p:spPr>
              <a:xfrm>
                <a:off x="2259463" y="2002377"/>
                <a:ext cx="331781" cy="471507"/>
              </a:xfrm>
              <a:custGeom>
                <a:rect b="b" l="l" r="r" t="t"/>
                <a:pathLst>
                  <a:path extrusionOk="0" h="20824" w="14653">
                    <a:moveTo>
                      <a:pt x="13790" y="0"/>
                    </a:moveTo>
                    <a:cubicBezTo>
                      <a:pt x="13790" y="0"/>
                      <a:pt x="7135" y="2334"/>
                      <a:pt x="3559" y="8074"/>
                    </a:cubicBezTo>
                    <a:cubicBezTo>
                      <a:pt x="0" y="13818"/>
                      <a:pt x="867" y="20824"/>
                      <a:pt x="867" y="20824"/>
                    </a:cubicBezTo>
                    <a:cubicBezTo>
                      <a:pt x="867" y="20824"/>
                      <a:pt x="7520" y="18485"/>
                      <a:pt x="11080" y="12745"/>
                    </a:cubicBezTo>
                    <a:cubicBezTo>
                      <a:pt x="14652" y="7001"/>
                      <a:pt x="13790" y="0"/>
                      <a:pt x="137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59"/>
              <p:cNvSpPr/>
              <p:nvPr/>
            </p:nvSpPr>
            <p:spPr>
              <a:xfrm>
                <a:off x="2041410" y="1898219"/>
                <a:ext cx="227829" cy="552386"/>
              </a:xfrm>
              <a:custGeom>
                <a:rect b="b" l="l" r="r" t="t"/>
                <a:pathLst>
                  <a:path extrusionOk="0" h="24396" w="10062">
                    <a:moveTo>
                      <a:pt x="3890" y="0"/>
                    </a:moveTo>
                    <a:cubicBezTo>
                      <a:pt x="3890" y="0"/>
                      <a:pt x="0" y="5877"/>
                      <a:pt x="626" y="12610"/>
                    </a:cubicBezTo>
                    <a:cubicBezTo>
                      <a:pt x="1256" y="19345"/>
                      <a:pt x="6155" y="24396"/>
                      <a:pt x="6155" y="24396"/>
                    </a:cubicBezTo>
                    <a:cubicBezTo>
                      <a:pt x="6155" y="24396"/>
                      <a:pt x="10061" y="18520"/>
                      <a:pt x="9435" y="11782"/>
                    </a:cubicBezTo>
                    <a:cubicBezTo>
                      <a:pt x="8805" y="5044"/>
                      <a:pt x="3890" y="0"/>
                      <a:pt x="38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59"/>
              <p:cNvSpPr/>
              <p:nvPr/>
            </p:nvSpPr>
            <p:spPr>
              <a:xfrm>
                <a:off x="2312766" y="2618882"/>
                <a:ext cx="257400" cy="543375"/>
              </a:xfrm>
              <a:custGeom>
                <a:rect b="b" l="l" r="r" t="t"/>
                <a:pathLst>
                  <a:path extrusionOk="0" h="23998" w="11368">
                    <a:moveTo>
                      <a:pt x="8143" y="0"/>
                    </a:moveTo>
                    <a:cubicBezTo>
                      <a:pt x="8143" y="0"/>
                      <a:pt x="2711" y="4486"/>
                      <a:pt x="1353" y="11123"/>
                    </a:cubicBezTo>
                    <a:cubicBezTo>
                      <a:pt x="1" y="17746"/>
                      <a:pt x="3243" y="23998"/>
                      <a:pt x="3243" y="23998"/>
                    </a:cubicBezTo>
                    <a:cubicBezTo>
                      <a:pt x="3243" y="23998"/>
                      <a:pt x="8671" y="19518"/>
                      <a:pt x="10015" y="12893"/>
                    </a:cubicBezTo>
                    <a:cubicBezTo>
                      <a:pt x="11368" y="6261"/>
                      <a:pt x="8143" y="0"/>
                      <a:pt x="8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59"/>
              <p:cNvSpPr/>
              <p:nvPr/>
            </p:nvSpPr>
            <p:spPr>
              <a:xfrm>
                <a:off x="2009438" y="2674765"/>
                <a:ext cx="313395" cy="499946"/>
              </a:xfrm>
              <a:custGeom>
                <a:rect b="b" l="l" r="r" t="t"/>
                <a:pathLst>
                  <a:path extrusionOk="0" h="22080" w="13841">
                    <a:moveTo>
                      <a:pt x="1624" y="1"/>
                    </a:moveTo>
                    <a:lnTo>
                      <a:pt x="1624" y="1"/>
                    </a:lnTo>
                    <a:cubicBezTo>
                      <a:pt x="1624" y="1"/>
                      <a:pt x="0" y="6854"/>
                      <a:pt x="2930" y="12941"/>
                    </a:cubicBezTo>
                    <a:cubicBezTo>
                      <a:pt x="5864" y="19054"/>
                      <a:pt x="12217" y="22080"/>
                      <a:pt x="12217" y="22080"/>
                    </a:cubicBezTo>
                    <a:cubicBezTo>
                      <a:pt x="12217" y="22080"/>
                      <a:pt x="13840" y="15228"/>
                      <a:pt x="10911" y="9119"/>
                    </a:cubicBezTo>
                    <a:cubicBezTo>
                      <a:pt x="7981" y="3028"/>
                      <a:pt x="1624" y="1"/>
                      <a:pt x="16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59"/>
              <p:cNvSpPr/>
              <p:nvPr/>
            </p:nvSpPr>
            <p:spPr>
              <a:xfrm>
                <a:off x="2547666" y="3310720"/>
                <a:ext cx="217187" cy="553926"/>
              </a:xfrm>
              <a:custGeom>
                <a:rect b="b" l="l" r="r" t="t"/>
                <a:pathLst>
                  <a:path extrusionOk="0" h="24464" w="9592">
                    <a:moveTo>
                      <a:pt x="4109" y="1"/>
                    </a:moveTo>
                    <a:cubicBezTo>
                      <a:pt x="4109" y="1"/>
                      <a:pt x="0" y="5724"/>
                      <a:pt x="381" y="12480"/>
                    </a:cubicBezTo>
                    <a:cubicBezTo>
                      <a:pt x="765" y="19230"/>
                      <a:pt x="5479" y="24463"/>
                      <a:pt x="5479" y="24463"/>
                    </a:cubicBezTo>
                    <a:cubicBezTo>
                      <a:pt x="5479" y="24463"/>
                      <a:pt x="9592" y="18735"/>
                      <a:pt x="9207" y="11984"/>
                    </a:cubicBezTo>
                    <a:cubicBezTo>
                      <a:pt x="8827" y="5230"/>
                      <a:pt x="4109" y="1"/>
                      <a:pt x="41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59"/>
              <p:cNvSpPr/>
              <p:nvPr/>
            </p:nvSpPr>
            <p:spPr>
              <a:xfrm>
                <a:off x="2218955" y="3479366"/>
                <a:ext cx="359518" cy="422418"/>
              </a:xfrm>
              <a:custGeom>
                <a:rect b="b" l="l" r="r" t="t"/>
                <a:pathLst>
                  <a:path extrusionOk="0" h="18656" w="15878">
                    <a:moveTo>
                      <a:pt x="1" y="1"/>
                    </a:moveTo>
                    <a:lnTo>
                      <a:pt x="1" y="1"/>
                    </a:lnTo>
                    <a:cubicBezTo>
                      <a:pt x="1" y="1"/>
                      <a:pt x="183" y="7035"/>
                      <a:pt x="4571" y="12200"/>
                    </a:cubicBezTo>
                    <a:cubicBezTo>
                      <a:pt x="8959" y="17341"/>
                      <a:pt x="15878" y="18656"/>
                      <a:pt x="15878" y="18656"/>
                    </a:cubicBezTo>
                    <a:cubicBezTo>
                      <a:pt x="15878" y="18656"/>
                      <a:pt x="15696" y="11622"/>
                      <a:pt x="11309" y="6460"/>
                    </a:cubicBezTo>
                    <a:cubicBezTo>
                      <a:pt x="6921" y="1307"/>
                      <a:pt x="6" y="1"/>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59"/>
              <p:cNvSpPr/>
              <p:nvPr/>
            </p:nvSpPr>
            <p:spPr>
              <a:xfrm>
                <a:off x="2930336" y="3830832"/>
                <a:ext cx="322859" cy="487018"/>
              </a:xfrm>
              <a:custGeom>
                <a:rect b="b" l="l" r="r" t="t"/>
                <a:pathLst>
                  <a:path extrusionOk="0" h="21509" w="14259">
                    <a:moveTo>
                      <a:pt x="1243" y="1"/>
                    </a:moveTo>
                    <a:cubicBezTo>
                      <a:pt x="1243" y="6"/>
                      <a:pt x="0" y="6942"/>
                      <a:pt x="3247" y="12869"/>
                    </a:cubicBezTo>
                    <a:cubicBezTo>
                      <a:pt x="6493" y="18808"/>
                      <a:pt x="12995" y="21509"/>
                      <a:pt x="12995" y="21509"/>
                    </a:cubicBezTo>
                    <a:cubicBezTo>
                      <a:pt x="12995" y="21509"/>
                      <a:pt x="14259" y="14573"/>
                      <a:pt x="11008" y="8629"/>
                    </a:cubicBezTo>
                    <a:cubicBezTo>
                      <a:pt x="7770" y="2703"/>
                      <a:pt x="1247" y="1"/>
                      <a:pt x="12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59"/>
              <p:cNvSpPr/>
              <p:nvPr/>
            </p:nvSpPr>
            <p:spPr>
              <a:xfrm>
                <a:off x="2650375" y="4151300"/>
                <a:ext cx="505969" cy="253098"/>
              </a:xfrm>
              <a:custGeom>
                <a:rect b="b" l="l" r="r" t="t"/>
                <a:pathLst>
                  <a:path extrusionOk="0" h="11178" w="22346">
                    <a:moveTo>
                      <a:pt x="5144" y="1"/>
                    </a:moveTo>
                    <a:cubicBezTo>
                      <a:pt x="2160" y="1"/>
                      <a:pt x="0" y="564"/>
                      <a:pt x="0" y="564"/>
                    </a:cubicBezTo>
                    <a:cubicBezTo>
                      <a:pt x="0" y="564"/>
                      <a:pt x="3196" y="6858"/>
                      <a:pt x="9350" y="9618"/>
                    </a:cubicBezTo>
                    <a:cubicBezTo>
                      <a:pt x="12056" y="10836"/>
                      <a:pt x="14879" y="11178"/>
                      <a:pt x="17205" y="11178"/>
                    </a:cubicBezTo>
                    <a:cubicBezTo>
                      <a:pt x="20190" y="11178"/>
                      <a:pt x="22345" y="10607"/>
                      <a:pt x="22345" y="10607"/>
                    </a:cubicBezTo>
                    <a:cubicBezTo>
                      <a:pt x="22345" y="10607"/>
                      <a:pt x="19154" y="4325"/>
                      <a:pt x="12981" y="1561"/>
                    </a:cubicBezTo>
                    <a:cubicBezTo>
                      <a:pt x="10289" y="339"/>
                      <a:pt x="7465" y="1"/>
                      <a:pt x="51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59"/>
              <p:cNvSpPr/>
              <p:nvPr/>
            </p:nvSpPr>
            <p:spPr>
              <a:xfrm>
                <a:off x="3450268" y="4222807"/>
                <a:ext cx="427287" cy="353970"/>
              </a:xfrm>
              <a:custGeom>
                <a:rect b="b" l="l" r="r" t="t"/>
                <a:pathLst>
                  <a:path extrusionOk="0" h="15633" w="18871">
                    <a:moveTo>
                      <a:pt x="0" y="1"/>
                    </a:moveTo>
                    <a:cubicBezTo>
                      <a:pt x="0" y="1"/>
                      <a:pt x="1404" y="6908"/>
                      <a:pt x="6600" y="11229"/>
                    </a:cubicBezTo>
                    <a:cubicBezTo>
                      <a:pt x="11820" y="15548"/>
                      <a:pt x="18870" y="15633"/>
                      <a:pt x="18870" y="15633"/>
                    </a:cubicBezTo>
                    <a:cubicBezTo>
                      <a:pt x="18870" y="15633"/>
                      <a:pt x="17459" y="8726"/>
                      <a:pt x="12251" y="4410"/>
                    </a:cubicBezTo>
                    <a:cubicBezTo>
                      <a:pt x="7035" y="106"/>
                      <a:pt x="0" y="1"/>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59"/>
              <p:cNvSpPr/>
              <p:nvPr/>
            </p:nvSpPr>
            <p:spPr>
              <a:xfrm>
                <a:off x="3287169" y="4558378"/>
                <a:ext cx="554017" cy="200839"/>
              </a:xfrm>
              <a:custGeom>
                <a:rect b="b" l="l" r="r" t="t"/>
                <a:pathLst>
                  <a:path extrusionOk="0" h="8870" w="24468">
                    <a:moveTo>
                      <a:pt x="11723" y="1"/>
                    </a:moveTo>
                    <a:cubicBezTo>
                      <a:pt x="5281" y="1"/>
                      <a:pt x="0" y="3903"/>
                      <a:pt x="0" y="3903"/>
                    </a:cubicBezTo>
                    <a:cubicBezTo>
                      <a:pt x="0" y="3903"/>
                      <a:pt x="5281" y="8558"/>
                      <a:pt x="12035" y="8857"/>
                    </a:cubicBezTo>
                    <a:cubicBezTo>
                      <a:pt x="12256" y="8862"/>
                      <a:pt x="12479" y="8870"/>
                      <a:pt x="12695" y="8870"/>
                    </a:cubicBezTo>
                    <a:cubicBezTo>
                      <a:pt x="19167" y="8870"/>
                      <a:pt x="24467" y="4968"/>
                      <a:pt x="24467" y="4968"/>
                    </a:cubicBezTo>
                    <a:cubicBezTo>
                      <a:pt x="24467" y="4968"/>
                      <a:pt x="19188" y="314"/>
                      <a:pt x="12416" y="18"/>
                    </a:cubicBezTo>
                    <a:cubicBezTo>
                      <a:pt x="12184" y="5"/>
                      <a:pt x="11955" y="1"/>
                      <a:pt x="117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59"/>
              <p:cNvSpPr/>
              <p:nvPr/>
            </p:nvSpPr>
            <p:spPr>
              <a:xfrm>
                <a:off x="4034915" y="4433094"/>
                <a:ext cx="498882" cy="261815"/>
              </a:xfrm>
              <a:custGeom>
                <a:rect b="b" l="l" r="r" t="t"/>
                <a:pathLst>
                  <a:path extrusionOk="0" h="11563" w="22033">
                    <a:moveTo>
                      <a:pt x="4418" y="1"/>
                    </a:moveTo>
                    <a:cubicBezTo>
                      <a:pt x="1826" y="1"/>
                      <a:pt x="0" y="415"/>
                      <a:pt x="0" y="415"/>
                    </a:cubicBezTo>
                    <a:cubicBezTo>
                      <a:pt x="0" y="415"/>
                      <a:pt x="2998" y="6790"/>
                      <a:pt x="9072" y="9753"/>
                    </a:cubicBezTo>
                    <a:cubicBezTo>
                      <a:pt x="12022" y="11190"/>
                      <a:pt x="15163" y="11562"/>
                      <a:pt x="17611" y="11562"/>
                    </a:cubicBezTo>
                    <a:cubicBezTo>
                      <a:pt x="20206" y="11562"/>
                      <a:pt x="22033" y="11143"/>
                      <a:pt x="22033" y="11143"/>
                    </a:cubicBezTo>
                    <a:cubicBezTo>
                      <a:pt x="22033" y="11143"/>
                      <a:pt x="19036" y="4757"/>
                      <a:pt x="12944" y="1806"/>
                    </a:cubicBezTo>
                    <a:cubicBezTo>
                      <a:pt x="9998" y="373"/>
                      <a:pt x="6869" y="1"/>
                      <a:pt x="44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59"/>
              <p:cNvSpPr/>
              <p:nvPr/>
            </p:nvSpPr>
            <p:spPr>
              <a:xfrm>
                <a:off x="3976450" y="4733749"/>
                <a:ext cx="544235" cy="210507"/>
              </a:xfrm>
              <a:custGeom>
                <a:rect b="b" l="l" r="r" t="t"/>
                <a:pathLst>
                  <a:path extrusionOk="0" h="9297" w="24036">
                    <a:moveTo>
                      <a:pt x="14448" y="1"/>
                    </a:moveTo>
                    <a:cubicBezTo>
                      <a:pt x="13379" y="1"/>
                      <a:pt x="12276" y="93"/>
                      <a:pt x="11155" y="313"/>
                    </a:cubicBezTo>
                    <a:cubicBezTo>
                      <a:pt x="4519" y="1624"/>
                      <a:pt x="0" y="7017"/>
                      <a:pt x="0" y="7017"/>
                    </a:cubicBezTo>
                    <a:cubicBezTo>
                      <a:pt x="0" y="7017"/>
                      <a:pt x="4337" y="9296"/>
                      <a:pt x="9629" y="9296"/>
                    </a:cubicBezTo>
                    <a:cubicBezTo>
                      <a:pt x="10682" y="9296"/>
                      <a:pt x="11773" y="9208"/>
                      <a:pt x="12875" y="8992"/>
                    </a:cubicBezTo>
                    <a:cubicBezTo>
                      <a:pt x="19516" y="7677"/>
                      <a:pt x="24035" y="2266"/>
                      <a:pt x="24035" y="2266"/>
                    </a:cubicBezTo>
                    <a:cubicBezTo>
                      <a:pt x="24035" y="2266"/>
                      <a:pt x="19719" y="1"/>
                      <a:pt x="144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59"/>
              <p:cNvSpPr/>
              <p:nvPr/>
            </p:nvSpPr>
            <p:spPr>
              <a:xfrm>
                <a:off x="3644003" y="199238"/>
                <a:ext cx="474564" cy="292337"/>
              </a:xfrm>
              <a:custGeom>
                <a:rect b="b" l="l" r="r" t="t"/>
                <a:pathLst>
                  <a:path extrusionOk="0" h="12911" w="20959">
                    <a:moveTo>
                      <a:pt x="18735" y="1"/>
                    </a:moveTo>
                    <a:cubicBezTo>
                      <a:pt x="16212" y="1"/>
                      <a:pt x="11947" y="403"/>
                      <a:pt x="8193" y="2668"/>
                    </a:cubicBezTo>
                    <a:cubicBezTo>
                      <a:pt x="2401" y="6176"/>
                      <a:pt x="1" y="12796"/>
                      <a:pt x="1" y="12796"/>
                    </a:cubicBezTo>
                    <a:cubicBezTo>
                      <a:pt x="1" y="12796"/>
                      <a:pt x="859" y="12911"/>
                      <a:pt x="2220" y="12911"/>
                    </a:cubicBezTo>
                    <a:cubicBezTo>
                      <a:pt x="4748" y="12911"/>
                      <a:pt x="9013" y="12517"/>
                      <a:pt x="12780" y="10248"/>
                    </a:cubicBezTo>
                    <a:cubicBezTo>
                      <a:pt x="18558" y="6739"/>
                      <a:pt x="20959" y="120"/>
                      <a:pt x="20959" y="120"/>
                    </a:cubicBezTo>
                    <a:cubicBezTo>
                      <a:pt x="20959" y="120"/>
                      <a:pt x="20101" y="1"/>
                      <a:pt x="187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59"/>
              <p:cNvSpPr/>
              <p:nvPr/>
            </p:nvSpPr>
            <p:spPr>
              <a:xfrm>
                <a:off x="3520236" y="1364792"/>
                <a:ext cx="1051744" cy="2479897"/>
              </a:xfrm>
              <a:custGeom>
                <a:rect b="b" l="l" r="r" t="t"/>
                <a:pathLst>
                  <a:path extrusionOk="0" h="109524" w="46450">
                    <a:moveTo>
                      <a:pt x="1" y="0"/>
                    </a:moveTo>
                    <a:lnTo>
                      <a:pt x="1" y="25744"/>
                    </a:lnTo>
                    <a:lnTo>
                      <a:pt x="6731" y="25744"/>
                    </a:lnTo>
                    <a:lnTo>
                      <a:pt x="6731" y="92281"/>
                    </a:lnTo>
                    <a:lnTo>
                      <a:pt x="23276" y="109524"/>
                    </a:lnTo>
                    <a:lnTo>
                      <a:pt x="46450" y="109524"/>
                    </a:lnTo>
                    <a:lnTo>
                      <a:pt x="46450" y="101187"/>
                    </a:lnTo>
                    <a:lnTo>
                      <a:pt x="26163" y="101187"/>
                    </a:lnTo>
                    <a:lnTo>
                      <a:pt x="14517" y="89397"/>
                    </a:lnTo>
                    <a:lnTo>
                      <a:pt x="14517" y="17395"/>
                    </a:lnTo>
                    <a:lnTo>
                      <a:pt x="7779" y="17395"/>
                    </a:lnTo>
                    <a:lnTo>
                      <a:pt x="7779" y="8345"/>
                    </a:lnTo>
                    <a:lnTo>
                      <a:pt x="30018" y="8345"/>
                    </a:lnTo>
                    <a:lnTo>
                      <a:pt x="30018" y="17395"/>
                    </a:lnTo>
                    <a:lnTo>
                      <a:pt x="26015" y="17395"/>
                    </a:lnTo>
                    <a:lnTo>
                      <a:pt x="26015" y="87300"/>
                    </a:lnTo>
                    <a:lnTo>
                      <a:pt x="31003" y="92281"/>
                    </a:lnTo>
                    <a:lnTo>
                      <a:pt x="46450" y="92281"/>
                    </a:lnTo>
                    <a:lnTo>
                      <a:pt x="46450" y="83936"/>
                    </a:lnTo>
                    <a:lnTo>
                      <a:pt x="34647" y="83936"/>
                    </a:lnTo>
                    <a:lnTo>
                      <a:pt x="34647" y="24126"/>
                    </a:lnTo>
                    <a:lnTo>
                      <a:pt x="38498" y="24126"/>
                    </a:lnTo>
                    <a:lnTo>
                      <a:pt x="384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3" name="Google Shape;3453;p59"/>
            <p:cNvGrpSpPr/>
            <p:nvPr/>
          </p:nvGrpSpPr>
          <p:grpSpPr>
            <a:xfrm>
              <a:off x="4571989" y="199238"/>
              <a:ext cx="2562564" cy="4745019"/>
              <a:chOff x="4571989" y="199238"/>
              <a:chExt cx="2562564" cy="4745019"/>
            </a:xfrm>
          </p:grpSpPr>
          <p:sp>
            <p:nvSpPr>
              <p:cNvPr id="3454" name="Google Shape;3454;p59"/>
              <p:cNvSpPr/>
              <p:nvPr/>
            </p:nvSpPr>
            <p:spPr>
              <a:xfrm>
                <a:off x="5367670" y="633329"/>
                <a:ext cx="529993" cy="225316"/>
              </a:xfrm>
              <a:custGeom>
                <a:rect b="b" l="l" r="r" t="t"/>
                <a:pathLst>
                  <a:path extrusionOk="0" h="9951" w="23407">
                    <a:moveTo>
                      <a:pt x="7783" y="0"/>
                    </a:moveTo>
                    <a:cubicBezTo>
                      <a:pt x="3438" y="0"/>
                      <a:pt x="1" y="1374"/>
                      <a:pt x="1" y="1374"/>
                    </a:cubicBezTo>
                    <a:cubicBezTo>
                      <a:pt x="1" y="1374"/>
                      <a:pt x="3924" y="7216"/>
                      <a:pt x="10396" y="9203"/>
                    </a:cubicBezTo>
                    <a:cubicBezTo>
                      <a:pt x="12179" y="9752"/>
                      <a:pt x="13976" y="9951"/>
                      <a:pt x="15638" y="9951"/>
                    </a:cubicBezTo>
                    <a:cubicBezTo>
                      <a:pt x="19975" y="9951"/>
                      <a:pt x="23407" y="8595"/>
                      <a:pt x="23407" y="8595"/>
                    </a:cubicBezTo>
                    <a:cubicBezTo>
                      <a:pt x="23407" y="8595"/>
                      <a:pt x="19468" y="2748"/>
                      <a:pt x="12995" y="744"/>
                    </a:cubicBezTo>
                    <a:cubicBezTo>
                      <a:pt x="11215" y="199"/>
                      <a:pt x="9436" y="0"/>
                      <a:pt x="7783"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59"/>
              <p:cNvSpPr/>
              <p:nvPr/>
            </p:nvSpPr>
            <p:spPr>
              <a:xfrm>
                <a:off x="5623719" y="295539"/>
                <a:ext cx="341426" cy="450540"/>
              </a:xfrm>
              <a:custGeom>
                <a:rect b="b" l="l" r="r" t="t"/>
                <a:pathLst>
                  <a:path extrusionOk="0" h="19898" w="15079">
                    <a:moveTo>
                      <a:pt x="393" y="1"/>
                    </a:moveTo>
                    <a:cubicBezTo>
                      <a:pt x="393" y="9"/>
                      <a:pt x="1" y="7043"/>
                      <a:pt x="3953" y="12534"/>
                    </a:cubicBezTo>
                    <a:cubicBezTo>
                      <a:pt x="7897" y="18029"/>
                      <a:pt x="14694" y="19898"/>
                      <a:pt x="14694" y="19898"/>
                    </a:cubicBezTo>
                    <a:cubicBezTo>
                      <a:pt x="14694" y="19898"/>
                      <a:pt x="15079" y="12864"/>
                      <a:pt x="11135" y="7372"/>
                    </a:cubicBezTo>
                    <a:cubicBezTo>
                      <a:pt x="7183" y="1878"/>
                      <a:pt x="393" y="1"/>
                      <a:pt x="393"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59"/>
              <p:cNvSpPr/>
              <p:nvPr/>
            </p:nvSpPr>
            <p:spPr>
              <a:xfrm>
                <a:off x="5884546" y="974561"/>
                <a:ext cx="499946" cy="260072"/>
              </a:xfrm>
              <a:custGeom>
                <a:rect b="b" l="l" r="r" t="t"/>
                <a:pathLst>
                  <a:path extrusionOk="0" h="11486" w="22080">
                    <a:moveTo>
                      <a:pt x="4533" y="0"/>
                    </a:moveTo>
                    <a:cubicBezTo>
                      <a:pt x="1869" y="0"/>
                      <a:pt x="1" y="440"/>
                      <a:pt x="1" y="440"/>
                    </a:cubicBezTo>
                    <a:cubicBezTo>
                      <a:pt x="1" y="440"/>
                      <a:pt x="3027" y="6806"/>
                      <a:pt x="9123" y="9723"/>
                    </a:cubicBezTo>
                    <a:cubicBezTo>
                      <a:pt x="12027" y="11118"/>
                      <a:pt x="15105" y="11486"/>
                      <a:pt x="17535" y="11486"/>
                    </a:cubicBezTo>
                    <a:cubicBezTo>
                      <a:pt x="20198" y="11486"/>
                      <a:pt x="22080" y="11045"/>
                      <a:pt x="22080" y="11045"/>
                    </a:cubicBezTo>
                    <a:cubicBezTo>
                      <a:pt x="22080" y="11045"/>
                      <a:pt x="19053" y="4693"/>
                      <a:pt x="12961" y="1763"/>
                    </a:cubicBezTo>
                    <a:cubicBezTo>
                      <a:pt x="10045" y="364"/>
                      <a:pt x="6958" y="0"/>
                      <a:pt x="4533"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59"/>
              <p:cNvSpPr/>
              <p:nvPr/>
            </p:nvSpPr>
            <p:spPr>
              <a:xfrm>
                <a:off x="6169125" y="659255"/>
                <a:ext cx="317787" cy="493539"/>
              </a:xfrm>
              <a:custGeom>
                <a:rect b="b" l="l" r="r" t="t"/>
                <a:pathLst>
                  <a:path extrusionOk="0" h="21797" w="14035">
                    <a:moveTo>
                      <a:pt x="1421" y="1"/>
                    </a:moveTo>
                    <a:cubicBezTo>
                      <a:pt x="1421" y="1"/>
                      <a:pt x="1" y="6900"/>
                      <a:pt x="3074" y="12911"/>
                    </a:cubicBezTo>
                    <a:cubicBezTo>
                      <a:pt x="6172" y="18930"/>
                      <a:pt x="12610" y="21796"/>
                      <a:pt x="12610" y="21796"/>
                    </a:cubicBezTo>
                    <a:cubicBezTo>
                      <a:pt x="12610" y="21796"/>
                      <a:pt x="14035" y="14893"/>
                      <a:pt x="10953" y="8865"/>
                    </a:cubicBezTo>
                    <a:cubicBezTo>
                      <a:pt x="7858" y="2859"/>
                      <a:pt x="1421" y="1"/>
                      <a:pt x="1421"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59"/>
              <p:cNvSpPr/>
              <p:nvPr/>
            </p:nvSpPr>
            <p:spPr>
              <a:xfrm>
                <a:off x="6294999" y="1402697"/>
                <a:ext cx="400297" cy="383836"/>
              </a:xfrm>
              <a:custGeom>
                <a:rect b="b" l="l" r="r" t="t"/>
                <a:pathLst>
                  <a:path extrusionOk="0" h="16952" w="17679">
                    <a:moveTo>
                      <a:pt x="0" y="0"/>
                    </a:moveTo>
                    <a:cubicBezTo>
                      <a:pt x="0" y="0"/>
                      <a:pt x="892" y="6988"/>
                      <a:pt x="5774" y="11672"/>
                    </a:cubicBezTo>
                    <a:cubicBezTo>
                      <a:pt x="10657" y="16355"/>
                      <a:pt x="17678" y="16952"/>
                      <a:pt x="17678" y="16952"/>
                    </a:cubicBezTo>
                    <a:cubicBezTo>
                      <a:pt x="17678" y="16952"/>
                      <a:pt x="16787" y="9968"/>
                      <a:pt x="11896" y="5281"/>
                    </a:cubicBezTo>
                    <a:cubicBezTo>
                      <a:pt x="7017" y="597"/>
                      <a:pt x="0" y="0"/>
                      <a:pt x="0"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59"/>
              <p:cNvSpPr/>
              <p:nvPr/>
            </p:nvSpPr>
            <p:spPr>
              <a:xfrm>
                <a:off x="6618026" y="1192206"/>
                <a:ext cx="245920" cy="547813"/>
              </a:xfrm>
              <a:custGeom>
                <a:rect b="b" l="l" r="r" t="t"/>
                <a:pathLst>
                  <a:path extrusionOk="0" h="24194" w="10861">
                    <a:moveTo>
                      <a:pt x="3510" y="1"/>
                    </a:moveTo>
                    <a:cubicBezTo>
                      <a:pt x="3510" y="1"/>
                      <a:pt x="1" y="6100"/>
                      <a:pt x="1062" y="12784"/>
                    </a:cubicBezTo>
                    <a:cubicBezTo>
                      <a:pt x="2119" y="19480"/>
                      <a:pt x="7348" y="24193"/>
                      <a:pt x="7348" y="24193"/>
                    </a:cubicBezTo>
                    <a:cubicBezTo>
                      <a:pt x="7348" y="24193"/>
                      <a:pt x="10860" y="18085"/>
                      <a:pt x="9800" y="11397"/>
                    </a:cubicBezTo>
                    <a:cubicBezTo>
                      <a:pt x="8743" y="4727"/>
                      <a:pt x="3510" y="1"/>
                      <a:pt x="3510"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59"/>
              <p:cNvSpPr/>
              <p:nvPr/>
            </p:nvSpPr>
            <p:spPr>
              <a:xfrm>
                <a:off x="6552769" y="2002377"/>
                <a:ext cx="332143" cy="471507"/>
              </a:xfrm>
              <a:custGeom>
                <a:rect b="b" l="l" r="r" t="t"/>
                <a:pathLst>
                  <a:path extrusionOk="0" h="20824" w="14669">
                    <a:moveTo>
                      <a:pt x="875" y="0"/>
                    </a:moveTo>
                    <a:cubicBezTo>
                      <a:pt x="875" y="0"/>
                      <a:pt x="0" y="7001"/>
                      <a:pt x="3576" y="12745"/>
                    </a:cubicBezTo>
                    <a:cubicBezTo>
                      <a:pt x="7153" y="18485"/>
                      <a:pt x="13793" y="20824"/>
                      <a:pt x="13793" y="20824"/>
                    </a:cubicBezTo>
                    <a:cubicBezTo>
                      <a:pt x="13793" y="20824"/>
                      <a:pt x="14668" y="13818"/>
                      <a:pt x="11092" y="8074"/>
                    </a:cubicBezTo>
                    <a:cubicBezTo>
                      <a:pt x="7516" y="2334"/>
                      <a:pt x="883" y="0"/>
                      <a:pt x="875"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59"/>
              <p:cNvSpPr/>
              <p:nvPr/>
            </p:nvSpPr>
            <p:spPr>
              <a:xfrm>
                <a:off x="6874732" y="1898219"/>
                <a:ext cx="227942" cy="552386"/>
              </a:xfrm>
              <a:custGeom>
                <a:rect b="b" l="l" r="r" t="t"/>
                <a:pathLst>
                  <a:path extrusionOk="0" h="24396" w="10067">
                    <a:moveTo>
                      <a:pt x="6177" y="0"/>
                    </a:moveTo>
                    <a:cubicBezTo>
                      <a:pt x="6177" y="0"/>
                      <a:pt x="1257" y="5044"/>
                      <a:pt x="631" y="11782"/>
                    </a:cubicBezTo>
                    <a:cubicBezTo>
                      <a:pt x="1" y="18520"/>
                      <a:pt x="3911" y="24396"/>
                      <a:pt x="3911" y="24396"/>
                    </a:cubicBezTo>
                    <a:cubicBezTo>
                      <a:pt x="3911" y="24396"/>
                      <a:pt x="8806" y="19345"/>
                      <a:pt x="9436" y="12610"/>
                    </a:cubicBezTo>
                    <a:cubicBezTo>
                      <a:pt x="10066" y="5877"/>
                      <a:pt x="6177" y="0"/>
                      <a:pt x="6177"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59"/>
              <p:cNvSpPr/>
              <p:nvPr/>
            </p:nvSpPr>
            <p:spPr>
              <a:xfrm>
                <a:off x="6573804" y="2618882"/>
                <a:ext cx="257400" cy="543375"/>
              </a:xfrm>
              <a:custGeom>
                <a:rect b="b" l="l" r="r" t="t"/>
                <a:pathLst>
                  <a:path extrusionOk="0" h="23998" w="11368">
                    <a:moveTo>
                      <a:pt x="3226" y="0"/>
                    </a:moveTo>
                    <a:cubicBezTo>
                      <a:pt x="3226" y="0"/>
                      <a:pt x="1" y="6261"/>
                      <a:pt x="1358" y="12893"/>
                    </a:cubicBezTo>
                    <a:cubicBezTo>
                      <a:pt x="2698" y="19518"/>
                      <a:pt x="8146" y="23998"/>
                      <a:pt x="8146" y="23998"/>
                    </a:cubicBezTo>
                    <a:cubicBezTo>
                      <a:pt x="8146" y="23998"/>
                      <a:pt x="11367" y="17746"/>
                      <a:pt x="10015" y="11123"/>
                    </a:cubicBezTo>
                    <a:cubicBezTo>
                      <a:pt x="8671" y="4486"/>
                      <a:pt x="3226" y="0"/>
                      <a:pt x="3226" y="0"/>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59"/>
              <p:cNvSpPr/>
              <p:nvPr/>
            </p:nvSpPr>
            <p:spPr>
              <a:xfrm>
                <a:off x="6821158" y="2674765"/>
                <a:ext cx="313395" cy="499946"/>
              </a:xfrm>
              <a:custGeom>
                <a:rect b="b" l="l" r="r" t="t"/>
                <a:pathLst>
                  <a:path extrusionOk="0" h="22080" w="13841">
                    <a:moveTo>
                      <a:pt x="12217" y="1"/>
                    </a:moveTo>
                    <a:cubicBezTo>
                      <a:pt x="12217" y="1"/>
                      <a:pt x="5863" y="3028"/>
                      <a:pt x="2929" y="9119"/>
                    </a:cubicBezTo>
                    <a:cubicBezTo>
                      <a:pt x="0" y="15228"/>
                      <a:pt x="1623" y="22080"/>
                      <a:pt x="1623" y="22080"/>
                    </a:cubicBezTo>
                    <a:cubicBezTo>
                      <a:pt x="1623" y="22080"/>
                      <a:pt x="7976" y="19054"/>
                      <a:pt x="10906" y="12941"/>
                    </a:cubicBezTo>
                    <a:cubicBezTo>
                      <a:pt x="13840" y="6854"/>
                      <a:pt x="12217" y="1"/>
                      <a:pt x="12217"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59"/>
              <p:cNvSpPr/>
              <p:nvPr/>
            </p:nvSpPr>
            <p:spPr>
              <a:xfrm>
                <a:off x="6379322" y="3310720"/>
                <a:ext cx="216983" cy="553926"/>
              </a:xfrm>
              <a:custGeom>
                <a:rect b="b" l="l" r="r" t="t"/>
                <a:pathLst>
                  <a:path extrusionOk="0" h="24464" w="9583">
                    <a:moveTo>
                      <a:pt x="5474" y="1"/>
                    </a:moveTo>
                    <a:cubicBezTo>
                      <a:pt x="5474" y="1"/>
                      <a:pt x="761" y="5230"/>
                      <a:pt x="376" y="11984"/>
                    </a:cubicBezTo>
                    <a:cubicBezTo>
                      <a:pt x="1" y="18735"/>
                      <a:pt x="4100" y="24463"/>
                      <a:pt x="4100" y="24463"/>
                    </a:cubicBezTo>
                    <a:cubicBezTo>
                      <a:pt x="4100" y="24463"/>
                      <a:pt x="8839" y="19230"/>
                      <a:pt x="9216" y="12480"/>
                    </a:cubicBezTo>
                    <a:cubicBezTo>
                      <a:pt x="9583" y="5724"/>
                      <a:pt x="5474" y="1"/>
                      <a:pt x="5474"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59"/>
              <p:cNvSpPr/>
              <p:nvPr/>
            </p:nvSpPr>
            <p:spPr>
              <a:xfrm>
                <a:off x="6565585" y="3479366"/>
                <a:ext cx="359427" cy="422418"/>
              </a:xfrm>
              <a:custGeom>
                <a:rect b="b" l="l" r="r" t="t"/>
                <a:pathLst>
                  <a:path extrusionOk="0" h="18656" w="15874">
                    <a:moveTo>
                      <a:pt x="15874" y="1"/>
                    </a:moveTo>
                    <a:lnTo>
                      <a:pt x="15874" y="1"/>
                    </a:lnTo>
                    <a:cubicBezTo>
                      <a:pt x="15874" y="1"/>
                      <a:pt x="8954" y="1307"/>
                      <a:pt x="4570" y="6460"/>
                    </a:cubicBezTo>
                    <a:cubicBezTo>
                      <a:pt x="199" y="11622"/>
                      <a:pt x="0" y="18656"/>
                      <a:pt x="0" y="18656"/>
                    </a:cubicBezTo>
                    <a:cubicBezTo>
                      <a:pt x="0" y="18656"/>
                      <a:pt x="6937" y="17341"/>
                      <a:pt x="11304" y="12200"/>
                    </a:cubicBezTo>
                    <a:cubicBezTo>
                      <a:pt x="15692" y="7035"/>
                      <a:pt x="15874" y="1"/>
                      <a:pt x="15874"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59"/>
              <p:cNvSpPr/>
              <p:nvPr/>
            </p:nvSpPr>
            <p:spPr>
              <a:xfrm>
                <a:off x="5890954" y="3830832"/>
                <a:ext cx="322588" cy="487018"/>
              </a:xfrm>
              <a:custGeom>
                <a:rect b="b" l="l" r="r" t="t"/>
                <a:pathLst>
                  <a:path extrusionOk="0" h="21509" w="14247">
                    <a:moveTo>
                      <a:pt x="13008" y="1"/>
                    </a:moveTo>
                    <a:cubicBezTo>
                      <a:pt x="13008" y="1"/>
                      <a:pt x="6486" y="2703"/>
                      <a:pt x="3243" y="8629"/>
                    </a:cubicBezTo>
                    <a:cubicBezTo>
                      <a:pt x="1" y="14573"/>
                      <a:pt x="1257" y="21509"/>
                      <a:pt x="1257" y="21509"/>
                    </a:cubicBezTo>
                    <a:cubicBezTo>
                      <a:pt x="1257" y="21509"/>
                      <a:pt x="7758" y="18808"/>
                      <a:pt x="11008" y="12869"/>
                    </a:cubicBezTo>
                    <a:cubicBezTo>
                      <a:pt x="14247" y="6942"/>
                      <a:pt x="13008" y="6"/>
                      <a:pt x="13008"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59"/>
              <p:cNvSpPr/>
              <p:nvPr/>
            </p:nvSpPr>
            <p:spPr>
              <a:xfrm>
                <a:off x="5987640" y="4151300"/>
                <a:ext cx="505969" cy="253098"/>
              </a:xfrm>
              <a:custGeom>
                <a:rect b="b" l="l" r="r" t="t"/>
                <a:pathLst>
                  <a:path extrusionOk="0" h="11178" w="22346">
                    <a:moveTo>
                      <a:pt x="17209" y="1"/>
                    </a:moveTo>
                    <a:cubicBezTo>
                      <a:pt x="14893" y="1"/>
                      <a:pt x="12065" y="339"/>
                      <a:pt x="9364" y="1561"/>
                    </a:cubicBezTo>
                    <a:cubicBezTo>
                      <a:pt x="3192" y="4325"/>
                      <a:pt x="1" y="10607"/>
                      <a:pt x="1" y="10607"/>
                    </a:cubicBezTo>
                    <a:cubicBezTo>
                      <a:pt x="1" y="10607"/>
                      <a:pt x="2157" y="11178"/>
                      <a:pt x="5145" y="11178"/>
                    </a:cubicBezTo>
                    <a:cubicBezTo>
                      <a:pt x="7466" y="11178"/>
                      <a:pt x="10293" y="10836"/>
                      <a:pt x="12995" y="9618"/>
                    </a:cubicBezTo>
                    <a:cubicBezTo>
                      <a:pt x="19166" y="6858"/>
                      <a:pt x="22346" y="564"/>
                      <a:pt x="22346" y="564"/>
                    </a:cubicBezTo>
                    <a:cubicBezTo>
                      <a:pt x="22346" y="564"/>
                      <a:pt x="20190" y="1"/>
                      <a:pt x="17209"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59"/>
              <p:cNvSpPr/>
              <p:nvPr/>
            </p:nvSpPr>
            <p:spPr>
              <a:xfrm>
                <a:off x="5266410" y="4222807"/>
                <a:ext cx="427309" cy="353970"/>
              </a:xfrm>
              <a:custGeom>
                <a:rect b="b" l="l" r="r" t="t"/>
                <a:pathLst>
                  <a:path extrusionOk="0" h="15633" w="18872">
                    <a:moveTo>
                      <a:pt x="18871" y="1"/>
                    </a:moveTo>
                    <a:lnTo>
                      <a:pt x="18871" y="1"/>
                    </a:lnTo>
                    <a:cubicBezTo>
                      <a:pt x="18871" y="1"/>
                      <a:pt x="11836" y="106"/>
                      <a:pt x="6625" y="4410"/>
                    </a:cubicBezTo>
                    <a:cubicBezTo>
                      <a:pt x="1412" y="8726"/>
                      <a:pt x="1" y="15633"/>
                      <a:pt x="1" y="15633"/>
                    </a:cubicBezTo>
                    <a:cubicBezTo>
                      <a:pt x="1" y="15633"/>
                      <a:pt x="7056" y="15548"/>
                      <a:pt x="12273" y="11229"/>
                    </a:cubicBezTo>
                    <a:cubicBezTo>
                      <a:pt x="17480" y="6908"/>
                      <a:pt x="18871" y="1"/>
                      <a:pt x="18871"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59"/>
              <p:cNvSpPr/>
              <p:nvPr/>
            </p:nvSpPr>
            <p:spPr>
              <a:xfrm>
                <a:off x="5302775" y="4558378"/>
                <a:ext cx="554039" cy="200839"/>
              </a:xfrm>
              <a:custGeom>
                <a:rect b="b" l="l" r="r" t="t"/>
                <a:pathLst>
                  <a:path extrusionOk="0" h="8870" w="24469">
                    <a:moveTo>
                      <a:pt x="12746" y="1"/>
                    </a:moveTo>
                    <a:cubicBezTo>
                      <a:pt x="12518" y="1"/>
                      <a:pt x="12285" y="5"/>
                      <a:pt x="12056" y="18"/>
                    </a:cubicBezTo>
                    <a:cubicBezTo>
                      <a:pt x="5284" y="314"/>
                      <a:pt x="1" y="4968"/>
                      <a:pt x="1" y="4968"/>
                    </a:cubicBezTo>
                    <a:cubicBezTo>
                      <a:pt x="1" y="4968"/>
                      <a:pt x="5298" y="8870"/>
                      <a:pt x="11773" y="8870"/>
                    </a:cubicBezTo>
                    <a:cubicBezTo>
                      <a:pt x="11998" y="8870"/>
                      <a:pt x="12214" y="8862"/>
                      <a:pt x="12433" y="8857"/>
                    </a:cubicBezTo>
                    <a:cubicBezTo>
                      <a:pt x="19189" y="8558"/>
                      <a:pt x="24468" y="3903"/>
                      <a:pt x="24468" y="3903"/>
                    </a:cubicBezTo>
                    <a:cubicBezTo>
                      <a:pt x="24468" y="3903"/>
                      <a:pt x="19193" y="1"/>
                      <a:pt x="12746"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59"/>
              <p:cNvSpPr/>
              <p:nvPr/>
            </p:nvSpPr>
            <p:spPr>
              <a:xfrm>
                <a:off x="5025396" y="199238"/>
                <a:ext cx="474564" cy="292337"/>
              </a:xfrm>
              <a:custGeom>
                <a:rect b="b" l="l" r="r" t="t"/>
                <a:pathLst>
                  <a:path extrusionOk="0" h="12911" w="20959">
                    <a:moveTo>
                      <a:pt x="2224" y="1"/>
                    </a:moveTo>
                    <a:cubicBezTo>
                      <a:pt x="859" y="1"/>
                      <a:pt x="0" y="120"/>
                      <a:pt x="0" y="120"/>
                    </a:cubicBezTo>
                    <a:cubicBezTo>
                      <a:pt x="0" y="120"/>
                      <a:pt x="2402" y="6739"/>
                      <a:pt x="8201" y="10248"/>
                    </a:cubicBezTo>
                    <a:cubicBezTo>
                      <a:pt x="11951" y="12517"/>
                      <a:pt x="16216" y="12911"/>
                      <a:pt x="18740" y="12911"/>
                    </a:cubicBezTo>
                    <a:cubicBezTo>
                      <a:pt x="20105" y="12911"/>
                      <a:pt x="20958" y="12796"/>
                      <a:pt x="20958" y="12796"/>
                    </a:cubicBezTo>
                    <a:cubicBezTo>
                      <a:pt x="20958" y="12796"/>
                      <a:pt x="18562" y="6176"/>
                      <a:pt x="12771" y="2668"/>
                    </a:cubicBezTo>
                    <a:cubicBezTo>
                      <a:pt x="9012" y="403"/>
                      <a:pt x="4747" y="1"/>
                      <a:pt x="2224"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59"/>
              <p:cNvSpPr/>
              <p:nvPr/>
            </p:nvSpPr>
            <p:spPr>
              <a:xfrm>
                <a:off x="4705108" y="4433094"/>
                <a:ext cx="498814" cy="261815"/>
              </a:xfrm>
              <a:custGeom>
                <a:rect b="b" l="l" r="r" t="t"/>
                <a:pathLst>
                  <a:path extrusionOk="0" h="11563" w="22030">
                    <a:moveTo>
                      <a:pt x="17608" y="1"/>
                    </a:moveTo>
                    <a:cubicBezTo>
                      <a:pt x="15160" y="1"/>
                      <a:pt x="12023" y="373"/>
                      <a:pt x="9069" y="1806"/>
                    </a:cubicBezTo>
                    <a:cubicBezTo>
                      <a:pt x="2999" y="4757"/>
                      <a:pt x="1" y="11143"/>
                      <a:pt x="1" y="11143"/>
                    </a:cubicBezTo>
                    <a:cubicBezTo>
                      <a:pt x="1" y="11143"/>
                      <a:pt x="1819" y="11562"/>
                      <a:pt x="4419" y="11562"/>
                    </a:cubicBezTo>
                    <a:cubicBezTo>
                      <a:pt x="6862" y="11562"/>
                      <a:pt x="9999" y="11190"/>
                      <a:pt x="12945" y="9753"/>
                    </a:cubicBezTo>
                    <a:cubicBezTo>
                      <a:pt x="19032" y="6790"/>
                      <a:pt x="22029" y="415"/>
                      <a:pt x="22029" y="415"/>
                    </a:cubicBezTo>
                    <a:cubicBezTo>
                      <a:pt x="22029" y="415"/>
                      <a:pt x="20207" y="1"/>
                      <a:pt x="17608"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59"/>
              <p:cNvSpPr/>
              <p:nvPr/>
            </p:nvSpPr>
            <p:spPr>
              <a:xfrm>
                <a:off x="4717856" y="4733749"/>
                <a:ext cx="544167" cy="210507"/>
              </a:xfrm>
              <a:custGeom>
                <a:rect b="b" l="l" r="r" t="t"/>
                <a:pathLst>
                  <a:path extrusionOk="0" h="9297" w="24033">
                    <a:moveTo>
                      <a:pt x="9588" y="1"/>
                    </a:moveTo>
                    <a:cubicBezTo>
                      <a:pt x="4313" y="1"/>
                      <a:pt x="1" y="2266"/>
                      <a:pt x="1" y="2266"/>
                    </a:cubicBezTo>
                    <a:cubicBezTo>
                      <a:pt x="1" y="2266"/>
                      <a:pt x="4532" y="7677"/>
                      <a:pt x="11156" y="8992"/>
                    </a:cubicBezTo>
                    <a:cubicBezTo>
                      <a:pt x="12259" y="9208"/>
                      <a:pt x="13354" y="9296"/>
                      <a:pt x="14402" y="9296"/>
                    </a:cubicBezTo>
                    <a:cubicBezTo>
                      <a:pt x="19691" y="9296"/>
                      <a:pt x="24032" y="7017"/>
                      <a:pt x="24032" y="7017"/>
                    </a:cubicBezTo>
                    <a:cubicBezTo>
                      <a:pt x="24032" y="7017"/>
                      <a:pt x="19513" y="1624"/>
                      <a:pt x="12876" y="313"/>
                    </a:cubicBezTo>
                    <a:cubicBezTo>
                      <a:pt x="11760" y="93"/>
                      <a:pt x="10653" y="1"/>
                      <a:pt x="9588" y="1"/>
                    </a:cubicBez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59"/>
              <p:cNvSpPr/>
              <p:nvPr/>
            </p:nvSpPr>
            <p:spPr>
              <a:xfrm>
                <a:off x="4571989" y="1364792"/>
                <a:ext cx="1051427" cy="2479897"/>
              </a:xfrm>
              <a:custGeom>
                <a:rect b="b" l="l" r="r" t="t"/>
                <a:pathLst>
                  <a:path extrusionOk="0" h="109524" w="46436">
                    <a:moveTo>
                      <a:pt x="5762" y="0"/>
                    </a:moveTo>
                    <a:lnTo>
                      <a:pt x="5762" y="24126"/>
                    </a:lnTo>
                    <a:lnTo>
                      <a:pt x="9481" y="24126"/>
                    </a:lnTo>
                    <a:lnTo>
                      <a:pt x="9481" y="83936"/>
                    </a:lnTo>
                    <a:lnTo>
                      <a:pt x="1" y="83936"/>
                    </a:lnTo>
                    <a:lnTo>
                      <a:pt x="1" y="92281"/>
                    </a:lnTo>
                    <a:lnTo>
                      <a:pt x="13270" y="92281"/>
                    </a:lnTo>
                    <a:lnTo>
                      <a:pt x="18520" y="87300"/>
                    </a:lnTo>
                    <a:lnTo>
                      <a:pt x="18520" y="17395"/>
                    </a:lnTo>
                    <a:lnTo>
                      <a:pt x="14107" y="17395"/>
                    </a:lnTo>
                    <a:lnTo>
                      <a:pt x="14107" y="8345"/>
                    </a:lnTo>
                    <a:lnTo>
                      <a:pt x="37808" y="8345"/>
                    </a:lnTo>
                    <a:lnTo>
                      <a:pt x="37808" y="17395"/>
                    </a:lnTo>
                    <a:lnTo>
                      <a:pt x="30166" y="17395"/>
                    </a:lnTo>
                    <a:lnTo>
                      <a:pt x="30166" y="89397"/>
                    </a:lnTo>
                    <a:lnTo>
                      <a:pt x="18520" y="101187"/>
                    </a:lnTo>
                    <a:lnTo>
                      <a:pt x="1" y="101187"/>
                    </a:lnTo>
                    <a:lnTo>
                      <a:pt x="1" y="109524"/>
                    </a:lnTo>
                    <a:lnTo>
                      <a:pt x="22032" y="109524"/>
                    </a:lnTo>
                    <a:lnTo>
                      <a:pt x="38924" y="92281"/>
                    </a:lnTo>
                    <a:lnTo>
                      <a:pt x="38924" y="25744"/>
                    </a:lnTo>
                    <a:lnTo>
                      <a:pt x="46436" y="25744"/>
                    </a:lnTo>
                    <a:lnTo>
                      <a:pt x="46436" y="0"/>
                    </a:lnTo>
                    <a:close/>
                  </a:path>
                </a:pathLst>
              </a:custGeom>
              <a:solidFill>
                <a:srgbClr val="FFFFFF">
                  <a:alpha val="843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74" name="Google Shape;3474;p59"/>
          <p:cNvGrpSpPr/>
          <p:nvPr/>
        </p:nvGrpSpPr>
        <p:grpSpPr>
          <a:xfrm flipH="1">
            <a:off x="358900" y="366625"/>
            <a:ext cx="8426200" cy="587700"/>
            <a:chOff x="358900" y="366625"/>
            <a:chExt cx="8426200" cy="587700"/>
          </a:xfrm>
        </p:grpSpPr>
        <p:sp>
          <p:nvSpPr>
            <p:cNvPr id="3475" name="Google Shape;3475;p59"/>
            <p:cNvSpPr/>
            <p:nvPr/>
          </p:nvSpPr>
          <p:spPr>
            <a:xfrm rot="-5400000">
              <a:off x="81750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59"/>
            <p:cNvSpPr/>
            <p:nvPr/>
          </p:nvSpPr>
          <p:spPr>
            <a:xfrm rot="5400000">
              <a:off x="4202375" y="-3070625"/>
              <a:ext cx="587700" cy="7462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59"/>
            <p:cNvSpPr/>
            <p:nvPr/>
          </p:nvSpPr>
          <p:spPr>
            <a:xfrm rot="5400000">
              <a:off x="389400" y="340175"/>
              <a:ext cx="579600" cy="640600"/>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8" name="Google Shape;3478;p59"/>
          <p:cNvSpPr txBox="1"/>
          <p:nvPr>
            <p:ph type="title"/>
          </p:nvPr>
        </p:nvSpPr>
        <p:spPr>
          <a:xfrm>
            <a:off x="1126500" y="533510"/>
            <a:ext cx="6890100" cy="273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24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e 1">
  <p:cSld name="BLANK_2">
    <p:bg>
      <p:bgPr>
        <a:noFill/>
      </p:bgPr>
    </p:bg>
    <p:spTree>
      <p:nvGrpSpPr>
        <p:cNvPr id="3479" name="Shape 3479"/>
        <p:cNvGrpSpPr/>
        <p:nvPr/>
      </p:nvGrpSpPr>
      <p:grpSpPr>
        <a:xfrm>
          <a:off x="0" y="0"/>
          <a:ext cx="0" cy="0"/>
          <a:chOff x="0" y="0"/>
          <a:chExt cx="0" cy="0"/>
        </a:xfrm>
      </p:grpSpPr>
      <p:grpSp>
        <p:nvGrpSpPr>
          <p:cNvPr id="3480" name="Google Shape;3480;p60"/>
          <p:cNvGrpSpPr/>
          <p:nvPr/>
        </p:nvGrpSpPr>
        <p:grpSpPr>
          <a:xfrm>
            <a:off x="6366194" y="4"/>
            <a:ext cx="2777796" cy="5143601"/>
            <a:chOff x="2009438" y="199238"/>
            <a:chExt cx="2562542" cy="4745019"/>
          </a:xfrm>
        </p:grpSpPr>
        <p:sp>
          <p:nvSpPr>
            <p:cNvPr id="3481" name="Google Shape;3481;p60"/>
            <p:cNvSpPr/>
            <p:nvPr/>
          </p:nvSpPr>
          <p:spPr>
            <a:xfrm>
              <a:off x="3246298" y="633329"/>
              <a:ext cx="530468" cy="225316"/>
            </a:xfrm>
            <a:custGeom>
              <a:rect b="b" l="l" r="r" t="t"/>
              <a:pathLst>
                <a:path extrusionOk="0" h="9951" w="23428">
                  <a:moveTo>
                    <a:pt x="15628" y="0"/>
                  </a:moveTo>
                  <a:cubicBezTo>
                    <a:pt x="13975" y="0"/>
                    <a:pt x="12192" y="199"/>
                    <a:pt x="10412" y="744"/>
                  </a:cubicBezTo>
                  <a:cubicBezTo>
                    <a:pt x="3945" y="2748"/>
                    <a:pt x="0" y="8595"/>
                    <a:pt x="0" y="8595"/>
                  </a:cubicBezTo>
                  <a:cubicBezTo>
                    <a:pt x="0" y="8595"/>
                    <a:pt x="3433" y="9951"/>
                    <a:pt x="7775" y="9951"/>
                  </a:cubicBezTo>
                  <a:cubicBezTo>
                    <a:pt x="9435" y="9951"/>
                    <a:pt x="11228" y="9752"/>
                    <a:pt x="13012" y="9203"/>
                  </a:cubicBezTo>
                  <a:cubicBezTo>
                    <a:pt x="19483" y="7216"/>
                    <a:pt x="23428" y="1374"/>
                    <a:pt x="23428" y="1374"/>
                  </a:cubicBezTo>
                  <a:cubicBezTo>
                    <a:pt x="23428" y="1374"/>
                    <a:pt x="19982" y="0"/>
                    <a:pt x="15628"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60"/>
            <p:cNvSpPr/>
            <p:nvPr/>
          </p:nvSpPr>
          <p:spPr>
            <a:xfrm>
              <a:off x="3178912" y="295539"/>
              <a:ext cx="341426" cy="450540"/>
            </a:xfrm>
            <a:custGeom>
              <a:rect b="b" l="l" r="r" t="t"/>
              <a:pathLst>
                <a:path extrusionOk="0" h="19898" w="15079">
                  <a:moveTo>
                    <a:pt x="14694" y="1"/>
                  </a:moveTo>
                  <a:cubicBezTo>
                    <a:pt x="14694" y="1"/>
                    <a:pt x="7893" y="1878"/>
                    <a:pt x="3953" y="7372"/>
                  </a:cubicBezTo>
                  <a:cubicBezTo>
                    <a:pt x="1" y="12864"/>
                    <a:pt x="393" y="19898"/>
                    <a:pt x="393" y="19898"/>
                  </a:cubicBezTo>
                  <a:cubicBezTo>
                    <a:pt x="393" y="19898"/>
                    <a:pt x="7183" y="18029"/>
                    <a:pt x="11122" y="12534"/>
                  </a:cubicBezTo>
                  <a:cubicBezTo>
                    <a:pt x="15079" y="7043"/>
                    <a:pt x="14694" y="9"/>
                    <a:pt x="1469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60"/>
            <p:cNvSpPr/>
            <p:nvPr/>
          </p:nvSpPr>
          <p:spPr>
            <a:xfrm>
              <a:off x="2759493" y="974561"/>
              <a:ext cx="500014" cy="260072"/>
            </a:xfrm>
            <a:custGeom>
              <a:rect b="b" l="l" r="r" t="t"/>
              <a:pathLst>
                <a:path extrusionOk="0" h="11486" w="22083">
                  <a:moveTo>
                    <a:pt x="17552" y="0"/>
                  </a:moveTo>
                  <a:cubicBezTo>
                    <a:pt x="15129" y="0"/>
                    <a:pt x="12048" y="364"/>
                    <a:pt x="9135" y="1763"/>
                  </a:cubicBezTo>
                  <a:cubicBezTo>
                    <a:pt x="3031" y="4693"/>
                    <a:pt x="0" y="11045"/>
                    <a:pt x="0" y="11045"/>
                  </a:cubicBezTo>
                  <a:cubicBezTo>
                    <a:pt x="0" y="11045"/>
                    <a:pt x="1877" y="11486"/>
                    <a:pt x="4545" y="11486"/>
                  </a:cubicBezTo>
                  <a:cubicBezTo>
                    <a:pt x="6975" y="11486"/>
                    <a:pt x="10056" y="11118"/>
                    <a:pt x="12965" y="9723"/>
                  </a:cubicBezTo>
                  <a:cubicBezTo>
                    <a:pt x="19052" y="6806"/>
                    <a:pt x="22083" y="440"/>
                    <a:pt x="22083" y="440"/>
                  </a:cubicBezTo>
                  <a:cubicBezTo>
                    <a:pt x="22083" y="440"/>
                    <a:pt x="20210" y="0"/>
                    <a:pt x="17552"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60"/>
            <p:cNvSpPr/>
            <p:nvPr/>
          </p:nvSpPr>
          <p:spPr>
            <a:xfrm>
              <a:off x="2657146" y="659255"/>
              <a:ext cx="318172" cy="493539"/>
            </a:xfrm>
            <a:custGeom>
              <a:rect b="b" l="l" r="r" t="t"/>
              <a:pathLst>
                <a:path extrusionOk="0" h="21797" w="14052">
                  <a:moveTo>
                    <a:pt x="12611" y="1"/>
                  </a:moveTo>
                  <a:cubicBezTo>
                    <a:pt x="12611" y="1"/>
                    <a:pt x="6173" y="2859"/>
                    <a:pt x="3079" y="8865"/>
                  </a:cubicBezTo>
                  <a:cubicBezTo>
                    <a:pt x="1" y="14893"/>
                    <a:pt x="1421" y="21796"/>
                    <a:pt x="1421" y="21796"/>
                  </a:cubicBezTo>
                  <a:cubicBezTo>
                    <a:pt x="1421" y="21796"/>
                    <a:pt x="7863" y="18930"/>
                    <a:pt x="10958" y="12911"/>
                  </a:cubicBezTo>
                  <a:cubicBezTo>
                    <a:pt x="14052" y="6900"/>
                    <a:pt x="12611" y="1"/>
                    <a:pt x="12611"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60"/>
            <p:cNvSpPr/>
            <p:nvPr/>
          </p:nvSpPr>
          <p:spPr>
            <a:xfrm>
              <a:off x="2448783" y="1402697"/>
              <a:ext cx="400319" cy="383836"/>
            </a:xfrm>
            <a:custGeom>
              <a:rect b="b" l="l" r="r" t="t"/>
              <a:pathLst>
                <a:path extrusionOk="0" h="16952" w="17680">
                  <a:moveTo>
                    <a:pt x="17679" y="0"/>
                  </a:moveTo>
                  <a:cubicBezTo>
                    <a:pt x="17674" y="0"/>
                    <a:pt x="10658" y="597"/>
                    <a:pt x="5775" y="5281"/>
                  </a:cubicBezTo>
                  <a:cubicBezTo>
                    <a:pt x="893" y="9968"/>
                    <a:pt x="1" y="16952"/>
                    <a:pt x="1" y="16952"/>
                  </a:cubicBezTo>
                  <a:cubicBezTo>
                    <a:pt x="1" y="16952"/>
                    <a:pt x="7017" y="16355"/>
                    <a:pt x="11900" y="11672"/>
                  </a:cubicBezTo>
                  <a:cubicBezTo>
                    <a:pt x="16782" y="6988"/>
                    <a:pt x="17679" y="0"/>
                    <a:pt x="17679"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60"/>
            <p:cNvSpPr/>
            <p:nvPr/>
          </p:nvSpPr>
          <p:spPr>
            <a:xfrm>
              <a:off x="2280137" y="1192206"/>
              <a:ext cx="245898" cy="547813"/>
            </a:xfrm>
            <a:custGeom>
              <a:rect b="b" l="l" r="r" t="t"/>
              <a:pathLst>
                <a:path extrusionOk="0" h="24194" w="10860">
                  <a:moveTo>
                    <a:pt x="7364" y="1"/>
                  </a:moveTo>
                  <a:cubicBezTo>
                    <a:pt x="7364" y="1"/>
                    <a:pt x="2135" y="4727"/>
                    <a:pt x="1061" y="11397"/>
                  </a:cubicBezTo>
                  <a:cubicBezTo>
                    <a:pt x="0" y="18085"/>
                    <a:pt x="3513" y="24193"/>
                    <a:pt x="3513" y="24193"/>
                  </a:cubicBezTo>
                  <a:cubicBezTo>
                    <a:pt x="3513" y="24193"/>
                    <a:pt x="8737" y="19480"/>
                    <a:pt x="9803" y="12784"/>
                  </a:cubicBezTo>
                  <a:cubicBezTo>
                    <a:pt x="10860" y="6100"/>
                    <a:pt x="7364" y="1"/>
                    <a:pt x="736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60"/>
            <p:cNvSpPr/>
            <p:nvPr/>
          </p:nvSpPr>
          <p:spPr>
            <a:xfrm>
              <a:off x="2259463" y="2002377"/>
              <a:ext cx="331781" cy="471507"/>
            </a:xfrm>
            <a:custGeom>
              <a:rect b="b" l="l" r="r" t="t"/>
              <a:pathLst>
                <a:path extrusionOk="0" h="20824" w="14653">
                  <a:moveTo>
                    <a:pt x="13790" y="0"/>
                  </a:moveTo>
                  <a:cubicBezTo>
                    <a:pt x="13790" y="0"/>
                    <a:pt x="7135" y="2334"/>
                    <a:pt x="3559" y="8074"/>
                  </a:cubicBezTo>
                  <a:cubicBezTo>
                    <a:pt x="0" y="13818"/>
                    <a:pt x="867" y="20824"/>
                    <a:pt x="867" y="20824"/>
                  </a:cubicBezTo>
                  <a:cubicBezTo>
                    <a:pt x="867" y="20824"/>
                    <a:pt x="7520" y="18485"/>
                    <a:pt x="11080" y="12745"/>
                  </a:cubicBezTo>
                  <a:cubicBezTo>
                    <a:pt x="14652" y="7001"/>
                    <a:pt x="13790" y="0"/>
                    <a:pt x="13790"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60"/>
            <p:cNvSpPr/>
            <p:nvPr/>
          </p:nvSpPr>
          <p:spPr>
            <a:xfrm>
              <a:off x="2041410" y="1898219"/>
              <a:ext cx="227829" cy="552386"/>
            </a:xfrm>
            <a:custGeom>
              <a:rect b="b" l="l" r="r" t="t"/>
              <a:pathLst>
                <a:path extrusionOk="0" h="24396" w="10062">
                  <a:moveTo>
                    <a:pt x="3890" y="0"/>
                  </a:moveTo>
                  <a:cubicBezTo>
                    <a:pt x="3890" y="0"/>
                    <a:pt x="0" y="5877"/>
                    <a:pt x="626" y="12610"/>
                  </a:cubicBezTo>
                  <a:cubicBezTo>
                    <a:pt x="1256" y="19345"/>
                    <a:pt x="6155" y="24396"/>
                    <a:pt x="6155" y="24396"/>
                  </a:cubicBezTo>
                  <a:cubicBezTo>
                    <a:pt x="6155" y="24396"/>
                    <a:pt x="10061" y="18520"/>
                    <a:pt x="9435" y="11782"/>
                  </a:cubicBezTo>
                  <a:cubicBezTo>
                    <a:pt x="8805" y="5044"/>
                    <a:pt x="3890" y="0"/>
                    <a:pt x="3890"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60"/>
            <p:cNvSpPr/>
            <p:nvPr/>
          </p:nvSpPr>
          <p:spPr>
            <a:xfrm>
              <a:off x="2312766" y="2618882"/>
              <a:ext cx="257400" cy="543375"/>
            </a:xfrm>
            <a:custGeom>
              <a:rect b="b" l="l" r="r" t="t"/>
              <a:pathLst>
                <a:path extrusionOk="0" h="23998" w="11368">
                  <a:moveTo>
                    <a:pt x="8143" y="0"/>
                  </a:moveTo>
                  <a:cubicBezTo>
                    <a:pt x="8143" y="0"/>
                    <a:pt x="2711" y="4486"/>
                    <a:pt x="1353" y="11123"/>
                  </a:cubicBezTo>
                  <a:cubicBezTo>
                    <a:pt x="1" y="17746"/>
                    <a:pt x="3243" y="23998"/>
                    <a:pt x="3243" y="23998"/>
                  </a:cubicBezTo>
                  <a:cubicBezTo>
                    <a:pt x="3243" y="23998"/>
                    <a:pt x="8671" y="19518"/>
                    <a:pt x="10015" y="12893"/>
                  </a:cubicBezTo>
                  <a:cubicBezTo>
                    <a:pt x="11368" y="6261"/>
                    <a:pt x="8143" y="0"/>
                    <a:pt x="8143"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60"/>
            <p:cNvSpPr/>
            <p:nvPr/>
          </p:nvSpPr>
          <p:spPr>
            <a:xfrm>
              <a:off x="2009438" y="2674765"/>
              <a:ext cx="313395" cy="499946"/>
            </a:xfrm>
            <a:custGeom>
              <a:rect b="b" l="l" r="r" t="t"/>
              <a:pathLst>
                <a:path extrusionOk="0" h="22080" w="13841">
                  <a:moveTo>
                    <a:pt x="1624" y="1"/>
                  </a:moveTo>
                  <a:lnTo>
                    <a:pt x="1624" y="1"/>
                  </a:lnTo>
                  <a:cubicBezTo>
                    <a:pt x="1624" y="1"/>
                    <a:pt x="0" y="6854"/>
                    <a:pt x="2930" y="12941"/>
                  </a:cubicBezTo>
                  <a:cubicBezTo>
                    <a:pt x="5864" y="19054"/>
                    <a:pt x="12217" y="22080"/>
                    <a:pt x="12217" y="22080"/>
                  </a:cubicBezTo>
                  <a:cubicBezTo>
                    <a:pt x="12217" y="22080"/>
                    <a:pt x="13840" y="15228"/>
                    <a:pt x="10911" y="9119"/>
                  </a:cubicBezTo>
                  <a:cubicBezTo>
                    <a:pt x="7981" y="3028"/>
                    <a:pt x="1624" y="1"/>
                    <a:pt x="162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60"/>
            <p:cNvSpPr/>
            <p:nvPr/>
          </p:nvSpPr>
          <p:spPr>
            <a:xfrm>
              <a:off x="2547666" y="3310720"/>
              <a:ext cx="217187" cy="553926"/>
            </a:xfrm>
            <a:custGeom>
              <a:rect b="b" l="l" r="r" t="t"/>
              <a:pathLst>
                <a:path extrusionOk="0" h="24464" w="9592">
                  <a:moveTo>
                    <a:pt x="4109" y="1"/>
                  </a:moveTo>
                  <a:cubicBezTo>
                    <a:pt x="4109" y="1"/>
                    <a:pt x="0" y="5724"/>
                    <a:pt x="381" y="12480"/>
                  </a:cubicBezTo>
                  <a:cubicBezTo>
                    <a:pt x="765" y="19230"/>
                    <a:pt x="5479" y="24463"/>
                    <a:pt x="5479" y="24463"/>
                  </a:cubicBezTo>
                  <a:cubicBezTo>
                    <a:pt x="5479" y="24463"/>
                    <a:pt x="9592" y="18735"/>
                    <a:pt x="9207" y="11984"/>
                  </a:cubicBezTo>
                  <a:cubicBezTo>
                    <a:pt x="8827" y="5230"/>
                    <a:pt x="4109" y="1"/>
                    <a:pt x="4109"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60"/>
            <p:cNvSpPr/>
            <p:nvPr/>
          </p:nvSpPr>
          <p:spPr>
            <a:xfrm>
              <a:off x="2218955" y="3479366"/>
              <a:ext cx="359518" cy="422418"/>
            </a:xfrm>
            <a:custGeom>
              <a:rect b="b" l="l" r="r" t="t"/>
              <a:pathLst>
                <a:path extrusionOk="0" h="18656" w="15878">
                  <a:moveTo>
                    <a:pt x="1" y="1"/>
                  </a:moveTo>
                  <a:lnTo>
                    <a:pt x="1" y="1"/>
                  </a:lnTo>
                  <a:cubicBezTo>
                    <a:pt x="1" y="1"/>
                    <a:pt x="183" y="7035"/>
                    <a:pt x="4571" y="12200"/>
                  </a:cubicBezTo>
                  <a:cubicBezTo>
                    <a:pt x="8959" y="17341"/>
                    <a:pt x="15878" y="18656"/>
                    <a:pt x="15878" y="18656"/>
                  </a:cubicBezTo>
                  <a:cubicBezTo>
                    <a:pt x="15878" y="18656"/>
                    <a:pt x="15696" y="11622"/>
                    <a:pt x="11309" y="6460"/>
                  </a:cubicBezTo>
                  <a:cubicBezTo>
                    <a:pt x="6921" y="1307"/>
                    <a:pt x="6" y="1"/>
                    <a:pt x="1"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60"/>
            <p:cNvSpPr/>
            <p:nvPr/>
          </p:nvSpPr>
          <p:spPr>
            <a:xfrm>
              <a:off x="2930336" y="3830832"/>
              <a:ext cx="322859" cy="487018"/>
            </a:xfrm>
            <a:custGeom>
              <a:rect b="b" l="l" r="r" t="t"/>
              <a:pathLst>
                <a:path extrusionOk="0" h="21509" w="14259">
                  <a:moveTo>
                    <a:pt x="1243" y="1"/>
                  </a:moveTo>
                  <a:cubicBezTo>
                    <a:pt x="1243" y="6"/>
                    <a:pt x="0" y="6942"/>
                    <a:pt x="3247" y="12869"/>
                  </a:cubicBezTo>
                  <a:cubicBezTo>
                    <a:pt x="6493" y="18808"/>
                    <a:pt x="12995" y="21509"/>
                    <a:pt x="12995" y="21509"/>
                  </a:cubicBezTo>
                  <a:cubicBezTo>
                    <a:pt x="12995" y="21509"/>
                    <a:pt x="14259" y="14573"/>
                    <a:pt x="11008" y="8629"/>
                  </a:cubicBezTo>
                  <a:cubicBezTo>
                    <a:pt x="7770" y="2703"/>
                    <a:pt x="1247" y="1"/>
                    <a:pt x="1243"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60"/>
            <p:cNvSpPr/>
            <p:nvPr/>
          </p:nvSpPr>
          <p:spPr>
            <a:xfrm>
              <a:off x="2650375" y="4151300"/>
              <a:ext cx="505969" cy="253098"/>
            </a:xfrm>
            <a:custGeom>
              <a:rect b="b" l="l" r="r" t="t"/>
              <a:pathLst>
                <a:path extrusionOk="0" h="11178" w="22346">
                  <a:moveTo>
                    <a:pt x="5144" y="1"/>
                  </a:moveTo>
                  <a:cubicBezTo>
                    <a:pt x="2160" y="1"/>
                    <a:pt x="0" y="564"/>
                    <a:pt x="0" y="564"/>
                  </a:cubicBezTo>
                  <a:cubicBezTo>
                    <a:pt x="0" y="564"/>
                    <a:pt x="3196" y="6858"/>
                    <a:pt x="9350" y="9618"/>
                  </a:cubicBezTo>
                  <a:cubicBezTo>
                    <a:pt x="12056" y="10836"/>
                    <a:pt x="14879" y="11178"/>
                    <a:pt x="17205" y="11178"/>
                  </a:cubicBezTo>
                  <a:cubicBezTo>
                    <a:pt x="20190" y="11178"/>
                    <a:pt x="22345" y="10607"/>
                    <a:pt x="22345" y="10607"/>
                  </a:cubicBezTo>
                  <a:cubicBezTo>
                    <a:pt x="22345" y="10607"/>
                    <a:pt x="19154" y="4325"/>
                    <a:pt x="12981" y="1561"/>
                  </a:cubicBezTo>
                  <a:cubicBezTo>
                    <a:pt x="10289" y="339"/>
                    <a:pt x="7465" y="1"/>
                    <a:pt x="514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60"/>
            <p:cNvSpPr/>
            <p:nvPr/>
          </p:nvSpPr>
          <p:spPr>
            <a:xfrm>
              <a:off x="3450268" y="4222807"/>
              <a:ext cx="427287" cy="353970"/>
            </a:xfrm>
            <a:custGeom>
              <a:rect b="b" l="l" r="r" t="t"/>
              <a:pathLst>
                <a:path extrusionOk="0" h="15633" w="18871">
                  <a:moveTo>
                    <a:pt x="0" y="1"/>
                  </a:moveTo>
                  <a:cubicBezTo>
                    <a:pt x="0" y="1"/>
                    <a:pt x="1404" y="6908"/>
                    <a:pt x="6600" y="11229"/>
                  </a:cubicBezTo>
                  <a:cubicBezTo>
                    <a:pt x="11820" y="15548"/>
                    <a:pt x="18870" y="15633"/>
                    <a:pt x="18870" y="15633"/>
                  </a:cubicBezTo>
                  <a:cubicBezTo>
                    <a:pt x="18870" y="15633"/>
                    <a:pt x="17459" y="8726"/>
                    <a:pt x="12251" y="4410"/>
                  </a:cubicBezTo>
                  <a:cubicBezTo>
                    <a:pt x="7035" y="106"/>
                    <a:pt x="0" y="1"/>
                    <a:pt x="0"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60"/>
            <p:cNvSpPr/>
            <p:nvPr/>
          </p:nvSpPr>
          <p:spPr>
            <a:xfrm>
              <a:off x="3287169" y="4558378"/>
              <a:ext cx="554017" cy="200839"/>
            </a:xfrm>
            <a:custGeom>
              <a:rect b="b" l="l" r="r" t="t"/>
              <a:pathLst>
                <a:path extrusionOk="0" h="8870" w="24468">
                  <a:moveTo>
                    <a:pt x="11723" y="1"/>
                  </a:moveTo>
                  <a:cubicBezTo>
                    <a:pt x="5281" y="1"/>
                    <a:pt x="0" y="3903"/>
                    <a:pt x="0" y="3903"/>
                  </a:cubicBezTo>
                  <a:cubicBezTo>
                    <a:pt x="0" y="3903"/>
                    <a:pt x="5281" y="8558"/>
                    <a:pt x="12035" y="8857"/>
                  </a:cubicBezTo>
                  <a:cubicBezTo>
                    <a:pt x="12256" y="8862"/>
                    <a:pt x="12479" y="8870"/>
                    <a:pt x="12695" y="8870"/>
                  </a:cubicBezTo>
                  <a:cubicBezTo>
                    <a:pt x="19167" y="8870"/>
                    <a:pt x="24467" y="4968"/>
                    <a:pt x="24467" y="4968"/>
                  </a:cubicBezTo>
                  <a:cubicBezTo>
                    <a:pt x="24467" y="4968"/>
                    <a:pt x="19188" y="314"/>
                    <a:pt x="12416" y="18"/>
                  </a:cubicBezTo>
                  <a:cubicBezTo>
                    <a:pt x="12184" y="5"/>
                    <a:pt x="11955" y="1"/>
                    <a:pt x="11723"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60"/>
            <p:cNvSpPr/>
            <p:nvPr/>
          </p:nvSpPr>
          <p:spPr>
            <a:xfrm>
              <a:off x="4034915" y="4433094"/>
              <a:ext cx="498882" cy="261815"/>
            </a:xfrm>
            <a:custGeom>
              <a:rect b="b" l="l" r="r" t="t"/>
              <a:pathLst>
                <a:path extrusionOk="0" h="11563" w="22033">
                  <a:moveTo>
                    <a:pt x="4418" y="1"/>
                  </a:moveTo>
                  <a:cubicBezTo>
                    <a:pt x="1826" y="1"/>
                    <a:pt x="0" y="415"/>
                    <a:pt x="0" y="415"/>
                  </a:cubicBezTo>
                  <a:cubicBezTo>
                    <a:pt x="0" y="415"/>
                    <a:pt x="2998" y="6790"/>
                    <a:pt x="9072" y="9753"/>
                  </a:cubicBezTo>
                  <a:cubicBezTo>
                    <a:pt x="12022" y="11190"/>
                    <a:pt x="15163" y="11562"/>
                    <a:pt x="17611" y="11562"/>
                  </a:cubicBezTo>
                  <a:cubicBezTo>
                    <a:pt x="20206" y="11562"/>
                    <a:pt x="22033" y="11143"/>
                    <a:pt x="22033" y="11143"/>
                  </a:cubicBezTo>
                  <a:cubicBezTo>
                    <a:pt x="22033" y="11143"/>
                    <a:pt x="19036" y="4757"/>
                    <a:pt x="12944" y="1806"/>
                  </a:cubicBezTo>
                  <a:cubicBezTo>
                    <a:pt x="9998" y="373"/>
                    <a:pt x="6869" y="1"/>
                    <a:pt x="4418"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60"/>
            <p:cNvSpPr/>
            <p:nvPr/>
          </p:nvSpPr>
          <p:spPr>
            <a:xfrm>
              <a:off x="3976450" y="4733749"/>
              <a:ext cx="544235" cy="210507"/>
            </a:xfrm>
            <a:custGeom>
              <a:rect b="b" l="l" r="r" t="t"/>
              <a:pathLst>
                <a:path extrusionOk="0" h="9297" w="24036">
                  <a:moveTo>
                    <a:pt x="14448" y="1"/>
                  </a:moveTo>
                  <a:cubicBezTo>
                    <a:pt x="13379" y="1"/>
                    <a:pt x="12276" y="93"/>
                    <a:pt x="11155" y="313"/>
                  </a:cubicBezTo>
                  <a:cubicBezTo>
                    <a:pt x="4519" y="1624"/>
                    <a:pt x="0" y="7017"/>
                    <a:pt x="0" y="7017"/>
                  </a:cubicBezTo>
                  <a:cubicBezTo>
                    <a:pt x="0" y="7017"/>
                    <a:pt x="4337" y="9296"/>
                    <a:pt x="9629" y="9296"/>
                  </a:cubicBezTo>
                  <a:cubicBezTo>
                    <a:pt x="10682" y="9296"/>
                    <a:pt x="11773" y="9208"/>
                    <a:pt x="12875" y="8992"/>
                  </a:cubicBezTo>
                  <a:cubicBezTo>
                    <a:pt x="19516" y="7677"/>
                    <a:pt x="24035" y="2266"/>
                    <a:pt x="24035" y="2266"/>
                  </a:cubicBezTo>
                  <a:cubicBezTo>
                    <a:pt x="24035" y="2266"/>
                    <a:pt x="19719" y="1"/>
                    <a:pt x="14448"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60"/>
            <p:cNvSpPr/>
            <p:nvPr/>
          </p:nvSpPr>
          <p:spPr>
            <a:xfrm>
              <a:off x="3644003" y="199238"/>
              <a:ext cx="474564" cy="292337"/>
            </a:xfrm>
            <a:custGeom>
              <a:rect b="b" l="l" r="r" t="t"/>
              <a:pathLst>
                <a:path extrusionOk="0" h="12911" w="20959">
                  <a:moveTo>
                    <a:pt x="18735" y="1"/>
                  </a:moveTo>
                  <a:cubicBezTo>
                    <a:pt x="16212" y="1"/>
                    <a:pt x="11947" y="403"/>
                    <a:pt x="8193" y="2668"/>
                  </a:cubicBezTo>
                  <a:cubicBezTo>
                    <a:pt x="2401" y="6176"/>
                    <a:pt x="1" y="12796"/>
                    <a:pt x="1" y="12796"/>
                  </a:cubicBezTo>
                  <a:cubicBezTo>
                    <a:pt x="1" y="12796"/>
                    <a:pt x="859" y="12911"/>
                    <a:pt x="2220" y="12911"/>
                  </a:cubicBezTo>
                  <a:cubicBezTo>
                    <a:pt x="4748" y="12911"/>
                    <a:pt x="9013" y="12517"/>
                    <a:pt x="12780" y="10248"/>
                  </a:cubicBezTo>
                  <a:cubicBezTo>
                    <a:pt x="18558" y="6739"/>
                    <a:pt x="20959" y="120"/>
                    <a:pt x="20959" y="120"/>
                  </a:cubicBezTo>
                  <a:cubicBezTo>
                    <a:pt x="20959" y="120"/>
                    <a:pt x="20101" y="1"/>
                    <a:pt x="18735"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60"/>
            <p:cNvSpPr/>
            <p:nvPr/>
          </p:nvSpPr>
          <p:spPr>
            <a:xfrm>
              <a:off x="3520236" y="1364792"/>
              <a:ext cx="1051744" cy="2479897"/>
            </a:xfrm>
            <a:custGeom>
              <a:rect b="b" l="l" r="r" t="t"/>
              <a:pathLst>
                <a:path extrusionOk="0" h="109524" w="46450">
                  <a:moveTo>
                    <a:pt x="1" y="0"/>
                  </a:moveTo>
                  <a:lnTo>
                    <a:pt x="1" y="25744"/>
                  </a:lnTo>
                  <a:lnTo>
                    <a:pt x="6731" y="25744"/>
                  </a:lnTo>
                  <a:lnTo>
                    <a:pt x="6731" y="92281"/>
                  </a:lnTo>
                  <a:lnTo>
                    <a:pt x="23276" y="109524"/>
                  </a:lnTo>
                  <a:lnTo>
                    <a:pt x="46450" y="109524"/>
                  </a:lnTo>
                  <a:lnTo>
                    <a:pt x="46450" y="101187"/>
                  </a:lnTo>
                  <a:lnTo>
                    <a:pt x="26163" y="101187"/>
                  </a:lnTo>
                  <a:lnTo>
                    <a:pt x="14517" y="89397"/>
                  </a:lnTo>
                  <a:lnTo>
                    <a:pt x="14517" y="17395"/>
                  </a:lnTo>
                  <a:lnTo>
                    <a:pt x="7779" y="17395"/>
                  </a:lnTo>
                  <a:lnTo>
                    <a:pt x="7779" y="8345"/>
                  </a:lnTo>
                  <a:lnTo>
                    <a:pt x="30018" y="8345"/>
                  </a:lnTo>
                  <a:lnTo>
                    <a:pt x="30018" y="17395"/>
                  </a:lnTo>
                  <a:lnTo>
                    <a:pt x="26015" y="17395"/>
                  </a:lnTo>
                  <a:lnTo>
                    <a:pt x="26015" y="87300"/>
                  </a:lnTo>
                  <a:lnTo>
                    <a:pt x="31003" y="92281"/>
                  </a:lnTo>
                  <a:lnTo>
                    <a:pt x="46450" y="92281"/>
                  </a:lnTo>
                  <a:lnTo>
                    <a:pt x="46450" y="83936"/>
                  </a:lnTo>
                  <a:lnTo>
                    <a:pt x="34647" y="83936"/>
                  </a:lnTo>
                  <a:lnTo>
                    <a:pt x="34647" y="24126"/>
                  </a:lnTo>
                  <a:lnTo>
                    <a:pt x="38498" y="24126"/>
                  </a:lnTo>
                  <a:lnTo>
                    <a:pt x="38498" y="0"/>
                  </a:ln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1" name="Google Shape;3501;p60"/>
          <p:cNvGrpSpPr/>
          <p:nvPr/>
        </p:nvGrpSpPr>
        <p:grpSpPr>
          <a:xfrm flipH="1">
            <a:off x="-6" y="4"/>
            <a:ext cx="2777796" cy="5143601"/>
            <a:chOff x="2009438" y="199238"/>
            <a:chExt cx="2562542" cy="4745019"/>
          </a:xfrm>
        </p:grpSpPr>
        <p:sp>
          <p:nvSpPr>
            <p:cNvPr id="3502" name="Google Shape;3502;p60"/>
            <p:cNvSpPr/>
            <p:nvPr/>
          </p:nvSpPr>
          <p:spPr>
            <a:xfrm>
              <a:off x="3246298" y="633329"/>
              <a:ext cx="530468" cy="225316"/>
            </a:xfrm>
            <a:custGeom>
              <a:rect b="b" l="l" r="r" t="t"/>
              <a:pathLst>
                <a:path extrusionOk="0" h="9951" w="23428">
                  <a:moveTo>
                    <a:pt x="15628" y="0"/>
                  </a:moveTo>
                  <a:cubicBezTo>
                    <a:pt x="13975" y="0"/>
                    <a:pt x="12192" y="199"/>
                    <a:pt x="10412" y="744"/>
                  </a:cubicBezTo>
                  <a:cubicBezTo>
                    <a:pt x="3945" y="2748"/>
                    <a:pt x="0" y="8595"/>
                    <a:pt x="0" y="8595"/>
                  </a:cubicBezTo>
                  <a:cubicBezTo>
                    <a:pt x="0" y="8595"/>
                    <a:pt x="3433" y="9951"/>
                    <a:pt x="7775" y="9951"/>
                  </a:cubicBezTo>
                  <a:cubicBezTo>
                    <a:pt x="9435" y="9951"/>
                    <a:pt x="11228" y="9752"/>
                    <a:pt x="13012" y="9203"/>
                  </a:cubicBezTo>
                  <a:cubicBezTo>
                    <a:pt x="19483" y="7216"/>
                    <a:pt x="23428" y="1374"/>
                    <a:pt x="23428" y="1374"/>
                  </a:cubicBezTo>
                  <a:cubicBezTo>
                    <a:pt x="23428" y="1374"/>
                    <a:pt x="19982" y="0"/>
                    <a:pt x="1562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60"/>
            <p:cNvSpPr/>
            <p:nvPr/>
          </p:nvSpPr>
          <p:spPr>
            <a:xfrm>
              <a:off x="3178912" y="295539"/>
              <a:ext cx="341426" cy="450540"/>
            </a:xfrm>
            <a:custGeom>
              <a:rect b="b" l="l" r="r" t="t"/>
              <a:pathLst>
                <a:path extrusionOk="0" h="19898" w="15079">
                  <a:moveTo>
                    <a:pt x="14694" y="1"/>
                  </a:moveTo>
                  <a:cubicBezTo>
                    <a:pt x="14694" y="1"/>
                    <a:pt x="7893" y="1878"/>
                    <a:pt x="3953" y="7372"/>
                  </a:cubicBezTo>
                  <a:cubicBezTo>
                    <a:pt x="1" y="12864"/>
                    <a:pt x="393" y="19898"/>
                    <a:pt x="393" y="19898"/>
                  </a:cubicBezTo>
                  <a:cubicBezTo>
                    <a:pt x="393" y="19898"/>
                    <a:pt x="7183" y="18029"/>
                    <a:pt x="11122" y="12534"/>
                  </a:cubicBezTo>
                  <a:cubicBezTo>
                    <a:pt x="15079" y="7043"/>
                    <a:pt x="14694" y="9"/>
                    <a:pt x="146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60"/>
            <p:cNvSpPr/>
            <p:nvPr/>
          </p:nvSpPr>
          <p:spPr>
            <a:xfrm>
              <a:off x="2759493" y="974561"/>
              <a:ext cx="500014" cy="260072"/>
            </a:xfrm>
            <a:custGeom>
              <a:rect b="b" l="l" r="r" t="t"/>
              <a:pathLst>
                <a:path extrusionOk="0" h="11486" w="22083">
                  <a:moveTo>
                    <a:pt x="17552" y="0"/>
                  </a:moveTo>
                  <a:cubicBezTo>
                    <a:pt x="15129" y="0"/>
                    <a:pt x="12048" y="364"/>
                    <a:pt x="9135" y="1763"/>
                  </a:cubicBezTo>
                  <a:cubicBezTo>
                    <a:pt x="3031" y="4693"/>
                    <a:pt x="0" y="11045"/>
                    <a:pt x="0" y="11045"/>
                  </a:cubicBezTo>
                  <a:cubicBezTo>
                    <a:pt x="0" y="11045"/>
                    <a:pt x="1877" y="11486"/>
                    <a:pt x="4545" y="11486"/>
                  </a:cubicBezTo>
                  <a:cubicBezTo>
                    <a:pt x="6975" y="11486"/>
                    <a:pt x="10056" y="11118"/>
                    <a:pt x="12965" y="9723"/>
                  </a:cubicBezTo>
                  <a:cubicBezTo>
                    <a:pt x="19052" y="6806"/>
                    <a:pt x="22083" y="440"/>
                    <a:pt x="22083" y="440"/>
                  </a:cubicBezTo>
                  <a:cubicBezTo>
                    <a:pt x="22083" y="440"/>
                    <a:pt x="20210" y="0"/>
                    <a:pt x="1755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60"/>
            <p:cNvSpPr/>
            <p:nvPr/>
          </p:nvSpPr>
          <p:spPr>
            <a:xfrm>
              <a:off x="2657146" y="659255"/>
              <a:ext cx="318172" cy="493539"/>
            </a:xfrm>
            <a:custGeom>
              <a:rect b="b" l="l" r="r" t="t"/>
              <a:pathLst>
                <a:path extrusionOk="0" h="21797" w="14052">
                  <a:moveTo>
                    <a:pt x="12611" y="1"/>
                  </a:moveTo>
                  <a:cubicBezTo>
                    <a:pt x="12611" y="1"/>
                    <a:pt x="6173" y="2859"/>
                    <a:pt x="3079" y="8865"/>
                  </a:cubicBezTo>
                  <a:cubicBezTo>
                    <a:pt x="1" y="14893"/>
                    <a:pt x="1421" y="21796"/>
                    <a:pt x="1421" y="21796"/>
                  </a:cubicBezTo>
                  <a:cubicBezTo>
                    <a:pt x="1421" y="21796"/>
                    <a:pt x="7863" y="18930"/>
                    <a:pt x="10958" y="12911"/>
                  </a:cubicBezTo>
                  <a:cubicBezTo>
                    <a:pt x="14052" y="6900"/>
                    <a:pt x="12611" y="1"/>
                    <a:pt x="1261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60"/>
            <p:cNvSpPr/>
            <p:nvPr/>
          </p:nvSpPr>
          <p:spPr>
            <a:xfrm>
              <a:off x="2448783" y="1402697"/>
              <a:ext cx="400319" cy="383836"/>
            </a:xfrm>
            <a:custGeom>
              <a:rect b="b" l="l" r="r" t="t"/>
              <a:pathLst>
                <a:path extrusionOk="0" h="16952" w="17680">
                  <a:moveTo>
                    <a:pt x="17679" y="0"/>
                  </a:moveTo>
                  <a:cubicBezTo>
                    <a:pt x="17674" y="0"/>
                    <a:pt x="10658" y="597"/>
                    <a:pt x="5775" y="5281"/>
                  </a:cubicBezTo>
                  <a:cubicBezTo>
                    <a:pt x="893" y="9968"/>
                    <a:pt x="1" y="16952"/>
                    <a:pt x="1" y="16952"/>
                  </a:cubicBezTo>
                  <a:cubicBezTo>
                    <a:pt x="1" y="16952"/>
                    <a:pt x="7017" y="16355"/>
                    <a:pt x="11900" y="11672"/>
                  </a:cubicBezTo>
                  <a:cubicBezTo>
                    <a:pt x="16782" y="6988"/>
                    <a:pt x="17679" y="0"/>
                    <a:pt x="176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60"/>
            <p:cNvSpPr/>
            <p:nvPr/>
          </p:nvSpPr>
          <p:spPr>
            <a:xfrm>
              <a:off x="2280137" y="1192206"/>
              <a:ext cx="245898" cy="547813"/>
            </a:xfrm>
            <a:custGeom>
              <a:rect b="b" l="l" r="r" t="t"/>
              <a:pathLst>
                <a:path extrusionOk="0" h="24194" w="10860">
                  <a:moveTo>
                    <a:pt x="7364" y="1"/>
                  </a:moveTo>
                  <a:cubicBezTo>
                    <a:pt x="7364" y="1"/>
                    <a:pt x="2135" y="4727"/>
                    <a:pt x="1061" y="11397"/>
                  </a:cubicBezTo>
                  <a:cubicBezTo>
                    <a:pt x="0" y="18085"/>
                    <a:pt x="3513" y="24193"/>
                    <a:pt x="3513" y="24193"/>
                  </a:cubicBezTo>
                  <a:cubicBezTo>
                    <a:pt x="3513" y="24193"/>
                    <a:pt x="8737" y="19480"/>
                    <a:pt x="9803" y="12784"/>
                  </a:cubicBezTo>
                  <a:cubicBezTo>
                    <a:pt x="10860" y="6100"/>
                    <a:pt x="7364" y="1"/>
                    <a:pt x="73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60"/>
            <p:cNvSpPr/>
            <p:nvPr/>
          </p:nvSpPr>
          <p:spPr>
            <a:xfrm>
              <a:off x="2259463" y="2002377"/>
              <a:ext cx="331781" cy="471507"/>
            </a:xfrm>
            <a:custGeom>
              <a:rect b="b" l="l" r="r" t="t"/>
              <a:pathLst>
                <a:path extrusionOk="0" h="20824" w="14653">
                  <a:moveTo>
                    <a:pt x="13790" y="0"/>
                  </a:moveTo>
                  <a:cubicBezTo>
                    <a:pt x="13790" y="0"/>
                    <a:pt x="7135" y="2334"/>
                    <a:pt x="3559" y="8074"/>
                  </a:cubicBezTo>
                  <a:cubicBezTo>
                    <a:pt x="0" y="13818"/>
                    <a:pt x="867" y="20824"/>
                    <a:pt x="867" y="20824"/>
                  </a:cubicBezTo>
                  <a:cubicBezTo>
                    <a:pt x="867" y="20824"/>
                    <a:pt x="7520" y="18485"/>
                    <a:pt x="11080" y="12745"/>
                  </a:cubicBezTo>
                  <a:cubicBezTo>
                    <a:pt x="14652" y="7001"/>
                    <a:pt x="13790" y="0"/>
                    <a:pt x="137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60"/>
            <p:cNvSpPr/>
            <p:nvPr/>
          </p:nvSpPr>
          <p:spPr>
            <a:xfrm>
              <a:off x="2041410" y="1898219"/>
              <a:ext cx="227829" cy="552386"/>
            </a:xfrm>
            <a:custGeom>
              <a:rect b="b" l="l" r="r" t="t"/>
              <a:pathLst>
                <a:path extrusionOk="0" h="24396" w="10062">
                  <a:moveTo>
                    <a:pt x="3890" y="0"/>
                  </a:moveTo>
                  <a:cubicBezTo>
                    <a:pt x="3890" y="0"/>
                    <a:pt x="0" y="5877"/>
                    <a:pt x="626" y="12610"/>
                  </a:cubicBezTo>
                  <a:cubicBezTo>
                    <a:pt x="1256" y="19345"/>
                    <a:pt x="6155" y="24396"/>
                    <a:pt x="6155" y="24396"/>
                  </a:cubicBezTo>
                  <a:cubicBezTo>
                    <a:pt x="6155" y="24396"/>
                    <a:pt x="10061" y="18520"/>
                    <a:pt x="9435" y="11782"/>
                  </a:cubicBezTo>
                  <a:cubicBezTo>
                    <a:pt x="8805" y="5044"/>
                    <a:pt x="3890" y="0"/>
                    <a:pt x="38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60"/>
            <p:cNvSpPr/>
            <p:nvPr/>
          </p:nvSpPr>
          <p:spPr>
            <a:xfrm>
              <a:off x="2312766" y="2618882"/>
              <a:ext cx="257400" cy="543375"/>
            </a:xfrm>
            <a:custGeom>
              <a:rect b="b" l="l" r="r" t="t"/>
              <a:pathLst>
                <a:path extrusionOk="0" h="23998" w="11368">
                  <a:moveTo>
                    <a:pt x="8143" y="0"/>
                  </a:moveTo>
                  <a:cubicBezTo>
                    <a:pt x="8143" y="0"/>
                    <a:pt x="2711" y="4486"/>
                    <a:pt x="1353" y="11123"/>
                  </a:cubicBezTo>
                  <a:cubicBezTo>
                    <a:pt x="1" y="17746"/>
                    <a:pt x="3243" y="23998"/>
                    <a:pt x="3243" y="23998"/>
                  </a:cubicBezTo>
                  <a:cubicBezTo>
                    <a:pt x="3243" y="23998"/>
                    <a:pt x="8671" y="19518"/>
                    <a:pt x="10015" y="12893"/>
                  </a:cubicBezTo>
                  <a:cubicBezTo>
                    <a:pt x="11368" y="6261"/>
                    <a:pt x="8143" y="0"/>
                    <a:pt x="814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60"/>
            <p:cNvSpPr/>
            <p:nvPr/>
          </p:nvSpPr>
          <p:spPr>
            <a:xfrm>
              <a:off x="2009438" y="2674765"/>
              <a:ext cx="313395" cy="499946"/>
            </a:xfrm>
            <a:custGeom>
              <a:rect b="b" l="l" r="r" t="t"/>
              <a:pathLst>
                <a:path extrusionOk="0" h="22080" w="13841">
                  <a:moveTo>
                    <a:pt x="1624" y="1"/>
                  </a:moveTo>
                  <a:lnTo>
                    <a:pt x="1624" y="1"/>
                  </a:lnTo>
                  <a:cubicBezTo>
                    <a:pt x="1624" y="1"/>
                    <a:pt x="0" y="6854"/>
                    <a:pt x="2930" y="12941"/>
                  </a:cubicBezTo>
                  <a:cubicBezTo>
                    <a:pt x="5864" y="19054"/>
                    <a:pt x="12217" y="22080"/>
                    <a:pt x="12217" y="22080"/>
                  </a:cubicBezTo>
                  <a:cubicBezTo>
                    <a:pt x="12217" y="22080"/>
                    <a:pt x="13840" y="15228"/>
                    <a:pt x="10911" y="9119"/>
                  </a:cubicBezTo>
                  <a:cubicBezTo>
                    <a:pt x="7981" y="3028"/>
                    <a:pt x="1624" y="1"/>
                    <a:pt x="162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60"/>
            <p:cNvSpPr/>
            <p:nvPr/>
          </p:nvSpPr>
          <p:spPr>
            <a:xfrm>
              <a:off x="2547666" y="3310720"/>
              <a:ext cx="217187" cy="553926"/>
            </a:xfrm>
            <a:custGeom>
              <a:rect b="b" l="l" r="r" t="t"/>
              <a:pathLst>
                <a:path extrusionOk="0" h="24464" w="9592">
                  <a:moveTo>
                    <a:pt x="4109" y="1"/>
                  </a:moveTo>
                  <a:cubicBezTo>
                    <a:pt x="4109" y="1"/>
                    <a:pt x="0" y="5724"/>
                    <a:pt x="381" y="12480"/>
                  </a:cubicBezTo>
                  <a:cubicBezTo>
                    <a:pt x="765" y="19230"/>
                    <a:pt x="5479" y="24463"/>
                    <a:pt x="5479" y="24463"/>
                  </a:cubicBezTo>
                  <a:cubicBezTo>
                    <a:pt x="5479" y="24463"/>
                    <a:pt x="9592" y="18735"/>
                    <a:pt x="9207" y="11984"/>
                  </a:cubicBezTo>
                  <a:cubicBezTo>
                    <a:pt x="8827" y="5230"/>
                    <a:pt x="4109" y="1"/>
                    <a:pt x="410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60"/>
            <p:cNvSpPr/>
            <p:nvPr/>
          </p:nvSpPr>
          <p:spPr>
            <a:xfrm>
              <a:off x="2218955" y="3479366"/>
              <a:ext cx="359518" cy="422418"/>
            </a:xfrm>
            <a:custGeom>
              <a:rect b="b" l="l" r="r" t="t"/>
              <a:pathLst>
                <a:path extrusionOk="0" h="18656" w="15878">
                  <a:moveTo>
                    <a:pt x="1" y="1"/>
                  </a:moveTo>
                  <a:lnTo>
                    <a:pt x="1" y="1"/>
                  </a:lnTo>
                  <a:cubicBezTo>
                    <a:pt x="1" y="1"/>
                    <a:pt x="183" y="7035"/>
                    <a:pt x="4571" y="12200"/>
                  </a:cubicBezTo>
                  <a:cubicBezTo>
                    <a:pt x="8959" y="17341"/>
                    <a:pt x="15878" y="18656"/>
                    <a:pt x="15878" y="18656"/>
                  </a:cubicBezTo>
                  <a:cubicBezTo>
                    <a:pt x="15878" y="18656"/>
                    <a:pt x="15696" y="11622"/>
                    <a:pt x="11309" y="6460"/>
                  </a:cubicBezTo>
                  <a:cubicBezTo>
                    <a:pt x="6921" y="1307"/>
                    <a:pt x="6"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60"/>
            <p:cNvSpPr/>
            <p:nvPr/>
          </p:nvSpPr>
          <p:spPr>
            <a:xfrm>
              <a:off x="2930336" y="3830832"/>
              <a:ext cx="322859" cy="487018"/>
            </a:xfrm>
            <a:custGeom>
              <a:rect b="b" l="l" r="r" t="t"/>
              <a:pathLst>
                <a:path extrusionOk="0" h="21509" w="14259">
                  <a:moveTo>
                    <a:pt x="1243" y="1"/>
                  </a:moveTo>
                  <a:cubicBezTo>
                    <a:pt x="1243" y="6"/>
                    <a:pt x="0" y="6942"/>
                    <a:pt x="3247" y="12869"/>
                  </a:cubicBezTo>
                  <a:cubicBezTo>
                    <a:pt x="6493" y="18808"/>
                    <a:pt x="12995" y="21509"/>
                    <a:pt x="12995" y="21509"/>
                  </a:cubicBezTo>
                  <a:cubicBezTo>
                    <a:pt x="12995" y="21509"/>
                    <a:pt x="14259" y="14573"/>
                    <a:pt x="11008" y="8629"/>
                  </a:cubicBezTo>
                  <a:cubicBezTo>
                    <a:pt x="7770" y="2703"/>
                    <a:pt x="1247" y="1"/>
                    <a:pt x="124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60"/>
            <p:cNvSpPr/>
            <p:nvPr/>
          </p:nvSpPr>
          <p:spPr>
            <a:xfrm>
              <a:off x="2650375" y="4151300"/>
              <a:ext cx="505969" cy="253098"/>
            </a:xfrm>
            <a:custGeom>
              <a:rect b="b" l="l" r="r" t="t"/>
              <a:pathLst>
                <a:path extrusionOk="0" h="11178" w="22346">
                  <a:moveTo>
                    <a:pt x="5144" y="1"/>
                  </a:moveTo>
                  <a:cubicBezTo>
                    <a:pt x="2160" y="1"/>
                    <a:pt x="0" y="564"/>
                    <a:pt x="0" y="564"/>
                  </a:cubicBezTo>
                  <a:cubicBezTo>
                    <a:pt x="0" y="564"/>
                    <a:pt x="3196" y="6858"/>
                    <a:pt x="9350" y="9618"/>
                  </a:cubicBezTo>
                  <a:cubicBezTo>
                    <a:pt x="12056" y="10836"/>
                    <a:pt x="14879" y="11178"/>
                    <a:pt x="17205" y="11178"/>
                  </a:cubicBezTo>
                  <a:cubicBezTo>
                    <a:pt x="20190" y="11178"/>
                    <a:pt x="22345" y="10607"/>
                    <a:pt x="22345" y="10607"/>
                  </a:cubicBezTo>
                  <a:cubicBezTo>
                    <a:pt x="22345" y="10607"/>
                    <a:pt x="19154" y="4325"/>
                    <a:pt x="12981" y="1561"/>
                  </a:cubicBezTo>
                  <a:cubicBezTo>
                    <a:pt x="10289" y="339"/>
                    <a:pt x="7465" y="1"/>
                    <a:pt x="514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60"/>
            <p:cNvSpPr/>
            <p:nvPr/>
          </p:nvSpPr>
          <p:spPr>
            <a:xfrm>
              <a:off x="3450268" y="4222807"/>
              <a:ext cx="427287" cy="353970"/>
            </a:xfrm>
            <a:custGeom>
              <a:rect b="b" l="l" r="r" t="t"/>
              <a:pathLst>
                <a:path extrusionOk="0" h="15633" w="18871">
                  <a:moveTo>
                    <a:pt x="0" y="1"/>
                  </a:moveTo>
                  <a:cubicBezTo>
                    <a:pt x="0" y="1"/>
                    <a:pt x="1404" y="6908"/>
                    <a:pt x="6600" y="11229"/>
                  </a:cubicBezTo>
                  <a:cubicBezTo>
                    <a:pt x="11820" y="15548"/>
                    <a:pt x="18870" y="15633"/>
                    <a:pt x="18870" y="15633"/>
                  </a:cubicBezTo>
                  <a:cubicBezTo>
                    <a:pt x="18870" y="15633"/>
                    <a:pt x="17459" y="8726"/>
                    <a:pt x="12251" y="4410"/>
                  </a:cubicBezTo>
                  <a:cubicBezTo>
                    <a:pt x="7035" y="106"/>
                    <a:pt x="0" y="1"/>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60"/>
            <p:cNvSpPr/>
            <p:nvPr/>
          </p:nvSpPr>
          <p:spPr>
            <a:xfrm>
              <a:off x="3287169" y="4558378"/>
              <a:ext cx="554017" cy="200839"/>
            </a:xfrm>
            <a:custGeom>
              <a:rect b="b" l="l" r="r" t="t"/>
              <a:pathLst>
                <a:path extrusionOk="0" h="8870" w="24468">
                  <a:moveTo>
                    <a:pt x="11723" y="1"/>
                  </a:moveTo>
                  <a:cubicBezTo>
                    <a:pt x="5281" y="1"/>
                    <a:pt x="0" y="3903"/>
                    <a:pt x="0" y="3903"/>
                  </a:cubicBezTo>
                  <a:cubicBezTo>
                    <a:pt x="0" y="3903"/>
                    <a:pt x="5281" y="8558"/>
                    <a:pt x="12035" y="8857"/>
                  </a:cubicBezTo>
                  <a:cubicBezTo>
                    <a:pt x="12256" y="8862"/>
                    <a:pt x="12479" y="8870"/>
                    <a:pt x="12695" y="8870"/>
                  </a:cubicBezTo>
                  <a:cubicBezTo>
                    <a:pt x="19167" y="8870"/>
                    <a:pt x="24467" y="4968"/>
                    <a:pt x="24467" y="4968"/>
                  </a:cubicBezTo>
                  <a:cubicBezTo>
                    <a:pt x="24467" y="4968"/>
                    <a:pt x="19188" y="314"/>
                    <a:pt x="12416" y="18"/>
                  </a:cubicBezTo>
                  <a:cubicBezTo>
                    <a:pt x="12184" y="5"/>
                    <a:pt x="11955" y="1"/>
                    <a:pt x="1172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60"/>
            <p:cNvSpPr/>
            <p:nvPr/>
          </p:nvSpPr>
          <p:spPr>
            <a:xfrm>
              <a:off x="4034915" y="4433094"/>
              <a:ext cx="498882" cy="261815"/>
            </a:xfrm>
            <a:custGeom>
              <a:rect b="b" l="l" r="r" t="t"/>
              <a:pathLst>
                <a:path extrusionOk="0" h="11563" w="22033">
                  <a:moveTo>
                    <a:pt x="4418" y="1"/>
                  </a:moveTo>
                  <a:cubicBezTo>
                    <a:pt x="1826" y="1"/>
                    <a:pt x="0" y="415"/>
                    <a:pt x="0" y="415"/>
                  </a:cubicBezTo>
                  <a:cubicBezTo>
                    <a:pt x="0" y="415"/>
                    <a:pt x="2998" y="6790"/>
                    <a:pt x="9072" y="9753"/>
                  </a:cubicBezTo>
                  <a:cubicBezTo>
                    <a:pt x="12022" y="11190"/>
                    <a:pt x="15163" y="11562"/>
                    <a:pt x="17611" y="11562"/>
                  </a:cubicBezTo>
                  <a:cubicBezTo>
                    <a:pt x="20206" y="11562"/>
                    <a:pt x="22033" y="11143"/>
                    <a:pt x="22033" y="11143"/>
                  </a:cubicBezTo>
                  <a:cubicBezTo>
                    <a:pt x="22033" y="11143"/>
                    <a:pt x="19036" y="4757"/>
                    <a:pt x="12944" y="1806"/>
                  </a:cubicBezTo>
                  <a:cubicBezTo>
                    <a:pt x="9998" y="373"/>
                    <a:pt x="6869" y="1"/>
                    <a:pt x="441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60"/>
            <p:cNvSpPr/>
            <p:nvPr/>
          </p:nvSpPr>
          <p:spPr>
            <a:xfrm>
              <a:off x="3976450" y="4733749"/>
              <a:ext cx="544235" cy="210507"/>
            </a:xfrm>
            <a:custGeom>
              <a:rect b="b" l="l" r="r" t="t"/>
              <a:pathLst>
                <a:path extrusionOk="0" h="9297" w="24036">
                  <a:moveTo>
                    <a:pt x="14448" y="1"/>
                  </a:moveTo>
                  <a:cubicBezTo>
                    <a:pt x="13379" y="1"/>
                    <a:pt x="12276" y="93"/>
                    <a:pt x="11155" y="313"/>
                  </a:cubicBezTo>
                  <a:cubicBezTo>
                    <a:pt x="4519" y="1624"/>
                    <a:pt x="0" y="7017"/>
                    <a:pt x="0" y="7017"/>
                  </a:cubicBezTo>
                  <a:cubicBezTo>
                    <a:pt x="0" y="7017"/>
                    <a:pt x="4337" y="9296"/>
                    <a:pt x="9629" y="9296"/>
                  </a:cubicBezTo>
                  <a:cubicBezTo>
                    <a:pt x="10682" y="9296"/>
                    <a:pt x="11773" y="9208"/>
                    <a:pt x="12875" y="8992"/>
                  </a:cubicBezTo>
                  <a:cubicBezTo>
                    <a:pt x="19516" y="7677"/>
                    <a:pt x="24035" y="2266"/>
                    <a:pt x="24035" y="2266"/>
                  </a:cubicBezTo>
                  <a:cubicBezTo>
                    <a:pt x="24035" y="2266"/>
                    <a:pt x="19719" y="1"/>
                    <a:pt x="14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60"/>
            <p:cNvSpPr/>
            <p:nvPr/>
          </p:nvSpPr>
          <p:spPr>
            <a:xfrm>
              <a:off x="3644003" y="199238"/>
              <a:ext cx="474564" cy="292337"/>
            </a:xfrm>
            <a:custGeom>
              <a:rect b="b" l="l" r="r" t="t"/>
              <a:pathLst>
                <a:path extrusionOk="0" h="12911" w="20959">
                  <a:moveTo>
                    <a:pt x="18735" y="1"/>
                  </a:moveTo>
                  <a:cubicBezTo>
                    <a:pt x="16212" y="1"/>
                    <a:pt x="11947" y="403"/>
                    <a:pt x="8193" y="2668"/>
                  </a:cubicBezTo>
                  <a:cubicBezTo>
                    <a:pt x="2401" y="6176"/>
                    <a:pt x="1" y="12796"/>
                    <a:pt x="1" y="12796"/>
                  </a:cubicBezTo>
                  <a:cubicBezTo>
                    <a:pt x="1" y="12796"/>
                    <a:pt x="859" y="12911"/>
                    <a:pt x="2220" y="12911"/>
                  </a:cubicBezTo>
                  <a:cubicBezTo>
                    <a:pt x="4748" y="12911"/>
                    <a:pt x="9013" y="12517"/>
                    <a:pt x="12780" y="10248"/>
                  </a:cubicBezTo>
                  <a:cubicBezTo>
                    <a:pt x="18558" y="6739"/>
                    <a:pt x="20959" y="120"/>
                    <a:pt x="20959" y="120"/>
                  </a:cubicBezTo>
                  <a:cubicBezTo>
                    <a:pt x="20959" y="120"/>
                    <a:pt x="20101" y="1"/>
                    <a:pt x="187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60"/>
            <p:cNvSpPr/>
            <p:nvPr/>
          </p:nvSpPr>
          <p:spPr>
            <a:xfrm>
              <a:off x="3520236" y="1364792"/>
              <a:ext cx="1051744" cy="2479897"/>
            </a:xfrm>
            <a:custGeom>
              <a:rect b="b" l="l" r="r" t="t"/>
              <a:pathLst>
                <a:path extrusionOk="0" h="109524" w="46450">
                  <a:moveTo>
                    <a:pt x="1" y="0"/>
                  </a:moveTo>
                  <a:lnTo>
                    <a:pt x="1" y="25744"/>
                  </a:lnTo>
                  <a:lnTo>
                    <a:pt x="6731" y="25744"/>
                  </a:lnTo>
                  <a:lnTo>
                    <a:pt x="6731" y="92281"/>
                  </a:lnTo>
                  <a:lnTo>
                    <a:pt x="23276" y="109524"/>
                  </a:lnTo>
                  <a:lnTo>
                    <a:pt x="46450" y="109524"/>
                  </a:lnTo>
                  <a:lnTo>
                    <a:pt x="46450" y="101187"/>
                  </a:lnTo>
                  <a:lnTo>
                    <a:pt x="26163" y="101187"/>
                  </a:lnTo>
                  <a:lnTo>
                    <a:pt x="14517" y="89397"/>
                  </a:lnTo>
                  <a:lnTo>
                    <a:pt x="14517" y="17395"/>
                  </a:lnTo>
                  <a:lnTo>
                    <a:pt x="7779" y="17395"/>
                  </a:lnTo>
                  <a:lnTo>
                    <a:pt x="7779" y="8345"/>
                  </a:lnTo>
                  <a:lnTo>
                    <a:pt x="30018" y="8345"/>
                  </a:lnTo>
                  <a:lnTo>
                    <a:pt x="30018" y="17395"/>
                  </a:lnTo>
                  <a:lnTo>
                    <a:pt x="26015" y="17395"/>
                  </a:lnTo>
                  <a:lnTo>
                    <a:pt x="26015" y="87300"/>
                  </a:lnTo>
                  <a:lnTo>
                    <a:pt x="31003" y="92281"/>
                  </a:lnTo>
                  <a:lnTo>
                    <a:pt x="46450" y="92281"/>
                  </a:lnTo>
                  <a:lnTo>
                    <a:pt x="46450" y="83936"/>
                  </a:lnTo>
                  <a:lnTo>
                    <a:pt x="34647" y="83936"/>
                  </a:lnTo>
                  <a:lnTo>
                    <a:pt x="34647" y="24126"/>
                  </a:lnTo>
                  <a:lnTo>
                    <a:pt x="38498" y="24126"/>
                  </a:lnTo>
                  <a:lnTo>
                    <a:pt x="3849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22" name="Google Shape;3522;p60"/>
          <p:cNvSpPr/>
          <p:nvPr/>
        </p:nvSpPr>
        <p:spPr>
          <a:xfrm>
            <a:off x="334525" y="232050"/>
            <a:ext cx="8453700" cy="4689600"/>
          </a:xfrm>
          <a:prstGeom prst="rect">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23" name="Google Shape;3523;p60"/>
          <p:cNvCxnSpPr/>
          <p:nvPr/>
        </p:nvCxnSpPr>
        <p:spPr>
          <a:xfrm>
            <a:off x="2370300" y="2823412"/>
            <a:ext cx="4366500" cy="0"/>
          </a:xfrm>
          <a:prstGeom prst="straightConnector1">
            <a:avLst/>
          </a:prstGeom>
          <a:noFill/>
          <a:ln cap="flat" cmpd="sng" w="19050">
            <a:solidFill>
              <a:srgbClr val="20124D"/>
            </a:solidFill>
            <a:prstDash val="dash"/>
            <a:round/>
            <a:headEnd len="med" w="med" type="none"/>
            <a:tailEnd len="med" w="med" type="none"/>
          </a:ln>
        </p:spPr>
      </p:cxnSp>
      <p:sp>
        <p:nvSpPr>
          <p:cNvPr id="3524" name="Google Shape;3524;p60"/>
          <p:cNvSpPr/>
          <p:nvPr/>
        </p:nvSpPr>
        <p:spPr>
          <a:xfrm>
            <a:off x="4247896" y="75"/>
            <a:ext cx="648300" cy="810651"/>
          </a:xfrm>
          <a:prstGeom prst="flowChartOffpageConnector">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60"/>
          <p:cNvSpPr txBox="1"/>
          <p:nvPr>
            <p:ph type="title"/>
          </p:nvPr>
        </p:nvSpPr>
        <p:spPr>
          <a:xfrm>
            <a:off x="2124750" y="1164754"/>
            <a:ext cx="4894500" cy="5286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b="1" sz="4300">
                <a:solidFill>
                  <a:schemeClr val="lt1"/>
                </a:solidFill>
              </a:defRPr>
            </a:lvl1pPr>
            <a:lvl2pPr lvl="1" algn="ctr">
              <a:spcBef>
                <a:spcPts val="0"/>
              </a:spcBef>
              <a:spcAft>
                <a:spcPts val="0"/>
              </a:spcAft>
              <a:buNone/>
              <a:defRPr b="1" sz="4300">
                <a:solidFill>
                  <a:schemeClr val="lt1"/>
                </a:solidFill>
              </a:defRPr>
            </a:lvl2pPr>
            <a:lvl3pPr lvl="2" algn="ctr">
              <a:spcBef>
                <a:spcPts val="0"/>
              </a:spcBef>
              <a:spcAft>
                <a:spcPts val="0"/>
              </a:spcAft>
              <a:buNone/>
              <a:defRPr b="1" sz="4300">
                <a:solidFill>
                  <a:schemeClr val="lt1"/>
                </a:solidFill>
              </a:defRPr>
            </a:lvl3pPr>
            <a:lvl4pPr lvl="3" algn="ctr">
              <a:spcBef>
                <a:spcPts val="0"/>
              </a:spcBef>
              <a:spcAft>
                <a:spcPts val="0"/>
              </a:spcAft>
              <a:buNone/>
              <a:defRPr b="1" sz="4300">
                <a:solidFill>
                  <a:schemeClr val="lt1"/>
                </a:solidFill>
              </a:defRPr>
            </a:lvl4pPr>
            <a:lvl5pPr lvl="4" algn="ctr">
              <a:spcBef>
                <a:spcPts val="0"/>
              </a:spcBef>
              <a:spcAft>
                <a:spcPts val="0"/>
              </a:spcAft>
              <a:buNone/>
              <a:defRPr b="1" sz="4300">
                <a:solidFill>
                  <a:schemeClr val="lt1"/>
                </a:solidFill>
              </a:defRPr>
            </a:lvl5pPr>
            <a:lvl6pPr lvl="5" algn="ctr">
              <a:spcBef>
                <a:spcPts val="0"/>
              </a:spcBef>
              <a:spcAft>
                <a:spcPts val="0"/>
              </a:spcAft>
              <a:buNone/>
              <a:defRPr b="1" sz="4300">
                <a:solidFill>
                  <a:schemeClr val="lt1"/>
                </a:solidFill>
              </a:defRPr>
            </a:lvl6pPr>
            <a:lvl7pPr lvl="6" algn="ctr">
              <a:spcBef>
                <a:spcPts val="0"/>
              </a:spcBef>
              <a:spcAft>
                <a:spcPts val="0"/>
              </a:spcAft>
              <a:buNone/>
              <a:defRPr b="1" sz="4300">
                <a:solidFill>
                  <a:schemeClr val="lt1"/>
                </a:solidFill>
              </a:defRPr>
            </a:lvl7pPr>
            <a:lvl8pPr lvl="7" algn="ctr">
              <a:spcBef>
                <a:spcPts val="0"/>
              </a:spcBef>
              <a:spcAft>
                <a:spcPts val="0"/>
              </a:spcAft>
              <a:buNone/>
              <a:defRPr b="1" sz="4300">
                <a:solidFill>
                  <a:schemeClr val="lt1"/>
                </a:solidFill>
              </a:defRPr>
            </a:lvl8pPr>
            <a:lvl9pPr lvl="8" algn="ctr">
              <a:spcBef>
                <a:spcPts val="0"/>
              </a:spcBef>
              <a:spcAft>
                <a:spcPts val="0"/>
              </a:spcAft>
              <a:buNone/>
              <a:defRPr b="1" sz="4300">
                <a:solidFill>
                  <a:schemeClr val="lt1"/>
                </a:solidFill>
              </a:defRPr>
            </a:lvl9pPr>
          </a:lstStyle>
          <a:p/>
        </p:txBody>
      </p:sp>
      <p:sp>
        <p:nvSpPr>
          <p:cNvPr id="3526" name="Google Shape;3526;p60"/>
          <p:cNvSpPr txBox="1"/>
          <p:nvPr>
            <p:ph idx="1" type="subTitle"/>
          </p:nvPr>
        </p:nvSpPr>
        <p:spPr>
          <a:xfrm>
            <a:off x="2370450" y="2158783"/>
            <a:ext cx="4403100" cy="405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b="1" sz="3000">
                <a:latin typeface="Graduate"/>
                <a:ea typeface="Graduate"/>
                <a:cs typeface="Graduate"/>
                <a:sym typeface="Graduate"/>
              </a:defRPr>
            </a:lvl1pPr>
            <a:lvl2pPr lvl="1" algn="ctr">
              <a:spcBef>
                <a:spcPts val="1600"/>
              </a:spcBef>
              <a:spcAft>
                <a:spcPts val="0"/>
              </a:spcAft>
              <a:buNone/>
              <a:defRPr b="1" sz="3000">
                <a:latin typeface="Graduate"/>
                <a:ea typeface="Graduate"/>
                <a:cs typeface="Graduate"/>
                <a:sym typeface="Graduate"/>
              </a:defRPr>
            </a:lvl2pPr>
            <a:lvl3pPr lvl="2" algn="ctr">
              <a:spcBef>
                <a:spcPts val="1600"/>
              </a:spcBef>
              <a:spcAft>
                <a:spcPts val="0"/>
              </a:spcAft>
              <a:buNone/>
              <a:defRPr b="1" sz="3000">
                <a:latin typeface="Graduate"/>
                <a:ea typeface="Graduate"/>
                <a:cs typeface="Graduate"/>
                <a:sym typeface="Graduate"/>
              </a:defRPr>
            </a:lvl3pPr>
            <a:lvl4pPr lvl="3" algn="ctr">
              <a:spcBef>
                <a:spcPts val="1600"/>
              </a:spcBef>
              <a:spcAft>
                <a:spcPts val="0"/>
              </a:spcAft>
              <a:buNone/>
              <a:defRPr b="1" sz="3000">
                <a:latin typeface="Graduate"/>
                <a:ea typeface="Graduate"/>
                <a:cs typeface="Graduate"/>
                <a:sym typeface="Graduate"/>
              </a:defRPr>
            </a:lvl4pPr>
            <a:lvl5pPr lvl="4" algn="ctr">
              <a:spcBef>
                <a:spcPts val="1600"/>
              </a:spcBef>
              <a:spcAft>
                <a:spcPts val="0"/>
              </a:spcAft>
              <a:buNone/>
              <a:defRPr b="1" sz="3000">
                <a:latin typeface="Graduate"/>
                <a:ea typeface="Graduate"/>
                <a:cs typeface="Graduate"/>
                <a:sym typeface="Graduate"/>
              </a:defRPr>
            </a:lvl5pPr>
            <a:lvl6pPr lvl="5" algn="ctr">
              <a:spcBef>
                <a:spcPts val="1600"/>
              </a:spcBef>
              <a:spcAft>
                <a:spcPts val="0"/>
              </a:spcAft>
              <a:buNone/>
              <a:defRPr b="1" sz="3000">
                <a:latin typeface="Graduate"/>
                <a:ea typeface="Graduate"/>
                <a:cs typeface="Graduate"/>
                <a:sym typeface="Graduate"/>
              </a:defRPr>
            </a:lvl6pPr>
            <a:lvl7pPr lvl="6" algn="ctr">
              <a:spcBef>
                <a:spcPts val="1600"/>
              </a:spcBef>
              <a:spcAft>
                <a:spcPts val="0"/>
              </a:spcAft>
              <a:buNone/>
              <a:defRPr b="1" sz="3000">
                <a:latin typeface="Graduate"/>
                <a:ea typeface="Graduate"/>
                <a:cs typeface="Graduate"/>
                <a:sym typeface="Graduate"/>
              </a:defRPr>
            </a:lvl7pPr>
            <a:lvl8pPr lvl="7" algn="ctr">
              <a:spcBef>
                <a:spcPts val="1600"/>
              </a:spcBef>
              <a:spcAft>
                <a:spcPts val="0"/>
              </a:spcAft>
              <a:buNone/>
              <a:defRPr b="1" sz="3000">
                <a:latin typeface="Graduate"/>
                <a:ea typeface="Graduate"/>
                <a:cs typeface="Graduate"/>
                <a:sym typeface="Graduate"/>
              </a:defRPr>
            </a:lvl8pPr>
            <a:lvl9pPr lvl="8" algn="ctr">
              <a:spcBef>
                <a:spcPts val="1600"/>
              </a:spcBef>
              <a:spcAft>
                <a:spcPts val="1600"/>
              </a:spcAft>
              <a:buNone/>
              <a:defRPr b="1" sz="3000">
                <a:latin typeface="Graduate"/>
                <a:ea typeface="Graduate"/>
                <a:cs typeface="Graduate"/>
                <a:sym typeface="Graduate"/>
              </a:defRPr>
            </a:lvl9pPr>
          </a:lstStyle>
          <a:p/>
        </p:txBody>
      </p:sp>
      <p:sp>
        <p:nvSpPr>
          <p:cNvPr id="3527" name="Google Shape;3527;p60"/>
          <p:cNvSpPr txBox="1"/>
          <p:nvPr>
            <p:ph idx="2" type="subTitle"/>
          </p:nvPr>
        </p:nvSpPr>
        <p:spPr>
          <a:xfrm>
            <a:off x="3449250" y="1730381"/>
            <a:ext cx="2245500" cy="350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400">
                <a:solidFill>
                  <a:srgbClr val="20124D"/>
                </a:solidFill>
                <a:latin typeface="Didact Gothic"/>
                <a:ea typeface="Didact Gothic"/>
                <a:cs typeface="Didact Gothic"/>
                <a:sym typeface="Didact Gothic"/>
              </a:defRPr>
            </a:lvl1pPr>
            <a:lvl2pPr lvl="1"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2pPr>
            <a:lvl3pPr lvl="2"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3pPr>
            <a:lvl4pPr lvl="3"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4pPr>
            <a:lvl5pPr lvl="4"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5pPr>
            <a:lvl6pPr lvl="5"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6pPr>
            <a:lvl7pPr lvl="6"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7pPr>
            <a:lvl8pPr lvl="7"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8pPr>
            <a:lvl9pPr lvl="8" algn="ctr">
              <a:lnSpc>
                <a:spcPct val="100000"/>
              </a:lnSpc>
              <a:spcBef>
                <a:spcPts val="1600"/>
              </a:spcBef>
              <a:spcAft>
                <a:spcPts val="1600"/>
              </a:spcAft>
              <a:buNone/>
              <a:defRPr sz="1400">
                <a:solidFill>
                  <a:srgbClr val="20124D"/>
                </a:solidFill>
                <a:latin typeface="Didact Gothic"/>
                <a:ea typeface="Didact Gothic"/>
                <a:cs typeface="Didact Gothic"/>
                <a:sym typeface="Didact Gothic"/>
              </a:defRPr>
            </a:lvl9pPr>
          </a:lstStyle>
          <a:p/>
        </p:txBody>
      </p:sp>
      <p:sp>
        <p:nvSpPr>
          <p:cNvPr id="3528" name="Google Shape;3528;p60"/>
          <p:cNvSpPr txBox="1"/>
          <p:nvPr>
            <p:ph idx="3" type="subTitle"/>
          </p:nvPr>
        </p:nvSpPr>
        <p:spPr>
          <a:xfrm>
            <a:off x="2058000" y="2872706"/>
            <a:ext cx="5028000" cy="583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200">
                <a:solidFill>
                  <a:srgbClr val="20124D"/>
                </a:solidFill>
                <a:latin typeface="Didact Gothic"/>
                <a:ea typeface="Didact Gothic"/>
                <a:cs typeface="Didact Gothic"/>
                <a:sym typeface="Didact Gothic"/>
              </a:defRPr>
            </a:lvl1pPr>
            <a:lvl2pPr lvl="1"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2pPr>
            <a:lvl3pPr lvl="2"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3pPr>
            <a:lvl4pPr lvl="3"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4pPr>
            <a:lvl5pPr lvl="4"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5pPr>
            <a:lvl6pPr lvl="5"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6pPr>
            <a:lvl7pPr lvl="6"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7pPr>
            <a:lvl8pPr lvl="7"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8pPr>
            <a:lvl9pPr lvl="8" algn="ctr">
              <a:lnSpc>
                <a:spcPct val="100000"/>
              </a:lnSpc>
              <a:spcBef>
                <a:spcPts val="1600"/>
              </a:spcBef>
              <a:spcAft>
                <a:spcPts val="1600"/>
              </a:spcAft>
              <a:buNone/>
              <a:defRPr sz="1200">
                <a:solidFill>
                  <a:srgbClr val="20124D"/>
                </a:solidFill>
                <a:latin typeface="Didact Gothic"/>
                <a:ea typeface="Didact Gothic"/>
                <a:cs typeface="Didact Gothic"/>
                <a:sym typeface="Didact Gothic"/>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e 2">
  <p:cSld name="BLANK_2_1">
    <p:bg>
      <p:bgPr>
        <a:solidFill>
          <a:schemeClr val="lt2"/>
        </a:solidFill>
      </p:bgPr>
    </p:bg>
    <p:spTree>
      <p:nvGrpSpPr>
        <p:cNvPr id="3529" name="Shape 3529"/>
        <p:cNvGrpSpPr/>
        <p:nvPr/>
      </p:nvGrpSpPr>
      <p:grpSpPr>
        <a:xfrm>
          <a:off x="0" y="0"/>
          <a:ext cx="0" cy="0"/>
          <a:chOff x="0" y="0"/>
          <a:chExt cx="0" cy="0"/>
        </a:xfrm>
      </p:grpSpPr>
      <p:sp>
        <p:nvSpPr>
          <p:cNvPr id="3530" name="Google Shape;3530;p61"/>
          <p:cNvSpPr/>
          <p:nvPr/>
        </p:nvSpPr>
        <p:spPr>
          <a:xfrm>
            <a:off x="334600" y="231925"/>
            <a:ext cx="8453700" cy="4689600"/>
          </a:xfrm>
          <a:prstGeom prst="plaque">
            <a:avLst>
              <a:gd fmla="val 13248"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31" name="Google Shape;3531;p61"/>
          <p:cNvGrpSpPr/>
          <p:nvPr/>
        </p:nvGrpSpPr>
        <p:grpSpPr>
          <a:xfrm>
            <a:off x="2540217" y="690716"/>
            <a:ext cx="4063192" cy="3761851"/>
            <a:chOff x="2540217" y="690716"/>
            <a:chExt cx="4063192" cy="3761851"/>
          </a:xfrm>
        </p:grpSpPr>
        <p:grpSp>
          <p:nvGrpSpPr>
            <p:cNvPr id="3532" name="Google Shape;3532;p61"/>
            <p:cNvGrpSpPr/>
            <p:nvPr/>
          </p:nvGrpSpPr>
          <p:grpSpPr>
            <a:xfrm>
              <a:off x="2540217" y="690716"/>
              <a:ext cx="2031584" cy="3761851"/>
              <a:chOff x="2009438" y="199238"/>
              <a:chExt cx="2562542" cy="4745019"/>
            </a:xfrm>
          </p:grpSpPr>
          <p:sp>
            <p:nvSpPr>
              <p:cNvPr id="3533" name="Google Shape;3533;p61"/>
              <p:cNvSpPr/>
              <p:nvPr/>
            </p:nvSpPr>
            <p:spPr>
              <a:xfrm>
                <a:off x="3246298" y="633329"/>
                <a:ext cx="530468" cy="225316"/>
              </a:xfrm>
              <a:custGeom>
                <a:rect b="b" l="l" r="r" t="t"/>
                <a:pathLst>
                  <a:path extrusionOk="0" h="9951" w="23428">
                    <a:moveTo>
                      <a:pt x="15628" y="0"/>
                    </a:moveTo>
                    <a:cubicBezTo>
                      <a:pt x="13975" y="0"/>
                      <a:pt x="12192" y="199"/>
                      <a:pt x="10412" y="744"/>
                    </a:cubicBezTo>
                    <a:cubicBezTo>
                      <a:pt x="3945" y="2748"/>
                      <a:pt x="0" y="8595"/>
                      <a:pt x="0" y="8595"/>
                    </a:cubicBezTo>
                    <a:cubicBezTo>
                      <a:pt x="0" y="8595"/>
                      <a:pt x="3433" y="9951"/>
                      <a:pt x="7775" y="9951"/>
                    </a:cubicBezTo>
                    <a:cubicBezTo>
                      <a:pt x="9435" y="9951"/>
                      <a:pt x="11228" y="9752"/>
                      <a:pt x="13012" y="9203"/>
                    </a:cubicBezTo>
                    <a:cubicBezTo>
                      <a:pt x="19483" y="7216"/>
                      <a:pt x="23428" y="1374"/>
                      <a:pt x="23428" y="1374"/>
                    </a:cubicBezTo>
                    <a:cubicBezTo>
                      <a:pt x="23428" y="1374"/>
                      <a:pt x="19982" y="0"/>
                      <a:pt x="15628"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61"/>
              <p:cNvSpPr/>
              <p:nvPr/>
            </p:nvSpPr>
            <p:spPr>
              <a:xfrm>
                <a:off x="3178912" y="295539"/>
                <a:ext cx="341426" cy="450540"/>
              </a:xfrm>
              <a:custGeom>
                <a:rect b="b" l="l" r="r" t="t"/>
                <a:pathLst>
                  <a:path extrusionOk="0" h="19898" w="15079">
                    <a:moveTo>
                      <a:pt x="14694" y="1"/>
                    </a:moveTo>
                    <a:cubicBezTo>
                      <a:pt x="14694" y="1"/>
                      <a:pt x="7893" y="1878"/>
                      <a:pt x="3953" y="7372"/>
                    </a:cubicBezTo>
                    <a:cubicBezTo>
                      <a:pt x="1" y="12864"/>
                      <a:pt x="393" y="19898"/>
                      <a:pt x="393" y="19898"/>
                    </a:cubicBezTo>
                    <a:cubicBezTo>
                      <a:pt x="393" y="19898"/>
                      <a:pt x="7183" y="18029"/>
                      <a:pt x="11122" y="12534"/>
                    </a:cubicBezTo>
                    <a:cubicBezTo>
                      <a:pt x="15079" y="7043"/>
                      <a:pt x="14694" y="9"/>
                      <a:pt x="1469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61"/>
              <p:cNvSpPr/>
              <p:nvPr/>
            </p:nvSpPr>
            <p:spPr>
              <a:xfrm>
                <a:off x="2759493" y="974561"/>
                <a:ext cx="500014" cy="260072"/>
              </a:xfrm>
              <a:custGeom>
                <a:rect b="b" l="l" r="r" t="t"/>
                <a:pathLst>
                  <a:path extrusionOk="0" h="11486" w="22083">
                    <a:moveTo>
                      <a:pt x="17552" y="0"/>
                    </a:moveTo>
                    <a:cubicBezTo>
                      <a:pt x="15129" y="0"/>
                      <a:pt x="12048" y="364"/>
                      <a:pt x="9135" y="1763"/>
                    </a:cubicBezTo>
                    <a:cubicBezTo>
                      <a:pt x="3031" y="4693"/>
                      <a:pt x="0" y="11045"/>
                      <a:pt x="0" y="11045"/>
                    </a:cubicBezTo>
                    <a:cubicBezTo>
                      <a:pt x="0" y="11045"/>
                      <a:pt x="1877" y="11486"/>
                      <a:pt x="4545" y="11486"/>
                    </a:cubicBezTo>
                    <a:cubicBezTo>
                      <a:pt x="6975" y="11486"/>
                      <a:pt x="10056" y="11118"/>
                      <a:pt x="12965" y="9723"/>
                    </a:cubicBezTo>
                    <a:cubicBezTo>
                      <a:pt x="19052" y="6806"/>
                      <a:pt x="22083" y="440"/>
                      <a:pt x="22083" y="440"/>
                    </a:cubicBezTo>
                    <a:cubicBezTo>
                      <a:pt x="22083" y="440"/>
                      <a:pt x="20210" y="0"/>
                      <a:pt x="17552"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61"/>
              <p:cNvSpPr/>
              <p:nvPr/>
            </p:nvSpPr>
            <p:spPr>
              <a:xfrm>
                <a:off x="2657146" y="659255"/>
                <a:ext cx="318172" cy="493539"/>
              </a:xfrm>
              <a:custGeom>
                <a:rect b="b" l="l" r="r" t="t"/>
                <a:pathLst>
                  <a:path extrusionOk="0" h="21797" w="14052">
                    <a:moveTo>
                      <a:pt x="12611" y="1"/>
                    </a:moveTo>
                    <a:cubicBezTo>
                      <a:pt x="12611" y="1"/>
                      <a:pt x="6173" y="2859"/>
                      <a:pt x="3079" y="8865"/>
                    </a:cubicBezTo>
                    <a:cubicBezTo>
                      <a:pt x="1" y="14893"/>
                      <a:pt x="1421" y="21796"/>
                      <a:pt x="1421" y="21796"/>
                    </a:cubicBezTo>
                    <a:cubicBezTo>
                      <a:pt x="1421" y="21796"/>
                      <a:pt x="7863" y="18930"/>
                      <a:pt x="10958" y="12911"/>
                    </a:cubicBezTo>
                    <a:cubicBezTo>
                      <a:pt x="14052" y="6900"/>
                      <a:pt x="12611" y="1"/>
                      <a:pt x="12611"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61"/>
              <p:cNvSpPr/>
              <p:nvPr/>
            </p:nvSpPr>
            <p:spPr>
              <a:xfrm>
                <a:off x="2448783" y="1402697"/>
                <a:ext cx="400319" cy="383836"/>
              </a:xfrm>
              <a:custGeom>
                <a:rect b="b" l="l" r="r" t="t"/>
                <a:pathLst>
                  <a:path extrusionOk="0" h="16952" w="17680">
                    <a:moveTo>
                      <a:pt x="17679" y="0"/>
                    </a:moveTo>
                    <a:cubicBezTo>
                      <a:pt x="17674" y="0"/>
                      <a:pt x="10658" y="597"/>
                      <a:pt x="5775" y="5281"/>
                    </a:cubicBezTo>
                    <a:cubicBezTo>
                      <a:pt x="893" y="9968"/>
                      <a:pt x="1" y="16952"/>
                      <a:pt x="1" y="16952"/>
                    </a:cubicBezTo>
                    <a:cubicBezTo>
                      <a:pt x="1" y="16952"/>
                      <a:pt x="7017" y="16355"/>
                      <a:pt x="11900" y="11672"/>
                    </a:cubicBezTo>
                    <a:cubicBezTo>
                      <a:pt x="16782" y="6988"/>
                      <a:pt x="17679" y="0"/>
                      <a:pt x="17679"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61"/>
              <p:cNvSpPr/>
              <p:nvPr/>
            </p:nvSpPr>
            <p:spPr>
              <a:xfrm>
                <a:off x="2280137" y="1192206"/>
                <a:ext cx="245898" cy="547813"/>
              </a:xfrm>
              <a:custGeom>
                <a:rect b="b" l="l" r="r" t="t"/>
                <a:pathLst>
                  <a:path extrusionOk="0" h="24194" w="10860">
                    <a:moveTo>
                      <a:pt x="7364" y="1"/>
                    </a:moveTo>
                    <a:cubicBezTo>
                      <a:pt x="7364" y="1"/>
                      <a:pt x="2135" y="4727"/>
                      <a:pt x="1061" y="11397"/>
                    </a:cubicBezTo>
                    <a:cubicBezTo>
                      <a:pt x="0" y="18085"/>
                      <a:pt x="3513" y="24193"/>
                      <a:pt x="3513" y="24193"/>
                    </a:cubicBezTo>
                    <a:cubicBezTo>
                      <a:pt x="3513" y="24193"/>
                      <a:pt x="8737" y="19480"/>
                      <a:pt x="9803" y="12784"/>
                    </a:cubicBezTo>
                    <a:cubicBezTo>
                      <a:pt x="10860" y="6100"/>
                      <a:pt x="7364" y="1"/>
                      <a:pt x="736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61"/>
              <p:cNvSpPr/>
              <p:nvPr/>
            </p:nvSpPr>
            <p:spPr>
              <a:xfrm>
                <a:off x="2259463" y="2002377"/>
                <a:ext cx="331781" cy="471507"/>
              </a:xfrm>
              <a:custGeom>
                <a:rect b="b" l="l" r="r" t="t"/>
                <a:pathLst>
                  <a:path extrusionOk="0" h="20824" w="14653">
                    <a:moveTo>
                      <a:pt x="13790" y="0"/>
                    </a:moveTo>
                    <a:cubicBezTo>
                      <a:pt x="13790" y="0"/>
                      <a:pt x="7135" y="2334"/>
                      <a:pt x="3559" y="8074"/>
                    </a:cubicBezTo>
                    <a:cubicBezTo>
                      <a:pt x="0" y="13818"/>
                      <a:pt x="867" y="20824"/>
                      <a:pt x="867" y="20824"/>
                    </a:cubicBezTo>
                    <a:cubicBezTo>
                      <a:pt x="867" y="20824"/>
                      <a:pt x="7520" y="18485"/>
                      <a:pt x="11080" y="12745"/>
                    </a:cubicBezTo>
                    <a:cubicBezTo>
                      <a:pt x="14652" y="7001"/>
                      <a:pt x="13790" y="0"/>
                      <a:pt x="13790"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61"/>
              <p:cNvSpPr/>
              <p:nvPr/>
            </p:nvSpPr>
            <p:spPr>
              <a:xfrm>
                <a:off x="2041410" y="1898219"/>
                <a:ext cx="227829" cy="552386"/>
              </a:xfrm>
              <a:custGeom>
                <a:rect b="b" l="l" r="r" t="t"/>
                <a:pathLst>
                  <a:path extrusionOk="0" h="24396" w="10062">
                    <a:moveTo>
                      <a:pt x="3890" y="0"/>
                    </a:moveTo>
                    <a:cubicBezTo>
                      <a:pt x="3890" y="0"/>
                      <a:pt x="0" y="5877"/>
                      <a:pt x="626" y="12610"/>
                    </a:cubicBezTo>
                    <a:cubicBezTo>
                      <a:pt x="1256" y="19345"/>
                      <a:pt x="6155" y="24396"/>
                      <a:pt x="6155" y="24396"/>
                    </a:cubicBezTo>
                    <a:cubicBezTo>
                      <a:pt x="6155" y="24396"/>
                      <a:pt x="10061" y="18520"/>
                      <a:pt x="9435" y="11782"/>
                    </a:cubicBezTo>
                    <a:cubicBezTo>
                      <a:pt x="8805" y="5044"/>
                      <a:pt x="3890" y="0"/>
                      <a:pt x="3890"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61"/>
              <p:cNvSpPr/>
              <p:nvPr/>
            </p:nvSpPr>
            <p:spPr>
              <a:xfrm>
                <a:off x="2312766" y="2618882"/>
                <a:ext cx="257400" cy="543375"/>
              </a:xfrm>
              <a:custGeom>
                <a:rect b="b" l="l" r="r" t="t"/>
                <a:pathLst>
                  <a:path extrusionOk="0" h="23998" w="11368">
                    <a:moveTo>
                      <a:pt x="8143" y="0"/>
                    </a:moveTo>
                    <a:cubicBezTo>
                      <a:pt x="8143" y="0"/>
                      <a:pt x="2711" y="4486"/>
                      <a:pt x="1353" y="11123"/>
                    </a:cubicBezTo>
                    <a:cubicBezTo>
                      <a:pt x="1" y="17746"/>
                      <a:pt x="3243" y="23998"/>
                      <a:pt x="3243" y="23998"/>
                    </a:cubicBezTo>
                    <a:cubicBezTo>
                      <a:pt x="3243" y="23998"/>
                      <a:pt x="8671" y="19518"/>
                      <a:pt x="10015" y="12893"/>
                    </a:cubicBezTo>
                    <a:cubicBezTo>
                      <a:pt x="11368" y="6261"/>
                      <a:pt x="8143" y="0"/>
                      <a:pt x="8143"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61"/>
              <p:cNvSpPr/>
              <p:nvPr/>
            </p:nvSpPr>
            <p:spPr>
              <a:xfrm>
                <a:off x="2009438" y="2674765"/>
                <a:ext cx="313395" cy="499946"/>
              </a:xfrm>
              <a:custGeom>
                <a:rect b="b" l="l" r="r" t="t"/>
                <a:pathLst>
                  <a:path extrusionOk="0" h="22080" w="13841">
                    <a:moveTo>
                      <a:pt x="1624" y="1"/>
                    </a:moveTo>
                    <a:lnTo>
                      <a:pt x="1624" y="1"/>
                    </a:lnTo>
                    <a:cubicBezTo>
                      <a:pt x="1624" y="1"/>
                      <a:pt x="0" y="6854"/>
                      <a:pt x="2930" y="12941"/>
                    </a:cubicBezTo>
                    <a:cubicBezTo>
                      <a:pt x="5864" y="19054"/>
                      <a:pt x="12217" y="22080"/>
                      <a:pt x="12217" y="22080"/>
                    </a:cubicBezTo>
                    <a:cubicBezTo>
                      <a:pt x="12217" y="22080"/>
                      <a:pt x="13840" y="15228"/>
                      <a:pt x="10911" y="9119"/>
                    </a:cubicBezTo>
                    <a:cubicBezTo>
                      <a:pt x="7981" y="3028"/>
                      <a:pt x="1624" y="1"/>
                      <a:pt x="162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61"/>
              <p:cNvSpPr/>
              <p:nvPr/>
            </p:nvSpPr>
            <p:spPr>
              <a:xfrm>
                <a:off x="2547666" y="3310720"/>
                <a:ext cx="217187" cy="553926"/>
              </a:xfrm>
              <a:custGeom>
                <a:rect b="b" l="l" r="r" t="t"/>
                <a:pathLst>
                  <a:path extrusionOk="0" h="24464" w="9592">
                    <a:moveTo>
                      <a:pt x="4109" y="1"/>
                    </a:moveTo>
                    <a:cubicBezTo>
                      <a:pt x="4109" y="1"/>
                      <a:pt x="0" y="5724"/>
                      <a:pt x="381" y="12480"/>
                    </a:cubicBezTo>
                    <a:cubicBezTo>
                      <a:pt x="765" y="19230"/>
                      <a:pt x="5479" y="24463"/>
                      <a:pt x="5479" y="24463"/>
                    </a:cubicBezTo>
                    <a:cubicBezTo>
                      <a:pt x="5479" y="24463"/>
                      <a:pt x="9592" y="18735"/>
                      <a:pt x="9207" y="11984"/>
                    </a:cubicBezTo>
                    <a:cubicBezTo>
                      <a:pt x="8827" y="5230"/>
                      <a:pt x="4109" y="1"/>
                      <a:pt x="4109"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61"/>
              <p:cNvSpPr/>
              <p:nvPr/>
            </p:nvSpPr>
            <p:spPr>
              <a:xfrm>
                <a:off x="2218955" y="3479366"/>
                <a:ext cx="359518" cy="422418"/>
              </a:xfrm>
              <a:custGeom>
                <a:rect b="b" l="l" r="r" t="t"/>
                <a:pathLst>
                  <a:path extrusionOk="0" h="18656" w="15878">
                    <a:moveTo>
                      <a:pt x="1" y="1"/>
                    </a:moveTo>
                    <a:lnTo>
                      <a:pt x="1" y="1"/>
                    </a:lnTo>
                    <a:cubicBezTo>
                      <a:pt x="1" y="1"/>
                      <a:pt x="183" y="7035"/>
                      <a:pt x="4571" y="12200"/>
                    </a:cubicBezTo>
                    <a:cubicBezTo>
                      <a:pt x="8959" y="17341"/>
                      <a:pt x="15878" y="18656"/>
                      <a:pt x="15878" y="18656"/>
                    </a:cubicBezTo>
                    <a:cubicBezTo>
                      <a:pt x="15878" y="18656"/>
                      <a:pt x="15696" y="11622"/>
                      <a:pt x="11309" y="6460"/>
                    </a:cubicBezTo>
                    <a:cubicBezTo>
                      <a:pt x="6921" y="1307"/>
                      <a:pt x="6" y="1"/>
                      <a:pt x="1"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61"/>
              <p:cNvSpPr/>
              <p:nvPr/>
            </p:nvSpPr>
            <p:spPr>
              <a:xfrm>
                <a:off x="2930336" y="3830832"/>
                <a:ext cx="322859" cy="487018"/>
              </a:xfrm>
              <a:custGeom>
                <a:rect b="b" l="l" r="r" t="t"/>
                <a:pathLst>
                  <a:path extrusionOk="0" h="21509" w="14259">
                    <a:moveTo>
                      <a:pt x="1243" y="1"/>
                    </a:moveTo>
                    <a:cubicBezTo>
                      <a:pt x="1243" y="6"/>
                      <a:pt x="0" y="6942"/>
                      <a:pt x="3247" y="12869"/>
                    </a:cubicBezTo>
                    <a:cubicBezTo>
                      <a:pt x="6493" y="18808"/>
                      <a:pt x="12995" y="21509"/>
                      <a:pt x="12995" y="21509"/>
                    </a:cubicBezTo>
                    <a:cubicBezTo>
                      <a:pt x="12995" y="21509"/>
                      <a:pt x="14259" y="14573"/>
                      <a:pt x="11008" y="8629"/>
                    </a:cubicBezTo>
                    <a:cubicBezTo>
                      <a:pt x="7770" y="2703"/>
                      <a:pt x="1247" y="1"/>
                      <a:pt x="1243"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61"/>
              <p:cNvSpPr/>
              <p:nvPr/>
            </p:nvSpPr>
            <p:spPr>
              <a:xfrm>
                <a:off x="2650375" y="4151300"/>
                <a:ext cx="505969" cy="253098"/>
              </a:xfrm>
              <a:custGeom>
                <a:rect b="b" l="l" r="r" t="t"/>
                <a:pathLst>
                  <a:path extrusionOk="0" h="11178" w="22346">
                    <a:moveTo>
                      <a:pt x="5144" y="1"/>
                    </a:moveTo>
                    <a:cubicBezTo>
                      <a:pt x="2160" y="1"/>
                      <a:pt x="0" y="564"/>
                      <a:pt x="0" y="564"/>
                    </a:cubicBezTo>
                    <a:cubicBezTo>
                      <a:pt x="0" y="564"/>
                      <a:pt x="3196" y="6858"/>
                      <a:pt x="9350" y="9618"/>
                    </a:cubicBezTo>
                    <a:cubicBezTo>
                      <a:pt x="12056" y="10836"/>
                      <a:pt x="14879" y="11178"/>
                      <a:pt x="17205" y="11178"/>
                    </a:cubicBezTo>
                    <a:cubicBezTo>
                      <a:pt x="20190" y="11178"/>
                      <a:pt x="22345" y="10607"/>
                      <a:pt x="22345" y="10607"/>
                    </a:cubicBezTo>
                    <a:cubicBezTo>
                      <a:pt x="22345" y="10607"/>
                      <a:pt x="19154" y="4325"/>
                      <a:pt x="12981" y="1561"/>
                    </a:cubicBezTo>
                    <a:cubicBezTo>
                      <a:pt x="10289" y="339"/>
                      <a:pt x="7465" y="1"/>
                      <a:pt x="514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61"/>
              <p:cNvSpPr/>
              <p:nvPr/>
            </p:nvSpPr>
            <p:spPr>
              <a:xfrm>
                <a:off x="3450268" y="4222807"/>
                <a:ext cx="427287" cy="353970"/>
              </a:xfrm>
              <a:custGeom>
                <a:rect b="b" l="l" r="r" t="t"/>
                <a:pathLst>
                  <a:path extrusionOk="0" h="15633" w="18871">
                    <a:moveTo>
                      <a:pt x="0" y="1"/>
                    </a:moveTo>
                    <a:cubicBezTo>
                      <a:pt x="0" y="1"/>
                      <a:pt x="1404" y="6908"/>
                      <a:pt x="6600" y="11229"/>
                    </a:cubicBezTo>
                    <a:cubicBezTo>
                      <a:pt x="11820" y="15548"/>
                      <a:pt x="18870" y="15633"/>
                      <a:pt x="18870" y="15633"/>
                    </a:cubicBezTo>
                    <a:cubicBezTo>
                      <a:pt x="18870" y="15633"/>
                      <a:pt x="17459" y="8726"/>
                      <a:pt x="12251" y="4410"/>
                    </a:cubicBezTo>
                    <a:cubicBezTo>
                      <a:pt x="7035" y="106"/>
                      <a:pt x="0" y="1"/>
                      <a:pt x="0"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61"/>
              <p:cNvSpPr/>
              <p:nvPr/>
            </p:nvSpPr>
            <p:spPr>
              <a:xfrm>
                <a:off x="3287169" y="4558378"/>
                <a:ext cx="554017" cy="200839"/>
              </a:xfrm>
              <a:custGeom>
                <a:rect b="b" l="l" r="r" t="t"/>
                <a:pathLst>
                  <a:path extrusionOk="0" h="8870" w="24468">
                    <a:moveTo>
                      <a:pt x="11723" y="1"/>
                    </a:moveTo>
                    <a:cubicBezTo>
                      <a:pt x="5281" y="1"/>
                      <a:pt x="0" y="3903"/>
                      <a:pt x="0" y="3903"/>
                    </a:cubicBezTo>
                    <a:cubicBezTo>
                      <a:pt x="0" y="3903"/>
                      <a:pt x="5281" y="8558"/>
                      <a:pt x="12035" y="8857"/>
                    </a:cubicBezTo>
                    <a:cubicBezTo>
                      <a:pt x="12256" y="8862"/>
                      <a:pt x="12479" y="8870"/>
                      <a:pt x="12695" y="8870"/>
                    </a:cubicBezTo>
                    <a:cubicBezTo>
                      <a:pt x="19167" y="8870"/>
                      <a:pt x="24467" y="4968"/>
                      <a:pt x="24467" y="4968"/>
                    </a:cubicBezTo>
                    <a:cubicBezTo>
                      <a:pt x="24467" y="4968"/>
                      <a:pt x="19188" y="314"/>
                      <a:pt x="12416" y="18"/>
                    </a:cubicBezTo>
                    <a:cubicBezTo>
                      <a:pt x="12184" y="5"/>
                      <a:pt x="11955" y="1"/>
                      <a:pt x="11723"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61"/>
              <p:cNvSpPr/>
              <p:nvPr/>
            </p:nvSpPr>
            <p:spPr>
              <a:xfrm>
                <a:off x="4034915" y="4433094"/>
                <a:ext cx="498882" cy="261815"/>
              </a:xfrm>
              <a:custGeom>
                <a:rect b="b" l="l" r="r" t="t"/>
                <a:pathLst>
                  <a:path extrusionOk="0" h="11563" w="22033">
                    <a:moveTo>
                      <a:pt x="4418" y="1"/>
                    </a:moveTo>
                    <a:cubicBezTo>
                      <a:pt x="1826" y="1"/>
                      <a:pt x="0" y="415"/>
                      <a:pt x="0" y="415"/>
                    </a:cubicBezTo>
                    <a:cubicBezTo>
                      <a:pt x="0" y="415"/>
                      <a:pt x="2998" y="6790"/>
                      <a:pt x="9072" y="9753"/>
                    </a:cubicBezTo>
                    <a:cubicBezTo>
                      <a:pt x="12022" y="11190"/>
                      <a:pt x="15163" y="11562"/>
                      <a:pt x="17611" y="11562"/>
                    </a:cubicBezTo>
                    <a:cubicBezTo>
                      <a:pt x="20206" y="11562"/>
                      <a:pt x="22033" y="11143"/>
                      <a:pt x="22033" y="11143"/>
                    </a:cubicBezTo>
                    <a:cubicBezTo>
                      <a:pt x="22033" y="11143"/>
                      <a:pt x="19036" y="4757"/>
                      <a:pt x="12944" y="1806"/>
                    </a:cubicBezTo>
                    <a:cubicBezTo>
                      <a:pt x="9998" y="373"/>
                      <a:pt x="6869" y="1"/>
                      <a:pt x="4418"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61"/>
              <p:cNvSpPr/>
              <p:nvPr/>
            </p:nvSpPr>
            <p:spPr>
              <a:xfrm>
                <a:off x="3976450" y="4733749"/>
                <a:ext cx="544235" cy="210507"/>
              </a:xfrm>
              <a:custGeom>
                <a:rect b="b" l="l" r="r" t="t"/>
                <a:pathLst>
                  <a:path extrusionOk="0" h="9297" w="24036">
                    <a:moveTo>
                      <a:pt x="14448" y="1"/>
                    </a:moveTo>
                    <a:cubicBezTo>
                      <a:pt x="13379" y="1"/>
                      <a:pt x="12276" y="93"/>
                      <a:pt x="11155" y="313"/>
                    </a:cubicBezTo>
                    <a:cubicBezTo>
                      <a:pt x="4519" y="1624"/>
                      <a:pt x="0" y="7017"/>
                      <a:pt x="0" y="7017"/>
                    </a:cubicBezTo>
                    <a:cubicBezTo>
                      <a:pt x="0" y="7017"/>
                      <a:pt x="4337" y="9296"/>
                      <a:pt x="9629" y="9296"/>
                    </a:cubicBezTo>
                    <a:cubicBezTo>
                      <a:pt x="10682" y="9296"/>
                      <a:pt x="11773" y="9208"/>
                      <a:pt x="12875" y="8992"/>
                    </a:cubicBezTo>
                    <a:cubicBezTo>
                      <a:pt x="19516" y="7677"/>
                      <a:pt x="24035" y="2266"/>
                      <a:pt x="24035" y="2266"/>
                    </a:cubicBezTo>
                    <a:cubicBezTo>
                      <a:pt x="24035" y="2266"/>
                      <a:pt x="19719" y="1"/>
                      <a:pt x="14448"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61"/>
              <p:cNvSpPr/>
              <p:nvPr/>
            </p:nvSpPr>
            <p:spPr>
              <a:xfrm>
                <a:off x="3644003" y="199238"/>
                <a:ext cx="474564" cy="292337"/>
              </a:xfrm>
              <a:custGeom>
                <a:rect b="b" l="l" r="r" t="t"/>
                <a:pathLst>
                  <a:path extrusionOk="0" h="12911" w="20959">
                    <a:moveTo>
                      <a:pt x="18735" y="1"/>
                    </a:moveTo>
                    <a:cubicBezTo>
                      <a:pt x="16212" y="1"/>
                      <a:pt x="11947" y="403"/>
                      <a:pt x="8193" y="2668"/>
                    </a:cubicBezTo>
                    <a:cubicBezTo>
                      <a:pt x="2401" y="6176"/>
                      <a:pt x="1" y="12796"/>
                      <a:pt x="1" y="12796"/>
                    </a:cubicBezTo>
                    <a:cubicBezTo>
                      <a:pt x="1" y="12796"/>
                      <a:pt x="859" y="12911"/>
                      <a:pt x="2220" y="12911"/>
                    </a:cubicBezTo>
                    <a:cubicBezTo>
                      <a:pt x="4748" y="12911"/>
                      <a:pt x="9013" y="12517"/>
                      <a:pt x="12780" y="10248"/>
                    </a:cubicBezTo>
                    <a:cubicBezTo>
                      <a:pt x="18558" y="6739"/>
                      <a:pt x="20959" y="120"/>
                      <a:pt x="20959" y="120"/>
                    </a:cubicBezTo>
                    <a:cubicBezTo>
                      <a:pt x="20959" y="120"/>
                      <a:pt x="20101" y="1"/>
                      <a:pt x="18735"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61"/>
              <p:cNvSpPr/>
              <p:nvPr/>
            </p:nvSpPr>
            <p:spPr>
              <a:xfrm>
                <a:off x="3520236" y="1364792"/>
                <a:ext cx="1051744" cy="2479897"/>
              </a:xfrm>
              <a:custGeom>
                <a:rect b="b" l="l" r="r" t="t"/>
                <a:pathLst>
                  <a:path extrusionOk="0" h="109524" w="46450">
                    <a:moveTo>
                      <a:pt x="1" y="0"/>
                    </a:moveTo>
                    <a:lnTo>
                      <a:pt x="1" y="25744"/>
                    </a:lnTo>
                    <a:lnTo>
                      <a:pt x="6731" y="25744"/>
                    </a:lnTo>
                    <a:lnTo>
                      <a:pt x="6731" y="92281"/>
                    </a:lnTo>
                    <a:lnTo>
                      <a:pt x="23276" y="109524"/>
                    </a:lnTo>
                    <a:lnTo>
                      <a:pt x="46450" y="109524"/>
                    </a:lnTo>
                    <a:lnTo>
                      <a:pt x="46450" y="101187"/>
                    </a:lnTo>
                    <a:lnTo>
                      <a:pt x="26163" y="101187"/>
                    </a:lnTo>
                    <a:lnTo>
                      <a:pt x="14517" y="89397"/>
                    </a:lnTo>
                    <a:lnTo>
                      <a:pt x="14517" y="17395"/>
                    </a:lnTo>
                    <a:lnTo>
                      <a:pt x="7779" y="17395"/>
                    </a:lnTo>
                    <a:lnTo>
                      <a:pt x="7779" y="8345"/>
                    </a:lnTo>
                    <a:lnTo>
                      <a:pt x="30018" y="8345"/>
                    </a:lnTo>
                    <a:lnTo>
                      <a:pt x="30018" y="17395"/>
                    </a:lnTo>
                    <a:lnTo>
                      <a:pt x="26015" y="17395"/>
                    </a:lnTo>
                    <a:lnTo>
                      <a:pt x="26015" y="87300"/>
                    </a:lnTo>
                    <a:lnTo>
                      <a:pt x="31003" y="92281"/>
                    </a:lnTo>
                    <a:lnTo>
                      <a:pt x="46450" y="92281"/>
                    </a:lnTo>
                    <a:lnTo>
                      <a:pt x="46450" y="83936"/>
                    </a:lnTo>
                    <a:lnTo>
                      <a:pt x="34647" y="83936"/>
                    </a:lnTo>
                    <a:lnTo>
                      <a:pt x="34647" y="24126"/>
                    </a:lnTo>
                    <a:lnTo>
                      <a:pt x="38498" y="24126"/>
                    </a:lnTo>
                    <a:lnTo>
                      <a:pt x="38498" y="0"/>
                    </a:ln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3" name="Google Shape;3553;p61"/>
            <p:cNvGrpSpPr/>
            <p:nvPr/>
          </p:nvGrpSpPr>
          <p:grpSpPr>
            <a:xfrm>
              <a:off x="4571808" y="690716"/>
              <a:ext cx="2031601" cy="3761851"/>
              <a:chOff x="4571989" y="199238"/>
              <a:chExt cx="2562564" cy="4745019"/>
            </a:xfrm>
          </p:grpSpPr>
          <p:sp>
            <p:nvSpPr>
              <p:cNvPr id="3554" name="Google Shape;3554;p61"/>
              <p:cNvSpPr/>
              <p:nvPr/>
            </p:nvSpPr>
            <p:spPr>
              <a:xfrm>
                <a:off x="5367670" y="633329"/>
                <a:ext cx="529993" cy="225316"/>
              </a:xfrm>
              <a:custGeom>
                <a:rect b="b" l="l" r="r" t="t"/>
                <a:pathLst>
                  <a:path extrusionOk="0" h="9951" w="23407">
                    <a:moveTo>
                      <a:pt x="7783" y="0"/>
                    </a:moveTo>
                    <a:cubicBezTo>
                      <a:pt x="3438" y="0"/>
                      <a:pt x="1" y="1374"/>
                      <a:pt x="1" y="1374"/>
                    </a:cubicBezTo>
                    <a:cubicBezTo>
                      <a:pt x="1" y="1374"/>
                      <a:pt x="3924" y="7216"/>
                      <a:pt x="10396" y="9203"/>
                    </a:cubicBezTo>
                    <a:cubicBezTo>
                      <a:pt x="12179" y="9752"/>
                      <a:pt x="13976" y="9951"/>
                      <a:pt x="15638" y="9951"/>
                    </a:cubicBezTo>
                    <a:cubicBezTo>
                      <a:pt x="19975" y="9951"/>
                      <a:pt x="23407" y="8595"/>
                      <a:pt x="23407" y="8595"/>
                    </a:cubicBezTo>
                    <a:cubicBezTo>
                      <a:pt x="23407" y="8595"/>
                      <a:pt x="19468" y="2748"/>
                      <a:pt x="12995" y="744"/>
                    </a:cubicBezTo>
                    <a:cubicBezTo>
                      <a:pt x="11215" y="199"/>
                      <a:pt x="9436" y="0"/>
                      <a:pt x="7783"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61"/>
              <p:cNvSpPr/>
              <p:nvPr/>
            </p:nvSpPr>
            <p:spPr>
              <a:xfrm>
                <a:off x="5623719" y="295539"/>
                <a:ext cx="341426" cy="450540"/>
              </a:xfrm>
              <a:custGeom>
                <a:rect b="b" l="l" r="r" t="t"/>
                <a:pathLst>
                  <a:path extrusionOk="0" h="19898" w="15079">
                    <a:moveTo>
                      <a:pt x="393" y="1"/>
                    </a:moveTo>
                    <a:cubicBezTo>
                      <a:pt x="393" y="9"/>
                      <a:pt x="1" y="7043"/>
                      <a:pt x="3953" y="12534"/>
                    </a:cubicBezTo>
                    <a:cubicBezTo>
                      <a:pt x="7897" y="18029"/>
                      <a:pt x="14694" y="19898"/>
                      <a:pt x="14694" y="19898"/>
                    </a:cubicBezTo>
                    <a:cubicBezTo>
                      <a:pt x="14694" y="19898"/>
                      <a:pt x="15079" y="12864"/>
                      <a:pt x="11135" y="7372"/>
                    </a:cubicBezTo>
                    <a:cubicBezTo>
                      <a:pt x="7183" y="1878"/>
                      <a:pt x="393" y="1"/>
                      <a:pt x="393"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61"/>
              <p:cNvSpPr/>
              <p:nvPr/>
            </p:nvSpPr>
            <p:spPr>
              <a:xfrm>
                <a:off x="5884546" y="974561"/>
                <a:ext cx="499946" cy="260072"/>
              </a:xfrm>
              <a:custGeom>
                <a:rect b="b" l="l" r="r" t="t"/>
                <a:pathLst>
                  <a:path extrusionOk="0" h="11486" w="22080">
                    <a:moveTo>
                      <a:pt x="4533" y="0"/>
                    </a:moveTo>
                    <a:cubicBezTo>
                      <a:pt x="1869" y="0"/>
                      <a:pt x="1" y="440"/>
                      <a:pt x="1" y="440"/>
                    </a:cubicBezTo>
                    <a:cubicBezTo>
                      <a:pt x="1" y="440"/>
                      <a:pt x="3027" y="6806"/>
                      <a:pt x="9123" y="9723"/>
                    </a:cubicBezTo>
                    <a:cubicBezTo>
                      <a:pt x="12027" y="11118"/>
                      <a:pt x="15105" y="11486"/>
                      <a:pt x="17535" y="11486"/>
                    </a:cubicBezTo>
                    <a:cubicBezTo>
                      <a:pt x="20198" y="11486"/>
                      <a:pt x="22080" y="11045"/>
                      <a:pt x="22080" y="11045"/>
                    </a:cubicBezTo>
                    <a:cubicBezTo>
                      <a:pt x="22080" y="11045"/>
                      <a:pt x="19053" y="4693"/>
                      <a:pt x="12961" y="1763"/>
                    </a:cubicBezTo>
                    <a:cubicBezTo>
                      <a:pt x="10045" y="364"/>
                      <a:pt x="6958" y="0"/>
                      <a:pt x="4533"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61"/>
              <p:cNvSpPr/>
              <p:nvPr/>
            </p:nvSpPr>
            <p:spPr>
              <a:xfrm>
                <a:off x="6169125" y="659255"/>
                <a:ext cx="317787" cy="493539"/>
              </a:xfrm>
              <a:custGeom>
                <a:rect b="b" l="l" r="r" t="t"/>
                <a:pathLst>
                  <a:path extrusionOk="0" h="21797" w="14035">
                    <a:moveTo>
                      <a:pt x="1421" y="1"/>
                    </a:moveTo>
                    <a:cubicBezTo>
                      <a:pt x="1421" y="1"/>
                      <a:pt x="1" y="6900"/>
                      <a:pt x="3074" y="12911"/>
                    </a:cubicBezTo>
                    <a:cubicBezTo>
                      <a:pt x="6172" y="18930"/>
                      <a:pt x="12610" y="21796"/>
                      <a:pt x="12610" y="21796"/>
                    </a:cubicBezTo>
                    <a:cubicBezTo>
                      <a:pt x="12610" y="21796"/>
                      <a:pt x="14035" y="14893"/>
                      <a:pt x="10953" y="8865"/>
                    </a:cubicBezTo>
                    <a:cubicBezTo>
                      <a:pt x="7858" y="2859"/>
                      <a:pt x="1421" y="1"/>
                      <a:pt x="1421"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61"/>
              <p:cNvSpPr/>
              <p:nvPr/>
            </p:nvSpPr>
            <p:spPr>
              <a:xfrm>
                <a:off x="6294999" y="1402697"/>
                <a:ext cx="400297" cy="383836"/>
              </a:xfrm>
              <a:custGeom>
                <a:rect b="b" l="l" r="r" t="t"/>
                <a:pathLst>
                  <a:path extrusionOk="0" h="16952" w="17679">
                    <a:moveTo>
                      <a:pt x="0" y="0"/>
                    </a:moveTo>
                    <a:cubicBezTo>
                      <a:pt x="0" y="0"/>
                      <a:pt x="892" y="6988"/>
                      <a:pt x="5774" y="11672"/>
                    </a:cubicBezTo>
                    <a:cubicBezTo>
                      <a:pt x="10657" y="16355"/>
                      <a:pt x="17678" y="16952"/>
                      <a:pt x="17678" y="16952"/>
                    </a:cubicBezTo>
                    <a:cubicBezTo>
                      <a:pt x="17678" y="16952"/>
                      <a:pt x="16787" y="9968"/>
                      <a:pt x="11896" y="5281"/>
                    </a:cubicBezTo>
                    <a:cubicBezTo>
                      <a:pt x="7017" y="597"/>
                      <a:pt x="0" y="0"/>
                      <a:pt x="0"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61"/>
              <p:cNvSpPr/>
              <p:nvPr/>
            </p:nvSpPr>
            <p:spPr>
              <a:xfrm>
                <a:off x="6618026" y="1192206"/>
                <a:ext cx="245920" cy="547813"/>
              </a:xfrm>
              <a:custGeom>
                <a:rect b="b" l="l" r="r" t="t"/>
                <a:pathLst>
                  <a:path extrusionOk="0" h="24194" w="10861">
                    <a:moveTo>
                      <a:pt x="3510" y="1"/>
                    </a:moveTo>
                    <a:cubicBezTo>
                      <a:pt x="3510" y="1"/>
                      <a:pt x="1" y="6100"/>
                      <a:pt x="1062" y="12784"/>
                    </a:cubicBezTo>
                    <a:cubicBezTo>
                      <a:pt x="2119" y="19480"/>
                      <a:pt x="7348" y="24193"/>
                      <a:pt x="7348" y="24193"/>
                    </a:cubicBezTo>
                    <a:cubicBezTo>
                      <a:pt x="7348" y="24193"/>
                      <a:pt x="10860" y="18085"/>
                      <a:pt x="9800" y="11397"/>
                    </a:cubicBezTo>
                    <a:cubicBezTo>
                      <a:pt x="8743" y="4727"/>
                      <a:pt x="3510" y="1"/>
                      <a:pt x="3510"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61"/>
              <p:cNvSpPr/>
              <p:nvPr/>
            </p:nvSpPr>
            <p:spPr>
              <a:xfrm>
                <a:off x="6552769" y="2002377"/>
                <a:ext cx="332143" cy="471507"/>
              </a:xfrm>
              <a:custGeom>
                <a:rect b="b" l="l" r="r" t="t"/>
                <a:pathLst>
                  <a:path extrusionOk="0" h="20824" w="14669">
                    <a:moveTo>
                      <a:pt x="875" y="0"/>
                    </a:moveTo>
                    <a:cubicBezTo>
                      <a:pt x="875" y="0"/>
                      <a:pt x="0" y="7001"/>
                      <a:pt x="3576" y="12745"/>
                    </a:cubicBezTo>
                    <a:cubicBezTo>
                      <a:pt x="7153" y="18485"/>
                      <a:pt x="13793" y="20824"/>
                      <a:pt x="13793" y="20824"/>
                    </a:cubicBezTo>
                    <a:cubicBezTo>
                      <a:pt x="13793" y="20824"/>
                      <a:pt x="14668" y="13818"/>
                      <a:pt x="11092" y="8074"/>
                    </a:cubicBezTo>
                    <a:cubicBezTo>
                      <a:pt x="7516" y="2334"/>
                      <a:pt x="883" y="0"/>
                      <a:pt x="875"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61"/>
              <p:cNvSpPr/>
              <p:nvPr/>
            </p:nvSpPr>
            <p:spPr>
              <a:xfrm>
                <a:off x="6874732" y="1898219"/>
                <a:ext cx="227942" cy="552386"/>
              </a:xfrm>
              <a:custGeom>
                <a:rect b="b" l="l" r="r" t="t"/>
                <a:pathLst>
                  <a:path extrusionOk="0" h="24396" w="10067">
                    <a:moveTo>
                      <a:pt x="6177" y="0"/>
                    </a:moveTo>
                    <a:cubicBezTo>
                      <a:pt x="6177" y="0"/>
                      <a:pt x="1257" y="5044"/>
                      <a:pt x="631" y="11782"/>
                    </a:cubicBezTo>
                    <a:cubicBezTo>
                      <a:pt x="1" y="18520"/>
                      <a:pt x="3911" y="24396"/>
                      <a:pt x="3911" y="24396"/>
                    </a:cubicBezTo>
                    <a:cubicBezTo>
                      <a:pt x="3911" y="24396"/>
                      <a:pt x="8806" y="19345"/>
                      <a:pt x="9436" y="12610"/>
                    </a:cubicBezTo>
                    <a:cubicBezTo>
                      <a:pt x="10066" y="5877"/>
                      <a:pt x="6177" y="0"/>
                      <a:pt x="6177"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61"/>
              <p:cNvSpPr/>
              <p:nvPr/>
            </p:nvSpPr>
            <p:spPr>
              <a:xfrm>
                <a:off x="6573804" y="2618882"/>
                <a:ext cx="257400" cy="543375"/>
              </a:xfrm>
              <a:custGeom>
                <a:rect b="b" l="l" r="r" t="t"/>
                <a:pathLst>
                  <a:path extrusionOk="0" h="23998" w="11368">
                    <a:moveTo>
                      <a:pt x="3226" y="0"/>
                    </a:moveTo>
                    <a:cubicBezTo>
                      <a:pt x="3226" y="0"/>
                      <a:pt x="1" y="6261"/>
                      <a:pt x="1358" y="12893"/>
                    </a:cubicBezTo>
                    <a:cubicBezTo>
                      <a:pt x="2698" y="19518"/>
                      <a:pt x="8146" y="23998"/>
                      <a:pt x="8146" y="23998"/>
                    </a:cubicBezTo>
                    <a:cubicBezTo>
                      <a:pt x="8146" y="23998"/>
                      <a:pt x="11367" y="17746"/>
                      <a:pt x="10015" y="11123"/>
                    </a:cubicBezTo>
                    <a:cubicBezTo>
                      <a:pt x="8671" y="4486"/>
                      <a:pt x="3226" y="0"/>
                      <a:pt x="3226"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61"/>
              <p:cNvSpPr/>
              <p:nvPr/>
            </p:nvSpPr>
            <p:spPr>
              <a:xfrm>
                <a:off x="6821158" y="2674765"/>
                <a:ext cx="313395" cy="499946"/>
              </a:xfrm>
              <a:custGeom>
                <a:rect b="b" l="l" r="r" t="t"/>
                <a:pathLst>
                  <a:path extrusionOk="0" h="22080" w="13841">
                    <a:moveTo>
                      <a:pt x="12217" y="1"/>
                    </a:moveTo>
                    <a:cubicBezTo>
                      <a:pt x="12217" y="1"/>
                      <a:pt x="5863" y="3028"/>
                      <a:pt x="2929" y="9119"/>
                    </a:cubicBezTo>
                    <a:cubicBezTo>
                      <a:pt x="0" y="15228"/>
                      <a:pt x="1623" y="22080"/>
                      <a:pt x="1623" y="22080"/>
                    </a:cubicBezTo>
                    <a:cubicBezTo>
                      <a:pt x="1623" y="22080"/>
                      <a:pt x="7976" y="19054"/>
                      <a:pt x="10906" y="12941"/>
                    </a:cubicBezTo>
                    <a:cubicBezTo>
                      <a:pt x="13840" y="6854"/>
                      <a:pt x="12217" y="1"/>
                      <a:pt x="12217"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61"/>
              <p:cNvSpPr/>
              <p:nvPr/>
            </p:nvSpPr>
            <p:spPr>
              <a:xfrm>
                <a:off x="6379322" y="3310720"/>
                <a:ext cx="216983" cy="553926"/>
              </a:xfrm>
              <a:custGeom>
                <a:rect b="b" l="l" r="r" t="t"/>
                <a:pathLst>
                  <a:path extrusionOk="0" h="24464" w="9583">
                    <a:moveTo>
                      <a:pt x="5474" y="1"/>
                    </a:moveTo>
                    <a:cubicBezTo>
                      <a:pt x="5474" y="1"/>
                      <a:pt x="761" y="5230"/>
                      <a:pt x="376" y="11984"/>
                    </a:cubicBezTo>
                    <a:cubicBezTo>
                      <a:pt x="1" y="18735"/>
                      <a:pt x="4100" y="24463"/>
                      <a:pt x="4100" y="24463"/>
                    </a:cubicBezTo>
                    <a:cubicBezTo>
                      <a:pt x="4100" y="24463"/>
                      <a:pt x="8839" y="19230"/>
                      <a:pt x="9216" y="12480"/>
                    </a:cubicBezTo>
                    <a:cubicBezTo>
                      <a:pt x="9583" y="5724"/>
                      <a:pt x="5474" y="1"/>
                      <a:pt x="547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61"/>
              <p:cNvSpPr/>
              <p:nvPr/>
            </p:nvSpPr>
            <p:spPr>
              <a:xfrm>
                <a:off x="6565585" y="3479366"/>
                <a:ext cx="359427" cy="422418"/>
              </a:xfrm>
              <a:custGeom>
                <a:rect b="b" l="l" r="r" t="t"/>
                <a:pathLst>
                  <a:path extrusionOk="0" h="18656" w="15874">
                    <a:moveTo>
                      <a:pt x="15874" y="1"/>
                    </a:moveTo>
                    <a:lnTo>
                      <a:pt x="15874" y="1"/>
                    </a:lnTo>
                    <a:cubicBezTo>
                      <a:pt x="15874" y="1"/>
                      <a:pt x="8954" y="1307"/>
                      <a:pt x="4570" y="6460"/>
                    </a:cubicBezTo>
                    <a:cubicBezTo>
                      <a:pt x="199" y="11622"/>
                      <a:pt x="0" y="18656"/>
                      <a:pt x="0" y="18656"/>
                    </a:cubicBezTo>
                    <a:cubicBezTo>
                      <a:pt x="0" y="18656"/>
                      <a:pt x="6937" y="17341"/>
                      <a:pt x="11304" y="12200"/>
                    </a:cubicBezTo>
                    <a:cubicBezTo>
                      <a:pt x="15692" y="7035"/>
                      <a:pt x="15874" y="1"/>
                      <a:pt x="1587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61"/>
              <p:cNvSpPr/>
              <p:nvPr/>
            </p:nvSpPr>
            <p:spPr>
              <a:xfrm>
                <a:off x="5890954" y="3830832"/>
                <a:ext cx="322588" cy="487018"/>
              </a:xfrm>
              <a:custGeom>
                <a:rect b="b" l="l" r="r" t="t"/>
                <a:pathLst>
                  <a:path extrusionOk="0" h="21509" w="14247">
                    <a:moveTo>
                      <a:pt x="13008" y="1"/>
                    </a:moveTo>
                    <a:cubicBezTo>
                      <a:pt x="13008" y="1"/>
                      <a:pt x="6486" y="2703"/>
                      <a:pt x="3243" y="8629"/>
                    </a:cubicBezTo>
                    <a:cubicBezTo>
                      <a:pt x="1" y="14573"/>
                      <a:pt x="1257" y="21509"/>
                      <a:pt x="1257" y="21509"/>
                    </a:cubicBezTo>
                    <a:cubicBezTo>
                      <a:pt x="1257" y="21509"/>
                      <a:pt x="7758" y="18808"/>
                      <a:pt x="11008" y="12869"/>
                    </a:cubicBezTo>
                    <a:cubicBezTo>
                      <a:pt x="14247" y="6942"/>
                      <a:pt x="13008" y="6"/>
                      <a:pt x="13008"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61"/>
              <p:cNvSpPr/>
              <p:nvPr/>
            </p:nvSpPr>
            <p:spPr>
              <a:xfrm>
                <a:off x="5987640" y="4151300"/>
                <a:ext cx="505969" cy="253098"/>
              </a:xfrm>
              <a:custGeom>
                <a:rect b="b" l="l" r="r" t="t"/>
                <a:pathLst>
                  <a:path extrusionOk="0" h="11178" w="22346">
                    <a:moveTo>
                      <a:pt x="17209" y="1"/>
                    </a:moveTo>
                    <a:cubicBezTo>
                      <a:pt x="14893" y="1"/>
                      <a:pt x="12065" y="339"/>
                      <a:pt x="9364" y="1561"/>
                    </a:cubicBezTo>
                    <a:cubicBezTo>
                      <a:pt x="3192" y="4325"/>
                      <a:pt x="1" y="10607"/>
                      <a:pt x="1" y="10607"/>
                    </a:cubicBezTo>
                    <a:cubicBezTo>
                      <a:pt x="1" y="10607"/>
                      <a:pt x="2157" y="11178"/>
                      <a:pt x="5145" y="11178"/>
                    </a:cubicBezTo>
                    <a:cubicBezTo>
                      <a:pt x="7466" y="11178"/>
                      <a:pt x="10293" y="10836"/>
                      <a:pt x="12995" y="9618"/>
                    </a:cubicBezTo>
                    <a:cubicBezTo>
                      <a:pt x="19166" y="6858"/>
                      <a:pt x="22346" y="564"/>
                      <a:pt x="22346" y="564"/>
                    </a:cubicBezTo>
                    <a:cubicBezTo>
                      <a:pt x="22346" y="564"/>
                      <a:pt x="20190" y="1"/>
                      <a:pt x="17209"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61"/>
              <p:cNvSpPr/>
              <p:nvPr/>
            </p:nvSpPr>
            <p:spPr>
              <a:xfrm>
                <a:off x="5266410" y="4222807"/>
                <a:ext cx="427309" cy="353970"/>
              </a:xfrm>
              <a:custGeom>
                <a:rect b="b" l="l" r="r" t="t"/>
                <a:pathLst>
                  <a:path extrusionOk="0" h="15633" w="18872">
                    <a:moveTo>
                      <a:pt x="18871" y="1"/>
                    </a:moveTo>
                    <a:lnTo>
                      <a:pt x="18871" y="1"/>
                    </a:lnTo>
                    <a:cubicBezTo>
                      <a:pt x="18871" y="1"/>
                      <a:pt x="11836" y="106"/>
                      <a:pt x="6625" y="4410"/>
                    </a:cubicBezTo>
                    <a:cubicBezTo>
                      <a:pt x="1412" y="8726"/>
                      <a:pt x="1" y="15633"/>
                      <a:pt x="1" y="15633"/>
                    </a:cubicBezTo>
                    <a:cubicBezTo>
                      <a:pt x="1" y="15633"/>
                      <a:pt x="7056" y="15548"/>
                      <a:pt x="12273" y="11229"/>
                    </a:cubicBezTo>
                    <a:cubicBezTo>
                      <a:pt x="17480" y="6908"/>
                      <a:pt x="18871" y="1"/>
                      <a:pt x="18871"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61"/>
              <p:cNvSpPr/>
              <p:nvPr/>
            </p:nvSpPr>
            <p:spPr>
              <a:xfrm>
                <a:off x="5302775" y="4558378"/>
                <a:ext cx="554039" cy="200839"/>
              </a:xfrm>
              <a:custGeom>
                <a:rect b="b" l="l" r="r" t="t"/>
                <a:pathLst>
                  <a:path extrusionOk="0" h="8870" w="24469">
                    <a:moveTo>
                      <a:pt x="12746" y="1"/>
                    </a:moveTo>
                    <a:cubicBezTo>
                      <a:pt x="12518" y="1"/>
                      <a:pt x="12285" y="5"/>
                      <a:pt x="12056" y="18"/>
                    </a:cubicBezTo>
                    <a:cubicBezTo>
                      <a:pt x="5284" y="314"/>
                      <a:pt x="1" y="4968"/>
                      <a:pt x="1" y="4968"/>
                    </a:cubicBezTo>
                    <a:cubicBezTo>
                      <a:pt x="1" y="4968"/>
                      <a:pt x="5298" y="8870"/>
                      <a:pt x="11773" y="8870"/>
                    </a:cubicBezTo>
                    <a:cubicBezTo>
                      <a:pt x="11998" y="8870"/>
                      <a:pt x="12214" y="8862"/>
                      <a:pt x="12433" y="8857"/>
                    </a:cubicBezTo>
                    <a:cubicBezTo>
                      <a:pt x="19189" y="8558"/>
                      <a:pt x="24468" y="3903"/>
                      <a:pt x="24468" y="3903"/>
                    </a:cubicBezTo>
                    <a:cubicBezTo>
                      <a:pt x="24468" y="3903"/>
                      <a:pt x="19193" y="1"/>
                      <a:pt x="12746"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61"/>
              <p:cNvSpPr/>
              <p:nvPr/>
            </p:nvSpPr>
            <p:spPr>
              <a:xfrm>
                <a:off x="5025396" y="199238"/>
                <a:ext cx="474564" cy="292337"/>
              </a:xfrm>
              <a:custGeom>
                <a:rect b="b" l="l" r="r" t="t"/>
                <a:pathLst>
                  <a:path extrusionOk="0" h="12911" w="20959">
                    <a:moveTo>
                      <a:pt x="2224" y="1"/>
                    </a:moveTo>
                    <a:cubicBezTo>
                      <a:pt x="859" y="1"/>
                      <a:pt x="0" y="120"/>
                      <a:pt x="0" y="120"/>
                    </a:cubicBezTo>
                    <a:cubicBezTo>
                      <a:pt x="0" y="120"/>
                      <a:pt x="2402" y="6739"/>
                      <a:pt x="8201" y="10248"/>
                    </a:cubicBezTo>
                    <a:cubicBezTo>
                      <a:pt x="11951" y="12517"/>
                      <a:pt x="16216" y="12911"/>
                      <a:pt x="18740" y="12911"/>
                    </a:cubicBezTo>
                    <a:cubicBezTo>
                      <a:pt x="20105" y="12911"/>
                      <a:pt x="20958" y="12796"/>
                      <a:pt x="20958" y="12796"/>
                    </a:cubicBezTo>
                    <a:cubicBezTo>
                      <a:pt x="20958" y="12796"/>
                      <a:pt x="18562" y="6176"/>
                      <a:pt x="12771" y="2668"/>
                    </a:cubicBezTo>
                    <a:cubicBezTo>
                      <a:pt x="9012" y="403"/>
                      <a:pt x="4747" y="1"/>
                      <a:pt x="222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61"/>
              <p:cNvSpPr/>
              <p:nvPr/>
            </p:nvSpPr>
            <p:spPr>
              <a:xfrm>
                <a:off x="4705108" y="4433094"/>
                <a:ext cx="498814" cy="261815"/>
              </a:xfrm>
              <a:custGeom>
                <a:rect b="b" l="l" r="r" t="t"/>
                <a:pathLst>
                  <a:path extrusionOk="0" h="11563" w="22030">
                    <a:moveTo>
                      <a:pt x="17608" y="1"/>
                    </a:moveTo>
                    <a:cubicBezTo>
                      <a:pt x="15160" y="1"/>
                      <a:pt x="12023" y="373"/>
                      <a:pt x="9069" y="1806"/>
                    </a:cubicBezTo>
                    <a:cubicBezTo>
                      <a:pt x="2999" y="4757"/>
                      <a:pt x="1" y="11143"/>
                      <a:pt x="1" y="11143"/>
                    </a:cubicBezTo>
                    <a:cubicBezTo>
                      <a:pt x="1" y="11143"/>
                      <a:pt x="1819" y="11562"/>
                      <a:pt x="4419" y="11562"/>
                    </a:cubicBezTo>
                    <a:cubicBezTo>
                      <a:pt x="6862" y="11562"/>
                      <a:pt x="9999" y="11190"/>
                      <a:pt x="12945" y="9753"/>
                    </a:cubicBezTo>
                    <a:cubicBezTo>
                      <a:pt x="19032" y="6790"/>
                      <a:pt x="22029" y="415"/>
                      <a:pt x="22029" y="415"/>
                    </a:cubicBezTo>
                    <a:cubicBezTo>
                      <a:pt x="22029" y="415"/>
                      <a:pt x="20207" y="1"/>
                      <a:pt x="17608"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61"/>
              <p:cNvSpPr/>
              <p:nvPr/>
            </p:nvSpPr>
            <p:spPr>
              <a:xfrm>
                <a:off x="4717856" y="4733749"/>
                <a:ext cx="544167" cy="210507"/>
              </a:xfrm>
              <a:custGeom>
                <a:rect b="b" l="l" r="r" t="t"/>
                <a:pathLst>
                  <a:path extrusionOk="0" h="9297" w="24033">
                    <a:moveTo>
                      <a:pt x="9588" y="1"/>
                    </a:moveTo>
                    <a:cubicBezTo>
                      <a:pt x="4313" y="1"/>
                      <a:pt x="1" y="2266"/>
                      <a:pt x="1" y="2266"/>
                    </a:cubicBezTo>
                    <a:cubicBezTo>
                      <a:pt x="1" y="2266"/>
                      <a:pt x="4532" y="7677"/>
                      <a:pt x="11156" y="8992"/>
                    </a:cubicBezTo>
                    <a:cubicBezTo>
                      <a:pt x="12259" y="9208"/>
                      <a:pt x="13354" y="9296"/>
                      <a:pt x="14402" y="9296"/>
                    </a:cubicBezTo>
                    <a:cubicBezTo>
                      <a:pt x="19691" y="9296"/>
                      <a:pt x="24032" y="7017"/>
                      <a:pt x="24032" y="7017"/>
                    </a:cubicBezTo>
                    <a:cubicBezTo>
                      <a:pt x="24032" y="7017"/>
                      <a:pt x="19513" y="1624"/>
                      <a:pt x="12876" y="313"/>
                    </a:cubicBezTo>
                    <a:cubicBezTo>
                      <a:pt x="11760" y="93"/>
                      <a:pt x="10653" y="1"/>
                      <a:pt x="9588"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61"/>
              <p:cNvSpPr/>
              <p:nvPr/>
            </p:nvSpPr>
            <p:spPr>
              <a:xfrm>
                <a:off x="4571989" y="1364792"/>
                <a:ext cx="1051427" cy="2479897"/>
              </a:xfrm>
              <a:custGeom>
                <a:rect b="b" l="l" r="r" t="t"/>
                <a:pathLst>
                  <a:path extrusionOk="0" h="109524" w="46436">
                    <a:moveTo>
                      <a:pt x="5762" y="0"/>
                    </a:moveTo>
                    <a:lnTo>
                      <a:pt x="5762" y="24126"/>
                    </a:lnTo>
                    <a:lnTo>
                      <a:pt x="9481" y="24126"/>
                    </a:lnTo>
                    <a:lnTo>
                      <a:pt x="9481" y="83936"/>
                    </a:lnTo>
                    <a:lnTo>
                      <a:pt x="1" y="83936"/>
                    </a:lnTo>
                    <a:lnTo>
                      <a:pt x="1" y="92281"/>
                    </a:lnTo>
                    <a:lnTo>
                      <a:pt x="13270" y="92281"/>
                    </a:lnTo>
                    <a:lnTo>
                      <a:pt x="18520" y="87300"/>
                    </a:lnTo>
                    <a:lnTo>
                      <a:pt x="18520" y="17395"/>
                    </a:lnTo>
                    <a:lnTo>
                      <a:pt x="14107" y="17395"/>
                    </a:lnTo>
                    <a:lnTo>
                      <a:pt x="14107" y="8345"/>
                    </a:lnTo>
                    <a:lnTo>
                      <a:pt x="37808" y="8345"/>
                    </a:lnTo>
                    <a:lnTo>
                      <a:pt x="37808" y="17395"/>
                    </a:lnTo>
                    <a:lnTo>
                      <a:pt x="30166" y="17395"/>
                    </a:lnTo>
                    <a:lnTo>
                      <a:pt x="30166" y="89397"/>
                    </a:lnTo>
                    <a:lnTo>
                      <a:pt x="18520" y="101187"/>
                    </a:lnTo>
                    <a:lnTo>
                      <a:pt x="1" y="101187"/>
                    </a:lnTo>
                    <a:lnTo>
                      <a:pt x="1" y="109524"/>
                    </a:lnTo>
                    <a:lnTo>
                      <a:pt x="22032" y="109524"/>
                    </a:lnTo>
                    <a:lnTo>
                      <a:pt x="38924" y="92281"/>
                    </a:lnTo>
                    <a:lnTo>
                      <a:pt x="38924" y="25744"/>
                    </a:lnTo>
                    <a:lnTo>
                      <a:pt x="46436" y="25744"/>
                    </a:lnTo>
                    <a:lnTo>
                      <a:pt x="46436" y="0"/>
                    </a:ln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cxnSp>
        <p:nvCxnSpPr>
          <p:cNvPr id="3574" name="Google Shape;3574;p61"/>
          <p:cNvCxnSpPr/>
          <p:nvPr/>
        </p:nvCxnSpPr>
        <p:spPr>
          <a:xfrm>
            <a:off x="2370300" y="2823412"/>
            <a:ext cx="4403100" cy="0"/>
          </a:xfrm>
          <a:prstGeom prst="straightConnector1">
            <a:avLst/>
          </a:prstGeom>
          <a:noFill/>
          <a:ln cap="flat" cmpd="sng" w="19050">
            <a:solidFill>
              <a:srgbClr val="20124D"/>
            </a:solidFill>
            <a:prstDash val="solid"/>
            <a:round/>
            <a:headEnd len="med" w="med" type="none"/>
            <a:tailEnd len="med" w="med" type="none"/>
          </a:ln>
        </p:spPr>
      </p:cxnSp>
      <p:sp>
        <p:nvSpPr>
          <p:cNvPr id="3575" name="Google Shape;3575;p61"/>
          <p:cNvSpPr/>
          <p:nvPr/>
        </p:nvSpPr>
        <p:spPr>
          <a:xfrm>
            <a:off x="4247896" y="75"/>
            <a:ext cx="648300" cy="810651"/>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61"/>
          <p:cNvSpPr txBox="1"/>
          <p:nvPr>
            <p:ph type="title"/>
          </p:nvPr>
        </p:nvSpPr>
        <p:spPr>
          <a:xfrm>
            <a:off x="2124750" y="1168167"/>
            <a:ext cx="4894500" cy="5286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b="1" sz="4300">
                <a:solidFill>
                  <a:schemeClr val="accent4"/>
                </a:solidFill>
              </a:defRPr>
            </a:lvl1pPr>
            <a:lvl2pPr lvl="1" algn="ctr">
              <a:spcBef>
                <a:spcPts val="0"/>
              </a:spcBef>
              <a:spcAft>
                <a:spcPts val="0"/>
              </a:spcAft>
              <a:buNone/>
              <a:defRPr b="1" sz="4300">
                <a:solidFill>
                  <a:schemeClr val="accent4"/>
                </a:solidFill>
              </a:defRPr>
            </a:lvl2pPr>
            <a:lvl3pPr lvl="2" algn="ctr">
              <a:spcBef>
                <a:spcPts val="0"/>
              </a:spcBef>
              <a:spcAft>
                <a:spcPts val="0"/>
              </a:spcAft>
              <a:buNone/>
              <a:defRPr b="1" sz="4300">
                <a:solidFill>
                  <a:schemeClr val="accent4"/>
                </a:solidFill>
              </a:defRPr>
            </a:lvl3pPr>
            <a:lvl4pPr lvl="3" algn="ctr">
              <a:spcBef>
                <a:spcPts val="0"/>
              </a:spcBef>
              <a:spcAft>
                <a:spcPts val="0"/>
              </a:spcAft>
              <a:buNone/>
              <a:defRPr b="1" sz="4300">
                <a:solidFill>
                  <a:schemeClr val="accent4"/>
                </a:solidFill>
              </a:defRPr>
            </a:lvl4pPr>
            <a:lvl5pPr lvl="4" algn="ctr">
              <a:spcBef>
                <a:spcPts val="0"/>
              </a:spcBef>
              <a:spcAft>
                <a:spcPts val="0"/>
              </a:spcAft>
              <a:buNone/>
              <a:defRPr b="1" sz="4300">
                <a:solidFill>
                  <a:schemeClr val="accent4"/>
                </a:solidFill>
              </a:defRPr>
            </a:lvl5pPr>
            <a:lvl6pPr lvl="5" algn="ctr">
              <a:spcBef>
                <a:spcPts val="0"/>
              </a:spcBef>
              <a:spcAft>
                <a:spcPts val="0"/>
              </a:spcAft>
              <a:buNone/>
              <a:defRPr b="1" sz="4300">
                <a:solidFill>
                  <a:schemeClr val="accent4"/>
                </a:solidFill>
              </a:defRPr>
            </a:lvl6pPr>
            <a:lvl7pPr lvl="6" algn="ctr">
              <a:spcBef>
                <a:spcPts val="0"/>
              </a:spcBef>
              <a:spcAft>
                <a:spcPts val="0"/>
              </a:spcAft>
              <a:buNone/>
              <a:defRPr b="1" sz="4300">
                <a:solidFill>
                  <a:schemeClr val="accent4"/>
                </a:solidFill>
              </a:defRPr>
            </a:lvl7pPr>
            <a:lvl8pPr lvl="7" algn="ctr">
              <a:spcBef>
                <a:spcPts val="0"/>
              </a:spcBef>
              <a:spcAft>
                <a:spcPts val="0"/>
              </a:spcAft>
              <a:buNone/>
              <a:defRPr b="1" sz="4300">
                <a:solidFill>
                  <a:schemeClr val="accent4"/>
                </a:solidFill>
              </a:defRPr>
            </a:lvl8pPr>
            <a:lvl9pPr lvl="8" algn="ctr">
              <a:spcBef>
                <a:spcPts val="0"/>
              </a:spcBef>
              <a:spcAft>
                <a:spcPts val="0"/>
              </a:spcAft>
              <a:buNone/>
              <a:defRPr b="1" sz="4300">
                <a:solidFill>
                  <a:schemeClr val="accent4"/>
                </a:solidFill>
              </a:defRPr>
            </a:lvl9pPr>
          </a:lstStyle>
          <a:p/>
        </p:txBody>
      </p:sp>
      <p:sp>
        <p:nvSpPr>
          <p:cNvPr id="3577" name="Google Shape;3577;p61"/>
          <p:cNvSpPr txBox="1"/>
          <p:nvPr>
            <p:ph idx="1" type="subTitle"/>
          </p:nvPr>
        </p:nvSpPr>
        <p:spPr>
          <a:xfrm>
            <a:off x="2370450" y="2158783"/>
            <a:ext cx="4403100" cy="405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b="1" sz="3000">
                <a:solidFill>
                  <a:schemeClr val="accent3"/>
                </a:solidFill>
                <a:latin typeface="Graduate"/>
                <a:ea typeface="Graduate"/>
                <a:cs typeface="Graduate"/>
                <a:sym typeface="Graduate"/>
              </a:defRPr>
            </a:lvl1pPr>
            <a:lvl2pPr lvl="1" algn="ctr">
              <a:spcBef>
                <a:spcPts val="1600"/>
              </a:spcBef>
              <a:spcAft>
                <a:spcPts val="0"/>
              </a:spcAft>
              <a:buNone/>
              <a:defRPr b="1" sz="3000">
                <a:solidFill>
                  <a:schemeClr val="accent3"/>
                </a:solidFill>
                <a:latin typeface="Graduate"/>
                <a:ea typeface="Graduate"/>
                <a:cs typeface="Graduate"/>
                <a:sym typeface="Graduate"/>
              </a:defRPr>
            </a:lvl2pPr>
            <a:lvl3pPr lvl="2" algn="ctr">
              <a:spcBef>
                <a:spcPts val="1600"/>
              </a:spcBef>
              <a:spcAft>
                <a:spcPts val="0"/>
              </a:spcAft>
              <a:buNone/>
              <a:defRPr b="1" sz="3000">
                <a:solidFill>
                  <a:schemeClr val="accent3"/>
                </a:solidFill>
                <a:latin typeface="Graduate"/>
                <a:ea typeface="Graduate"/>
                <a:cs typeface="Graduate"/>
                <a:sym typeface="Graduate"/>
              </a:defRPr>
            </a:lvl3pPr>
            <a:lvl4pPr lvl="3" algn="ctr">
              <a:spcBef>
                <a:spcPts val="1600"/>
              </a:spcBef>
              <a:spcAft>
                <a:spcPts val="0"/>
              </a:spcAft>
              <a:buNone/>
              <a:defRPr b="1" sz="3000">
                <a:solidFill>
                  <a:schemeClr val="accent3"/>
                </a:solidFill>
                <a:latin typeface="Graduate"/>
                <a:ea typeface="Graduate"/>
                <a:cs typeface="Graduate"/>
                <a:sym typeface="Graduate"/>
              </a:defRPr>
            </a:lvl4pPr>
            <a:lvl5pPr lvl="4" algn="ctr">
              <a:spcBef>
                <a:spcPts val="1600"/>
              </a:spcBef>
              <a:spcAft>
                <a:spcPts val="0"/>
              </a:spcAft>
              <a:buNone/>
              <a:defRPr b="1" sz="3000">
                <a:solidFill>
                  <a:schemeClr val="accent3"/>
                </a:solidFill>
                <a:latin typeface="Graduate"/>
                <a:ea typeface="Graduate"/>
                <a:cs typeface="Graduate"/>
                <a:sym typeface="Graduate"/>
              </a:defRPr>
            </a:lvl5pPr>
            <a:lvl6pPr lvl="5" algn="ctr">
              <a:spcBef>
                <a:spcPts val="1600"/>
              </a:spcBef>
              <a:spcAft>
                <a:spcPts val="0"/>
              </a:spcAft>
              <a:buNone/>
              <a:defRPr b="1" sz="3000">
                <a:solidFill>
                  <a:schemeClr val="accent3"/>
                </a:solidFill>
                <a:latin typeface="Graduate"/>
                <a:ea typeface="Graduate"/>
                <a:cs typeface="Graduate"/>
                <a:sym typeface="Graduate"/>
              </a:defRPr>
            </a:lvl6pPr>
            <a:lvl7pPr lvl="6" algn="ctr">
              <a:spcBef>
                <a:spcPts val="1600"/>
              </a:spcBef>
              <a:spcAft>
                <a:spcPts val="0"/>
              </a:spcAft>
              <a:buNone/>
              <a:defRPr b="1" sz="3000">
                <a:solidFill>
                  <a:schemeClr val="accent3"/>
                </a:solidFill>
                <a:latin typeface="Graduate"/>
                <a:ea typeface="Graduate"/>
                <a:cs typeface="Graduate"/>
                <a:sym typeface="Graduate"/>
              </a:defRPr>
            </a:lvl7pPr>
            <a:lvl8pPr lvl="7" algn="ctr">
              <a:spcBef>
                <a:spcPts val="1600"/>
              </a:spcBef>
              <a:spcAft>
                <a:spcPts val="0"/>
              </a:spcAft>
              <a:buNone/>
              <a:defRPr b="1" sz="3000">
                <a:solidFill>
                  <a:schemeClr val="accent3"/>
                </a:solidFill>
                <a:latin typeface="Graduate"/>
                <a:ea typeface="Graduate"/>
                <a:cs typeface="Graduate"/>
                <a:sym typeface="Graduate"/>
              </a:defRPr>
            </a:lvl8pPr>
            <a:lvl9pPr lvl="8" algn="ctr">
              <a:spcBef>
                <a:spcPts val="1600"/>
              </a:spcBef>
              <a:spcAft>
                <a:spcPts val="1600"/>
              </a:spcAft>
              <a:buNone/>
              <a:defRPr b="1" sz="3000">
                <a:solidFill>
                  <a:schemeClr val="accent3"/>
                </a:solidFill>
                <a:latin typeface="Graduate"/>
                <a:ea typeface="Graduate"/>
                <a:cs typeface="Graduate"/>
                <a:sym typeface="Graduate"/>
              </a:defRPr>
            </a:lvl9pPr>
          </a:lstStyle>
          <a:p/>
        </p:txBody>
      </p:sp>
      <p:sp>
        <p:nvSpPr>
          <p:cNvPr id="3578" name="Google Shape;3578;p61"/>
          <p:cNvSpPr txBox="1"/>
          <p:nvPr>
            <p:ph idx="2" type="subTitle"/>
          </p:nvPr>
        </p:nvSpPr>
        <p:spPr>
          <a:xfrm>
            <a:off x="3449250" y="1730381"/>
            <a:ext cx="2245500" cy="350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400">
                <a:solidFill>
                  <a:srgbClr val="20124D"/>
                </a:solidFill>
                <a:latin typeface="Didact Gothic"/>
                <a:ea typeface="Didact Gothic"/>
                <a:cs typeface="Didact Gothic"/>
                <a:sym typeface="Didact Gothic"/>
              </a:defRPr>
            </a:lvl1pPr>
            <a:lvl2pPr lvl="1"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2pPr>
            <a:lvl3pPr lvl="2"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3pPr>
            <a:lvl4pPr lvl="3"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4pPr>
            <a:lvl5pPr lvl="4"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5pPr>
            <a:lvl6pPr lvl="5"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6pPr>
            <a:lvl7pPr lvl="6"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7pPr>
            <a:lvl8pPr lvl="7"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8pPr>
            <a:lvl9pPr lvl="8" algn="ctr">
              <a:lnSpc>
                <a:spcPct val="100000"/>
              </a:lnSpc>
              <a:spcBef>
                <a:spcPts val="1600"/>
              </a:spcBef>
              <a:spcAft>
                <a:spcPts val="1600"/>
              </a:spcAft>
              <a:buNone/>
              <a:defRPr sz="1400">
                <a:solidFill>
                  <a:srgbClr val="20124D"/>
                </a:solidFill>
                <a:latin typeface="Didact Gothic"/>
                <a:ea typeface="Didact Gothic"/>
                <a:cs typeface="Didact Gothic"/>
                <a:sym typeface="Didact Gothic"/>
              </a:defRPr>
            </a:lvl9pPr>
          </a:lstStyle>
          <a:p/>
        </p:txBody>
      </p:sp>
      <p:sp>
        <p:nvSpPr>
          <p:cNvPr id="3579" name="Google Shape;3579;p61"/>
          <p:cNvSpPr txBox="1"/>
          <p:nvPr>
            <p:ph idx="3" type="subTitle"/>
          </p:nvPr>
        </p:nvSpPr>
        <p:spPr>
          <a:xfrm>
            <a:off x="2058000" y="2872706"/>
            <a:ext cx="5028000" cy="583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200">
                <a:solidFill>
                  <a:srgbClr val="20124D"/>
                </a:solidFill>
                <a:latin typeface="Didact Gothic"/>
                <a:ea typeface="Didact Gothic"/>
                <a:cs typeface="Didact Gothic"/>
                <a:sym typeface="Didact Gothic"/>
              </a:defRPr>
            </a:lvl1pPr>
            <a:lvl2pPr lvl="1"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2pPr>
            <a:lvl3pPr lvl="2"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3pPr>
            <a:lvl4pPr lvl="3"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4pPr>
            <a:lvl5pPr lvl="4"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5pPr>
            <a:lvl6pPr lvl="5"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6pPr>
            <a:lvl7pPr lvl="6"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7pPr>
            <a:lvl8pPr lvl="7"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8pPr>
            <a:lvl9pPr lvl="8" algn="ctr">
              <a:lnSpc>
                <a:spcPct val="100000"/>
              </a:lnSpc>
              <a:spcBef>
                <a:spcPts val="1600"/>
              </a:spcBef>
              <a:spcAft>
                <a:spcPts val="1600"/>
              </a:spcAft>
              <a:buNone/>
              <a:defRPr sz="1200">
                <a:solidFill>
                  <a:srgbClr val="20124D"/>
                </a:solidFill>
                <a:latin typeface="Didact Gothic"/>
                <a:ea typeface="Didact Gothic"/>
                <a:cs typeface="Didact Gothic"/>
                <a:sym typeface="Didact Gothic"/>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e 3">
  <p:cSld name="BLANK_2_2">
    <p:bg>
      <p:bgPr>
        <a:solidFill>
          <a:srgbClr val="E3E7EA"/>
        </a:solidFill>
      </p:bgPr>
    </p:bg>
    <p:spTree>
      <p:nvGrpSpPr>
        <p:cNvPr id="3580" name="Shape 3580"/>
        <p:cNvGrpSpPr/>
        <p:nvPr/>
      </p:nvGrpSpPr>
      <p:grpSpPr>
        <a:xfrm>
          <a:off x="0" y="0"/>
          <a:ext cx="0" cy="0"/>
          <a:chOff x="0" y="0"/>
          <a:chExt cx="0" cy="0"/>
        </a:xfrm>
      </p:grpSpPr>
      <p:grpSp>
        <p:nvGrpSpPr>
          <p:cNvPr id="3581" name="Google Shape;3581;p62"/>
          <p:cNvGrpSpPr/>
          <p:nvPr/>
        </p:nvGrpSpPr>
        <p:grpSpPr>
          <a:xfrm>
            <a:off x="6366194" y="4"/>
            <a:ext cx="2777796" cy="5143601"/>
            <a:chOff x="2009438" y="199238"/>
            <a:chExt cx="2562542" cy="4745019"/>
          </a:xfrm>
        </p:grpSpPr>
        <p:sp>
          <p:nvSpPr>
            <p:cNvPr id="3582" name="Google Shape;3582;p62"/>
            <p:cNvSpPr/>
            <p:nvPr/>
          </p:nvSpPr>
          <p:spPr>
            <a:xfrm>
              <a:off x="3246298" y="633329"/>
              <a:ext cx="530468" cy="225316"/>
            </a:xfrm>
            <a:custGeom>
              <a:rect b="b" l="l" r="r" t="t"/>
              <a:pathLst>
                <a:path extrusionOk="0" h="9951" w="23428">
                  <a:moveTo>
                    <a:pt x="15628" y="0"/>
                  </a:moveTo>
                  <a:cubicBezTo>
                    <a:pt x="13975" y="0"/>
                    <a:pt x="12192" y="199"/>
                    <a:pt x="10412" y="744"/>
                  </a:cubicBezTo>
                  <a:cubicBezTo>
                    <a:pt x="3945" y="2748"/>
                    <a:pt x="0" y="8595"/>
                    <a:pt x="0" y="8595"/>
                  </a:cubicBezTo>
                  <a:cubicBezTo>
                    <a:pt x="0" y="8595"/>
                    <a:pt x="3433" y="9951"/>
                    <a:pt x="7775" y="9951"/>
                  </a:cubicBezTo>
                  <a:cubicBezTo>
                    <a:pt x="9435" y="9951"/>
                    <a:pt x="11228" y="9752"/>
                    <a:pt x="13012" y="9203"/>
                  </a:cubicBezTo>
                  <a:cubicBezTo>
                    <a:pt x="19483" y="7216"/>
                    <a:pt x="23428" y="1374"/>
                    <a:pt x="23428" y="1374"/>
                  </a:cubicBezTo>
                  <a:cubicBezTo>
                    <a:pt x="23428" y="1374"/>
                    <a:pt x="19982" y="0"/>
                    <a:pt x="15628"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62"/>
            <p:cNvSpPr/>
            <p:nvPr/>
          </p:nvSpPr>
          <p:spPr>
            <a:xfrm>
              <a:off x="3178912" y="295539"/>
              <a:ext cx="341426" cy="450540"/>
            </a:xfrm>
            <a:custGeom>
              <a:rect b="b" l="l" r="r" t="t"/>
              <a:pathLst>
                <a:path extrusionOk="0" h="19898" w="15079">
                  <a:moveTo>
                    <a:pt x="14694" y="1"/>
                  </a:moveTo>
                  <a:cubicBezTo>
                    <a:pt x="14694" y="1"/>
                    <a:pt x="7893" y="1878"/>
                    <a:pt x="3953" y="7372"/>
                  </a:cubicBezTo>
                  <a:cubicBezTo>
                    <a:pt x="1" y="12864"/>
                    <a:pt x="393" y="19898"/>
                    <a:pt x="393" y="19898"/>
                  </a:cubicBezTo>
                  <a:cubicBezTo>
                    <a:pt x="393" y="19898"/>
                    <a:pt x="7183" y="18029"/>
                    <a:pt x="11122" y="12534"/>
                  </a:cubicBezTo>
                  <a:cubicBezTo>
                    <a:pt x="15079" y="7043"/>
                    <a:pt x="14694" y="9"/>
                    <a:pt x="14694"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62"/>
            <p:cNvSpPr/>
            <p:nvPr/>
          </p:nvSpPr>
          <p:spPr>
            <a:xfrm>
              <a:off x="2759493" y="974561"/>
              <a:ext cx="500014" cy="260072"/>
            </a:xfrm>
            <a:custGeom>
              <a:rect b="b" l="l" r="r" t="t"/>
              <a:pathLst>
                <a:path extrusionOk="0" h="11486" w="22083">
                  <a:moveTo>
                    <a:pt x="17552" y="0"/>
                  </a:moveTo>
                  <a:cubicBezTo>
                    <a:pt x="15129" y="0"/>
                    <a:pt x="12048" y="364"/>
                    <a:pt x="9135" y="1763"/>
                  </a:cubicBezTo>
                  <a:cubicBezTo>
                    <a:pt x="3031" y="4693"/>
                    <a:pt x="0" y="11045"/>
                    <a:pt x="0" y="11045"/>
                  </a:cubicBezTo>
                  <a:cubicBezTo>
                    <a:pt x="0" y="11045"/>
                    <a:pt x="1877" y="11486"/>
                    <a:pt x="4545" y="11486"/>
                  </a:cubicBezTo>
                  <a:cubicBezTo>
                    <a:pt x="6975" y="11486"/>
                    <a:pt x="10056" y="11118"/>
                    <a:pt x="12965" y="9723"/>
                  </a:cubicBezTo>
                  <a:cubicBezTo>
                    <a:pt x="19052" y="6806"/>
                    <a:pt x="22083" y="440"/>
                    <a:pt x="22083" y="440"/>
                  </a:cubicBezTo>
                  <a:cubicBezTo>
                    <a:pt x="22083" y="440"/>
                    <a:pt x="20210" y="0"/>
                    <a:pt x="17552"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62"/>
            <p:cNvSpPr/>
            <p:nvPr/>
          </p:nvSpPr>
          <p:spPr>
            <a:xfrm>
              <a:off x="2657146" y="659255"/>
              <a:ext cx="318172" cy="493539"/>
            </a:xfrm>
            <a:custGeom>
              <a:rect b="b" l="l" r="r" t="t"/>
              <a:pathLst>
                <a:path extrusionOk="0" h="21797" w="14052">
                  <a:moveTo>
                    <a:pt x="12611" y="1"/>
                  </a:moveTo>
                  <a:cubicBezTo>
                    <a:pt x="12611" y="1"/>
                    <a:pt x="6173" y="2859"/>
                    <a:pt x="3079" y="8865"/>
                  </a:cubicBezTo>
                  <a:cubicBezTo>
                    <a:pt x="1" y="14893"/>
                    <a:pt x="1421" y="21796"/>
                    <a:pt x="1421" y="21796"/>
                  </a:cubicBezTo>
                  <a:cubicBezTo>
                    <a:pt x="1421" y="21796"/>
                    <a:pt x="7863" y="18930"/>
                    <a:pt x="10958" y="12911"/>
                  </a:cubicBezTo>
                  <a:cubicBezTo>
                    <a:pt x="14052" y="6900"/>
                    <a:pt x="12611" y="1"/>
                    <a:pt x="12611"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62"/>
            <p:cNvSpPr/>
            <p:nvPr/>
          </p:nvSpPr>
          <p:spPr>
            <a:xfrm>
              <a:off x="2448783" y="1402697"/>
              <a:ext cx="400319" cy="383836"/>
            </a:xfrm>
            <a:custGeom>
              <a:rect b="b" l="l" r="r" t="t"/>
              <a:pathLst>
                <a:path extrusionOk="0" h="16952" w="17680">
                  <a:moveTo>
                    <a:pt x="17679" y="0"/>
                  </a:moveTo>
                  <a:cubicBezTo>
                    <a:pt x="17674" y="0"/>
                    <a:pt x="10658" y="597"/>
                    <a:pt x="5775" y="5281"/>
                  </a:cubicBezTo>
                  <a:cubicBezTo>
                    <a:pt x="893" y="9968"/>
                    <a:pt x="1" y="16952"/>
                    <a:pt x="1" y="16952"/>
                  </a:cubicBezTo>
                  <a:cubicBezTo>
                    <a:pt x="1" y="16952"/>
                    <a:pt x="7017" y="16355"/>
                    <a:pt x="11900" y="11672"/>
                  </a:cubicBezTo>
                  <a:cubicBezTo>
                    <a:pt x="16782" y="6988"/>
                    <a:pt x="17679" y="0"/>
                    <a:pt x="17679"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62"/>
            <p:cNvSpPr/>
            <p:nvPr/>
          </p:nvSpPr>
          <p:spPr>
            <a:xfrm>
              <a:off x="2280137" y="1192206"/>
              <a:ext cx="245898" cy="547813"/>
            </a:xfrm>
            <a:custGeom>
              <a:rect b="b" l="l" r="r" t="t"/>
              <a:pathLst>
                <a:path extrusionOk="0" h="24194" w="10860">
                  <a:moveTo>
                    <a:pt x="7364" y="1"/>
                  </a:moveTo>
                  <a:cubicBezTo>
                    <a:pt x="7364" y="1"/>
                    <a:pt x="2135" y="4727"/>
                    <a:pt x="1061" y="11397"/>
                  </a:cubicBezTo>
                  <a:cubicBezTo>
                    <a:pt x="0" y="18085"/>
                    <a:pt x="3513" y="24193"/>
                    <a:pt x="3513" y="24193"/>
                  </a:cubicBezTo>
                  <a:cubicBezTo>
                    <a:pt x="3513" y="24193"/>
                    <a:pt x="8737" y="19480"/>
                    <a:pt x="9803" y="12784"/>
                  </a:cubicBezTo>
                  <a:cubicBezTo>
                    <a:pt x="10860" y="6100"/>
                    <a:pt x="7364" y="1"/>
                    <a:pt x="7364"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62"/>
            <p:cNvSpPr/>
            <p:nvPr/>
          </p:nvSpPr>
          <p:spPr>
            <a:xfrm>
              <a:off x="2259463" y="2002377"/>
              <a:ext cx="331781" cy="471507"/>
            </a:xfrm>
            <a:custGeom>
              <a:rect b="b" l="l" r="r" t="t"/>
              <a:pathLst>
                <a:path extrusionOk="0" h="20824" w="14653">
                  <a:moveTo>
                    <a:pt x="13790" y="0"/>
                  </a:moveTo>
                  <a:cubicBezTo>
                    <a:pt x="13790" y="0"/>
                    <a:pt x="7135" y="2334"/>
                    <a:pt x="3559" y="8074"/>
                  </a:cubicBezTo>
                  <a:cubicBezTo>
                    <a:pt x="0" y="13818"/>
                    <a:pt x="867" y="20824"/>
                    <a:pt x="867" y="20824"/>
                  </a:cubicBezTo>
                  <a:cubicBezTo>
                    <a:pt x="867" y="20824"/>
                    <a:pt x="7520" y="18485"/>
                    <a:pt x="11080" y="12745"/>
                  </a:cubicBezTo>
                  <a:cubicBezTo>
                    <a:pt x="14652" y="7001"/>
                    <a:pt x="13790" y="0"/>
                    <a:pt x="13790"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62"/>
            <p:cNvSpPr/>
            <p:nvPr/>
          </p:nvSpPr>
          <p:spPr>
            <a:xfrm>
              <a:off x="2041410" y="1898219"/>
              <a:ext cx="227829" cy="552386"/>
            </a:xfrm>
            <a:custGeom>
              <a:rect b="b" l="l" r="r" t="t"/>
              <a:pathLst>
                <a:path extrusionOk="0" h="24396" w="10062">
                  <a:moveTo>
                    <a:pt x="3890" y="0"/>
                  </a:moveTo>
                  <a:cubicBezTo>
                    <a:pt x="3890" y="0"/>
                    <a:pt x="0" y="5877"/>
                    <a:pt x="626" y="12610"/>
                  </a:cubicBezTo>
                  <a:cubicBezTo>
                    <a:pt x="1256" y="19345"/>
                    <a:pt x="6155" y="24396"/>
                    <a:pt x="6155" y="24396"/>
                  </a:cubicBezTo>
                  <a:cubicBezTo>
                    <a:pt x="6155" y="24396"/>
                    <a:pt x="10061" y="18520"/>
                    <a:pt x="9435" y="11782"/>
                  </a:cubicBezTo>
                  <a:cubicBezTo>
                    <a:pt x="8805" y="5044"/>
                    <a:pt x="3890" y="0"/>
                    <a:pt x="3890"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62"/>
            <p:cNvSpPr/>
            <p:nvPr/>
          </p:nvSpPr>
          <p:spPr>
            <a:xfrm>
              <a:off x="2312766" y="2618882"/>
              <a:ext cx="257400" cy="543375"/>
            </a:xfrm>
            <a:custGeom>
              <a:rect b="b" l="l" r="r" t="t"/>
              <a:pathLst>
                <a:path extrusionOk="0" h="23998" w="11368">
                  <a:moveTo>
                    <a:pt x="8143" y="0"/>
                  </a:moveTo>
                  <a:cubicBezTo>
                    <a:pt x="8143" y="0"/>
                    <a:pt x="2711" y="4486"/>
                    <a:pt x="1353" y="11123"/>
                  </a:cubicBezTo>
                  <a:cubicBezTo>
                    <a:pt x="1" y="17746"/>
                    <a:pt x="3243" y="23998"/>
                    <a:pt x="3243" y="23998"/>
                  </a:cubicBezTo>
                  <a:cubicBezTo>
                    <a:pt x="3243" y="23998"/>
                    <a:pt x="8671" y="19518"/>
                    <a:pt x="10015" y="12893"/>
                  </a:cubicBezTo>
                  <a:cubicBezTo>
                    <a:pt x="11368" y="6261"/>
                    <a:pt x="8143" y="0"/>
                    <a:pt x="8143"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62"/>
            <p:cNvSpPr/>
            <p:nvPr/>
          </p:nvSpPr>
          <p:spPr>
            <a:xfrm>
              <a:off x="2009438" y="2674765"/>
              <a:ext cx="313395" cy="499946"/>
            </a:xfrm>
            <a:custGeom>
              <a:rect b="b" l="l" r="r" t="t"/>
              <a:pathLst>
                <a:path extrusionOk="0" h="22080" w="13841">
                  <a:moveTo>
                    <a:pt x="1624" y="1"/>
                  </a:moveTo>
                  <a:lnTo>
                    <a:pt x="1624" y="1"/>
                  </a:lnTo>
                  <a:cubicBezTo>
                    <a:pt x="1624" y="1"/>
                    <a:pt x="0" y="6854"/>
                    <a:pt x="2930" y="12941"/>
                  </a:cubicBezTo>
                  <a:cubicBezTo>
                    <a:pt x="5864" y="19054"/>
                    <a:pt x="12217" y="22080"/>
                    <a:pt x="12217" y="22080"/>
                  </a:cubicBezTo>
                  <a:cubicBezTo>
                    <a:pt x="12217" y="22080"/>
                    <a:pt x="13840" y="15228"/>
                    <a:pt x="10911" y="9119"/>
                  </a:cubicBezTo>
                  <a:cubicBezTo>
                    <a:pt x="7981" y="3028"/>
                    <a:pt x="1624" y="1"/>
                    <a:pt x="1624"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62"/>
            <p:cNvSpPr/>
            <p:nvPr/>
          </p:nvSpPr>
          <p:spPr>
            <a:xfrm>
              <a:off x="2547666" y="3310720"/>
              <a:ext cx="217187" cy="553926"/>
            </a:xfrm>
            <a:custGeom>
              <a:rect b="b" l="l" r="r" t="t"/>
              <a:pathLst>
                <a:path extrusionOk="0" h="24464" w="9592">
                  <a:moveTo>
                    <a:pt x="4109" y="1"/>
                  </a:moveTo>
                  <a:cubicBezTo>
                    <a:pt x="4109" y="1"/>
                    <a:pt x="0" y="5724"/>
                    <a:pt x="381" y="12480"/>
                  </a:cubicBezTo>
                  <a:cubicBezTo>
                    <a:pt x="765" y="19230"/>
                    <a:pt x="5479" y="24463"/>
                    <a:pt x="5479" y="24463"/>
                  </a:cubicBezTo>
                  <a:cubicBezTo>
                    <a:pt x="5479" y="24463"/>
                    <a:pt x="9592" y="18735"/>
                    <a:pt x="9207" y="11984"/>
                  </a:cubicBezTo>
                  <a:cubicBezTo>
                    <a:pt x="8827" y="5230"/>
                    <a:pt x="4109" y="1"/>
                    <a:pt x="4109"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62"/>
            <p:cNvSpPr/>
            <p:nvPr/>
          </p:nvSpPr>
          <p:spPr>
            <a:xfrm>
              <a:off x="2218955" y="3479366"/>
              <a:ext cx="359518" cy="422418"/>
            </a:xfrm>
            <a:custGeom>
              <a:rect b="b" l="l" r="r" t="t"/>
              <a:pathLst>
                <a:path extrusionOk="0" h="18656" w="15878">
                  <a:moveTo>
                    <a:pt x="1" y="1"/>
                  </a:moveTo>
                  <a:lnTo>
                    <a:pt x="1" y="1"/>
                  </a:lnTo>
                  <a:cubicBezTo>
                    <a:pt x="1" y="1"/>
                    <a:pt x="183" y="7035"/>
                    <a:pt x="4571" y="12200"/>
                  </a:cubicBezTo>
                  <a:cubicBezTo>
                    <a:pt x="8959" y="17341"/>
                    <a:pt x="15878" y="18656"/>
                    <a:pt x="15878" y="18656"/>
                  </a:cubicBezTo>
                  <a:cubicBezTo>
                    <a:pt x="15878" y="18656"/>
                    <a:pt x="15696" y="11622"/>
                    <a:pt x="11309" y="6460"/>
                  </a:cubicBezTo>
                  <a:cubicBezTo>
                    <a:pt x="6921" y="1307"/>
                    <a:pt x="6" y="1"/>
                    <a:pt x="1"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62"/>
            <p:cNvSpPr/>
            <p:nvPr/>
          </p:nvSpPr>
          <p:spPr>
            <a:xfrm>
              <a:off x="2930336" y="3830832"/>
              <a:ext cx="322859" cy="487018"/>
            </a:xfrm>
            <a:custGeom>
              <a:rect b="b" l="l" r="r" t="t"/>
              <a:pathLst>
                <a:path extrusionOk="0" h="21509" w="14259">
                  <a:moveTo>
                    <a:pt x="1243" y="1"/>
                  </a:moveTo>
                  <a:cubicBezTo>
                    <a:pt x="1243" y="6"/>
                    <a:pt x="0" y="6942"/>
                    <a:pt x="3247" y="12869"/>
                  </a:cubicBezTo>
                  <a:cubicBezTo>
                    <a:pt x="6493" y="18808"/>
                    <a:pt x="12995" y="21509"/>
                    <a:pt x="12995" y="21509"/>
                  </a:cubicBezTo>
                  <a:cubicBezTo>
                    <a:pt x="12995" y="21509"/>
                    <a:pt x="14259" y="14573"/>
                    <a:pt x="11008" y="8629"/>
                  </a:cubicBezTo>
                  <a:cubicBezTo>
                    <a:pt x="7770" y="2703"/>
                    <a:pt x="1247" y="1"/>
                    <a:pt x="1243"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62"/>
            <p:cNvSpPr/>
            <p:nvPr/>
          </p:nvSpPr>
          <p:spPr>
            <a:xfrm>
              <a:off x="2650375" y="4151300"/>
              <a:ext cx="505969" cy="253098"/>
            </a:xfrm>
            <a:custGeom>
              <a:rect b="b" l="l" r="r" t="t"/>
              <a:pathLst>
                <a:path extrusionOk="0" h="11178" w="22346">
                  <a:moveTo>
                    <a:pt x="5144" y="1"/>
                  </a:moveTo>
                  <a:cubicBezTo>
                    <a:pt x="2160" y="1"/>
                    <a:pt x="0" y="564"/>
                    <a:pt x="0" y="564"/>
                  </a:cubicBezTo>
                  <a:cubicBezTo>
                    <a:pt x="0" y="564"/>
                    <a:pt x="3196" y="6858"/>
                    <a:pt x="9350" y="9618"/>
                  </a:cubicBezTo>
                  <a:cubicBezTo>
                    <a:pt x="12056" y="10836"/>
                    <a:pt x="14879" y="11178"/>
                    <a:pt x="17205" y="11178"/>
                  </a:cubicBezTo>
                  <a:cubicBezTo>
                    <a:pt x="20190" y="11178"/>
                    <a:pt x="22345" y="10607"/>
                    <a:pt x="22345" y="10607"/>
                  </a:cubicBezTo>
                  <a:cubicBezTo>
                    <a:pt x="22345" y="10607"/>
                    <a:pt x="19154" y="4325"/>
                    <a:pt x="12981" y="1561"/>
                  </a:cubicBezTo>
                  <a:cubicBezTo>
                    <a:pt x="10289" y="339"/>
                    <a:pt x="7465" y="1"/>
                    <a:pt x="5144"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62"/>
            <p:cNvSpPr/>
            <p:nvPr/>
          </p:nvSpPr>
          <p:spPr>
            <a:xfrm>
              <a:off x="3450268" y="4222807"/>
              <a:ext cx="427287" cy="353970"/>
            </a:xfrm>
            <a:custGeom>
              <a:rect b="b" l="l" r="r" t="t"/>
              <a:pathLst>
                <a:path extrusionOk="0" h="15633" w="18871">
                  <a:moveTo>
                    <a:pt x="0" y="1"/>
                  </a:moveTo>
                  <a:cubicBezTo>
                    <a:pt x="0" y="1"/>
                    <a:pt x="1404" y="6908"/>
                    <a:pt x="6600" y="11229"/>
                  </a:cubicBezTo>
                  <a:cubicBezTo>
                    <a:pt x="11820" y="15548"/>
                    <a:pt x="18870" y="15633"/>
                    <a:pt x="18870" y="15633"/>
                  </a:cubicBezTo>
                  <a:cubicBezTo>
                    <a:pt x="18870" y="15633"/>
                    <a:pt x="17459" y="8726"/>
                    <a:pt x="12251" y="4410"/>
                  </a:cubicBezTo>
                  <a:cubicBezTo>
                    <a:pt x="7035" y="106"/>
                    <a:pt x="0" y="1"/>
                    <a:pt x="0"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62"/>
            <p:cNvSpPr/>
            <p:nvPr/>
          </p:nvSpPr>
          <p:spPr>
            <a:xfrm>
              <a:off x="3287169" y="4558378"/>
              <a:ext cx="554017" cy="200839"/>
            </a:xfrm>
            <a:custGeom>
              <a:rect b="b" l="l" r="r" t="t"/>
              <a:pathLst>
                <a:path extrusionOk="0" h="8870" w="24468">
                  <a:moveTo>
                    <a:pt x="11723" y="1"/>
                  </a:moveTo>
                  <a:cubicBezTo>
                    <a:pt x="5281" y="1"/>
                    <a:pt x="0" y="3903"/>
                    <a:pt x="0" y="3903"/>
                  </a:cubicBezTo>
                  <a:cubicBezTo>
                    <a:pt x="0" y="3903"/>
                    <a:pt x="5281" y="8558"/>
                    <a:pt x="12035" y="8857"/>
                  </a:cubicBezTo>
                  <a:cubicBezTo>
                    <a:pt x="12256" y="8862"/>
                    <a:pt x="12479" y="8870"/>
                    <a:pt x="12695" y="8870"/>
                  </a:cubicBezTo>
                  <a:cubicBezTo>
                    <a:pt x="19167" y="8870"/>
                    <a:pt x="24467" y="4968"/>
                    <a:pt x="24467" y="4968"/>
                  </a:cubicBezTo>
                  <a:cubicBezTo>
                    <a:pt x="24467" y="4968"/>
                    <a:pt x="19188" y="314"/>
                    <a:pt x="12416" y="18"/>
                  </a:cubicBezTo>
                  <a:cubicBezTo>
                    <a:pt x="12184" y="5"/>
                    <a:pt x="11955" y="1"/>
                    <a:pt x="11723"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62"/>
            <p:cNvSpPr/>
            <p:nvPr/>
          </p:nvSpPr>
          <p:spPr>
            <a:xfrm>
              <a:off x="4034915" y="4433094"/>
              <a:ext cx="498882" cy="261815"/>
            </a:xfrm>
            <a:custGeom>
              <a:rect b="b" l="l" r="r" t="t"/>
              <a:pathLst>
                <a:path extrusionOk="0" h="11563" w="22033">
                  <a:moveTo>
                    <a:pt x="4418" y="1"/>
                  </a:moveTo>
                  <a:cubicBezTo>
                    <a:pt x="1826" y="1"/>
                    <a:pt x="0" y="415"/>
                    <a:pt x="0" y="415"/>
                  </a:cubicBezTo>
                  <a:cubicBezTo>
                    <a:pt x="0" y="415"/>
                    <a:pt x="2998" y="6790"/>
                    <a:pt x="9072" y="9753"/>
                  </a:cubicBezTo>
                  <a:cubicBezTo>
                    <a:pt x="12022" y="11190"/>
                    <a:pt x="15163" y="11562"/>
                    <a:pt x="17611" y="11562"/>
                  </a:cubicBezTo>
                  <a:cubicBezTo>
                    <a:pt x="20206" y="11562"/>
                    <a:pt x="22033" y="11143"/>
                    <a:pt x="22033" y="11143"/>
                  </a:cubicBezTo>
                  <a:cubicBezTo>
                    <a:pt x="22033" y="11143"/>
                    <a:pt x="19036" y="4757"/>
                    <a:pt x="12944" y="1806"/>
                  </a:cubicBezTo>
                  <a:cubicBezTo>
                    <a:pt x="9998" y="373"/>
                    <a:pt x="6869" y="1"/>
                    <a:pt x="4418"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62"/>
            <p:cNvSpPr/>
            <p:nvPr/>
          </p:nvSpPr>
          <p:spPr>
            <a:xfrm>
              <a:off x="3976450" y="4733749"/>
              <a:ext cx="544235" cy="210507"/>
            </a:xfrm>
            <a:custGeom>
              <a:rect b="b" l="l" r="r" t="t"/>
              <a:pathLst>
                <a:path extrusionOk="0" h="9297" w="24036">
                  <a:moveTo>
                    <a:pt x="14448" y="1"/>
                  </a:moveTo>
                  <a:cubicBezTo>
                    <a:pt x="13379" y="1"/>
                    <a:pt x="12276" y="93"/>
                    <a:pt x="11155" y="313"/>
                  </a:cubicBezTo>
                  <a:cubicBezTo>
                    <a:pt x="4519" y="1624"/>
                    <a:pt x="0" y="7017"/>
                    <a:pt x="0" y="7017"/>
                  </a:cubicBezTo>
                  <a:cubicBezTo>
                    <a:pt x="0" y="7017"/>
                    <a:pt x="4337" y="9296"/>
                    <a:pt x="9629" y="9296"/>
                  </a:cubicBezTo>
                  <a:cubicBezTo>
                    <a:pt x="10682" y="9296"/>
                    <a:pt x="11773" y="9208"/>
                    <a:pt x="12875" y="8992"/>
                  </a:cubicBezTo>
                  <a:cubicBezTo>
                    <a:pt x="19516" y="7677"/>
                    <a:pt x="24035" y="2266"/>
                    <a:pt x="24035" y="2266"/>
                  </a:cubicBezTo>
                  <a:cubicBezTo>
                    <a:pt x="24035" y="2266"/>
                    <a:pt x="19719" y="1"/>
                    <a:pt x="14448"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62"/>
            <p:cNvSpPr/>
            <p:nvPr/>
          </p:nvSpPr>
          <p:spPr>
            <a:xfrm>
              <a:off x="3644003" y="199238"/>
              <a:ext cx="474564" cy="292337"/>
            </a:xfrm>
            <a:custGeom>
              <a:rect b="b" l="l" r="r" t="t"/>
              <a:pathLst>
                <a:path extrusionOk="0" h="12911" w="20959">
                  <a:moveTo>
                    <a:pt x="18735" y="1"/>
                  </a:moveTo>
                  <a:cubicBezTo>
                    <a:pt x="16212" y="1"/>
                    <a:pt x="11947" y="403"/>
                    <a:pt x="8193" y="2668"/>
                  </a:cubicBezTo>
                  <a:cubicBezTo>
                    <a:pt x="2401" y="6176"/>
                    <a:pt x="1" y="12796"/>
                    <a:pt x="1" y="12796"/>
                  </a:cubicBezTo>
                  <a:cubicBezTo>
                    <a:pt x="1" y="12796"/>
                    <a:pt x="859" y="12911"/>
                    <a:pt x="2220" y="12911"/>
                  </a:cubicBezTo>
                  <a:cubicBezTo>
                    <a:pt x="4748" y="12911"/>
                    <a:pt x="9013" y="12517"/>
                    <a:pt x="12780" y="10248"/>
                  </a:cubicBezTo>
                  <a:cubicBezTo>
                    <a:pt x="18558" y="6739"/>
                    <a:pt x="20959" y="120"/>
                    <a:pt x="20959" y="120"/>
                  </a:cubicBezTo>
                  <a:cubicBezTo>
                    <a:pt x="20959" y="120"/>
                    <a:pt x="20101" y="1"/>
                    <a:pt x="18735"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62"/>
            <p:cNvSpPr/>
            <p:nvPr/>
          </p:nvSpPr>
          <p:spPr>
            <a:xfrm>
              <a:off x="3520236" y="1364792"/>
              <a:ext cx="1051744" cy="2479897"/>
            </a:xfrm>
            <a:custGeom>
              <a:rect b="b" l="l" r="r" t="t"/>
              <a:pathLst>
                <a:path extrusionOk="0" h="109524" w="46450">
                  <a:moveTo>
                    <a:pt x="1" y="0"/>
                  </a:moveTo>
                  <a:lnTo>
                    <a:pt x="1" y="25744"/>
                  </a:lnTo>
                  <a:lnTo>
                    <a:pt x="6731" y="25744"/>
                  </a:lnTo>
                  <a:lnTo>
                    <a:pt x="6731" y="92281"/>
                  </a:lnTo>
                  <a:lnTo>
                    <a:pt x="23276" y="109524"/>
                  </a:lnTo>
                  <a:lnTo>
                    <a:pt x="46450" y="109524"/>
                  </a:lnTo>
                  <a:lnTo>
                    <a:pt x="46450" y="101187"/>
                  </a:lnTo>
                  <a:lnTo>
                    <a:pt x="26163" y="101187"/>
                  </a:lnTo>
                  <a:lnTo>
                    <a:pt x="14517" y="89397"/>
                  </a:lnTo>
                  <a:lnTo>
                    <a:pt x="14517" y="17395"/>
                  </a:lnTo>
                  <a:lnTo>
                    <a:pt x="7779" y="17395"/>
                  </a:lnTo>
                  <a:lnTo>
                    <a:pt x="7779" y="8345"/>
                  </a:lnTo>
                  <a:lnTo>
                    <a:pt x="30018" y="8345"/>
                  </a:lnTo>
                  <a:lnTo>
                    <a:pt x="30018" y="17395"/>
                  </a:lnTo>
                  <a:lnTo>
                    <a:pt x="26015" y="17395"/>
                  </a:lnTo>
                  <a:lnTo>
                    <a:pt x="26015" y="87300"/>
                  </a:lnTo>
                  <a:lnTo>
                    <a:pt x="31003" y="92281"/>
                  </a:lnTo>
                  <a:lnTo>
                    <a:pt x="46450" y="92281"/>
                  </a:lnTo>
                  <a:lnTo>
                    <a:pt x="46450" y="83936"/>
                  </a:lnTo>
                  <a:lnTo>
                    <a:pt x="34647" y="83936"/>
                  </a:lnTo>
                  <a:lnTo>
                    <a:pt x="34647" y="24126"/>
                  </a:lnTo>
                  <a:lnTo>
                    <a:pt x="38498" y="24126"/>
                  </a:lnTo>
                  <a:lnTo>
                    <a:pt x="38498" y="0"/>
                  </a:ln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2" name="Google Shape;3602;p62"/>
          <p:cNvGrpSpPr/>
          <p:nvPr/>
        </p:nvGrpSpPr>
        <p:grpSpPr>
          <a:xfrm flipH="1">
            <a:off x="-6" y="4"/>
            <a:ext cx="2777796" cy="5143601"/>
            <a:chOff x="2009438" y="199238"/>
            <a:chExt cx="2562542" cy="4745019"/>
          </a:xfrm>
        </p:grpSpPr>
        <p:sp>
          <p:nvSpPr>
            <p:cNvPr id="3603" name="Google Shape;3603;p62"/>
            <p:cNvSpPr/>
            <p:nvPr/>
          </p:nvSpPr>
          <p:spPr>
            <a:xfrm>
              <a:off x="3246298" y="633329"/>
              <a:ext cx="530468" cy="225316"/>
            </a:xfrm>
            <a:custGeom>
              <a:rect b="b" l="l" r="r" t="t"/>
              <a:pathLst>
                <a:path extrusionOk="0" h="9951" w="23428">
                  <a:moveTo>
                    <a:pt x="15628" y="0"/>
                  </a:moveTo>
                  <a:cubicBezTo>
                    <a:pt x="13975" y="0"/>
                    <a:pt x="12192" y="199"/>
                    <a:pt x="10412" y="744"/>
                  </a:cubicBezTo>
                  <a:cubicBezTo>
                    <a:pt x="3945" y="2748"/>
                    <a:pt x="0" y="8595"/>
                    <a:pt x="0" y="8595"/>
                  </a:cubicBezTo>
                  <a:cubicBezTo>
                    <a:pt x="0" y="8595"/>
                    <a:pt x="3433" y="9951"/>
                    <a:pt x="7775" y="9951"/>
                  </a:cubicBezTo>
                  <a:cubicBezTo>
                    <a:pt x="9435" y="9951"/>
                    <a:pt x="11228" y="9752"/>
                    <a:pt x="13012" y="9203"/>
                  </a:cubicBezTo>
                  <a:cubicBezTo>
                    <a:pt x="19483" y="7216"/>
                    <a:pt x="23428" y="1374"/>
                    <a:pt x="23428" y="1374"/>
                  </a:cubicBezTo>
                  <a:cubicBezTo>
                    <a:pt x="23428" y="1374"/>
                    <a:pt x="19982" y="0"/>
                    <a:pt x="15628"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62"/>
            <p:cNvSpPr/>
            <p:nvPr/>
          </p:nvSpPr>
          <p:spPr>
            <a:xfrm>
              <a:off x="3178912" y="295539"/>
              <a:ext cx="341426" cy="450540"/>
            </a:xfrm>
            <a:custGeom>
              <a:rect b="b" l="l" r="r" t="t"/>
              <a:pathLst>
                <a:path extrusionOk="0" h="19898" w="15079">
                  <a:moveTo>
                    <a:pt x="14694" y="1"/>
                  </a:moveTo>
                  <a:cubicBezTo>
                    <a:pt x="14694" y="1"/>
                    <a:pt x="7893" y="1878"/>
                    <a:pt x="3953" y="7372"/>
                  </a:cubicBezTo>
                  <a:cubicBezTo>
                    <a:pt x="1" y="12864"/>
                    <a:pt x="393" y="19898"/>
                    <a:pt x="393" y="19898"/>
                  </a:cubicBezTo>
                  <a:cubicBezTo>
                    <a:pt x="393" y="19898"/>
                    <a:pt x="7183" y="18029"/>
                    <a:pt x="11122" y="12534"/>
                  </a:cubicBezTo>
                  <a:cubicBezTo>
                    <a:pt x="15079" y="7043"/>
                    <a:pt x="14694" y="9"/>
                    <a:pt x="14694"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62"/>
            <p:cNvSpPr/>
            <p:nvPr/>
          </p:nvSpPr>
          <p:spPr>
            <a:xfrm>
              <a:off x="2759493" y="974561"/>
              <a:ext cx="500014" cy="260072"/>
            </a:xfrm>
            <a:custGeom>
              <a:rect b="b" l="l" r="r" t="t"/>
              <a:pathLst>
                <a:path extrusionOk="0" h="11486" w="22083">
                  <a:moveTo>
                    <a:pt x="17552" y="0"/>
                  </a:moveTo>
                  <a:cubicBezTo>
                    <a:pt x="15129" y="0"/>
                    <a:pt x="12048" y="364"/>
                    <a:pt x="9135" y="1763"/>
                  </a:cubicBezTo>
                  <a:cubicBezTo>
                    <a:pt x="3031" y="4693"/>
                    <a:pt x="0" y="11045"/>
                    <a:pt x="0" y="11045"/>
                  </a:cubicBezTo>
                  <a:cubicBezTo>
                    <a:pt x="0" y="11045"/>
                    <a:pt x="1877" y="11486"/>
                    <a:pt x="4545" y="11486"/>
                  </a:cubicBezTo>
                  <a:cubicBezTo>
                    <a:pt x="6975" y="11486"/>
                    <a:pt x="10056" y="11118"/>
                    <a:pt x="12965" y="9723"/>
                  </a:cubicBezTo>
                  <a:cubicBezTo>
                    <a:pt x="19052" y="6806"/>
                    <a:pt x="22083" y="440"/>
                    <a:pt x="22083" y="440"/>
                  </a:cubicBezTo>
                  <a:cubicBezTo>
                    <a:pt x="22083" y="440"/>
                    <a:pt x="20210" y="0"/>
                    <a:pt x="17552"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62"/>
            <p:cNvSpPr/>
            <p:nvPr/>
          </p:nvSpPr>
          <p:spPr>
            <a:xfrm>
              <a:off x="2657146" y="659255"/>
              <a:ext cx="318172" cy="493539"/>
            </a:xfrm>
            <a:custGeom>
              <a:rect b="b" l="l" r="r" t="t"/>
              <a:pathLst>
                <a:path extrusionOk="0" h="21797" w="14052">
                  <a:moveTo>
                    <a:pt x="12611" y="1"/>
                  </a:moveTo>
                  <a:cubicBezTo>
                    <a:pt x="12611" y="1"/>
                    <a:pt x="6173" y="2859"/>
                    <a:pt x="3079" y="8865"/>
                  </a:cubicBezTo>
                  <a:cubicBezTo>
                    <a:pt x="1" y="14893"/>
                    <a:pt x="1421" y="21796"/>
                    <a:pt x="1421" y="21796"/>
                  </a:cubicBezTo>
                  <a:cubicBezTo>
                    <a:pt x="1421" y="21796"/>
                    <a:pt x="7863" y="18930"/>
                    <a:pt x="10958" y="12911"/>
                  </a:cubicBezTo>
                  <a:cubicBezTo>
                    <a:pt x="14052" y="6900"/>
                    <a:pt x="12611" y="1"/>
                    <a:pt x="12611"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62"/>
            <p:cNvSpPr/>
            <p:nvPr/>
          </p:nvSpPr>
          <p:spPr>
            <a:xfrm>
              <a:off x="2448783" y="1402697"/>
              <a:ext cx="400319" cy="383836"/>
            </a:xfrm>
            <a:custGeom>
              <a:rect b="b" l="l" r="r" t="t"/>
              <a:pathLst>
                <a:path extrusionOk="0" h="16952" w="17680">
                  <a:moveTo>
                    <a:pt x="17679" y="0"/>
                  </a:moveTo>
                  <a:cubicBezTo>
                    <a:pt x="17674" y="0"/>
                    <a:pt x="10658" y="597"/>
                    <a:pt x="5775" y="5281"/>
                  </a:cubicBezTo>
                  <a:cubicBezTo>
                    <a:pt x="893" y="9968"/>
                    <a:pt x="1" y="16952"/>
                    <a:pt x="1" y="16952"/>
                  </a:cubicBezTo>
                  <a:cubicBezTo>
                    <a:pt x="1" y="16952"/>
                    <a:pt x="7017" y="16355"/>
                    <a:pt x="11900" y="11672"/>
                  </a:cubicBezTo>
                  <a:cubicBezTo>
                    <a:pt x="16782" y="6988"/>
                    <a:pt x="17679" y="0"/>
                    <a:pt x="17679"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62"/>
            <p:cNvSpPr/>
            <p:nvPr/>
          </p:nvSpPr>
          <p:spPr>
            <a:xfrm>
              <a:off x="2280137" y="1192206"/>
              <a:ext cx="245898" cy="547813"/>
            </a:xfrm>
            <a:custGeom>
              <a:rect b="b" l="l" r="r" t="t"/>
              <a:pathLst>
                <a:path extrusionOk="0" h="24194" w="10860">
                  <a:moveTo>
                    <a:pt x="7364" y="1"/>
                  </a:moveTo>
                  <a:cubicBezTo>
                    <a:pt x="7364" y="1"/>
                    <a:pt x="2135" y="4727"/>
                    <a:pt x="1061" y="11397"/>
                  </a:cubicBezTo>
                  <a:cubicBezTo>
                    <a:pt x="0" y="18085"/>
                    <a:pt x="3513" y="24193"/>
                    <a:pt x="3513" y="24193"/>
                  </a:cubicBezTo>
                  <a:cubicBezTo>
                    <a:pt x="3513" y="24193"/>
                    <a:pt x="8737" y="19480"/>
                    <a:pt x="9803" y="12784"/>
                  </a:cubicBezTo>
                  <a:cubicBezTo>
                    <a:pt x="10860" y="6100"/>
                    <a:pt x="7364" y="1"/>
                    <a:pt x="7364"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62"/>
            <p:cNvSpPr/>
            <p:nvPr/>
          </p:nvSpPr>
          <p:spPr>
            <a:xfrm>
              <a:off x="2259463" y="2002377"/>
              <a:ext cx="331781" cy="471507"/>
            </a:xfrm>
            <a:custGeom>
              <a:rect b="b" l="l" r="r" t="t"/>
              <a:pathLst>
                <a:path extrusionOk="0" h="20824" w="14653">
                  <a:moveTo>
                    <a:pt x="13790" y="0"/>
                  </a:moveTo>
                  <a:cubicBezTo>
                    <a:pt x="13790" y="0"/>
                    <a:pt x="7135" y="2334"/>
                    <a:pt x="3559" y="8074"/>
                  </a:cubicBezTo>
                  <a:cubicBezTo>
                    <a:pt x="0" y="13818"/>
                    <a:pt x="867" y="20824"/>
                    <a:pt x="867" y="20824"/>
                  </a:cubicBezTo>
                  <a:cubicBezTo>
                    <a:pt x="867" y="20824"/>
                    <a:pt x="7520" y="18485"/>
                    <a:pt x="11080" y="12745"/>
                  </a:cubicBezTo>
                  <a:cubicBezTo>
                    <a:pt x="14652" y="7001"/>
                    <a:pt x="13790" y="0"/>
                    <a:pt x="13790"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62"/>
            <p:cNvSpPr/>
            <p:nvPr/>
          </p:nvSpPr>
          <p:spPr>
            <a:xfrm>
              <a:off x="2041410" y="1898219"/>
              <a:ext cx="227829" cy="552386"/>
            </a:xfrm>
            <a:custGeom>
              <a:rect b="b" l="l" r="r" t="t"/>
              <a:pathLst>
                <a:path extrusionOk="0" h="24396" w="10062">
                  <a:moveTo>
                    <a:pt x="3890" y="0"/>
                  </a:moveTo>
                  <a:cubicBezTo>
                    <a:pt x="3890" y="0"/>
                    <a:pt x="0" y="5877"/>
                    <a:pt x="626" y="12610"/>
                  </a:cubicBezTo>
                  <a:cubicBezTo>
                    <a:pt x="1256" y="19345"/>
                    <a:pt x="6155" y="24396"/>
                    <a:pt x="6155" y="24396"/>
                  </a:cubicBezTo>
                  <a:cubicBezTo>
                    <a:pt x="6155" y="24396"/>
                    <a:pt x="10061" y="18520"/>
                    <a:pt x="9435" y="11782"/>
                  </a:cubicBezTo>
                  <a:cubicBezTo>
                    <a:pt x="8805" y="5044"/>
                    <a:pt x="3890" y="0"/>
                    <a:pt x="3890"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62"/>
            <p:cNvSpPr/>
            <p:nvPr/>
          </p:nvSpPr>
          <p:spPr>
            <a:xfrm>
              <a:off x="2312766" y="2618882"/>
              <a:ext cx="257400" cy="543375"/>
            </a:xfrm>
            <a:custGeom>
              <a:rect b="b" l="l" r="r" t="t"/>
              <a:pathLst>
                <a:path extrusionOk="0" h="23998" w="11368">
                  <a:moveTo>
                    <a:pt x="8143" y="0"/>
                  </a:moveTo>
                  <a:cubicBezTo>
                    <a:pt x="8143" y="0"/>
                    <a:pt x="2711" y="4486"/>
                    <a:pt x="1353" y="11123"/>
                  </a:cubicBezTo>
                  <a:cubicBezTo>
                    <a:pt x="1" y="17746"/>
                    <a:pt x="3243" y="23998"/>
                    <a:pt x="3243" y="23998"/>
                  </a:cubicBezTo>
                  <a:cubicBezTo>
                    <a:pt x="3243" y="23998"/>
                    <a:pt x="8671" y="19518"/>
                    <a:pt x="10015" y="12893"/>
                  </a:cubicBezTo>
                  <a:cubicBezTo>
                    <a:pt x="11368" y="6261"/>
                    <a:pt x="8143" y="0"/>
                    <a:pt x="8143" y="0"/>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62"/>
            <p:cNvSpPr/>
            <p:nvPr/>
          </p:nvSpPr>
          <p:spPr>
            <a:xfrm>
              <a:off x="2009438" y="2674765"/>
              <a:ext cx="313395" cy="499946"/>
            </a:xfrm>
            <a:custGeom>
              <a:rect b="b" l="l" r="r" t="t"/>
              <a:pathLst>
                <a:path extrusionOk="0" h="22080" w="13841">
                  <a:moveTo>
                    <a:pt x="1624" y="1"/>
                  </a:moveTo>
                  <a:lnTo>
                    <a:pt x="1624" y="1"/>
                  </a:lnTo>
                  <a:cubicBezTo>
                    <a:pt x="1624" y="1"/>
                    <a:pt x="0" y="6854"/>
                    <a:pt x="2930" y="12941"/>
                  </a:cubicBezTo>
                  <a:cubicBezTo>
                    <a:pt x="5864" y="19054"/>
                    <a:pt x="12217" y="22080"/>
                    <a:pt x="12217" y="22080"/>
                  </a:cubicBezTo>
                  <a:cubicBezTo>
                    <a:pt x="12217" y="22080"/>
                    <a:pt x="13840" y="15228"/>
                    <a:pt x="10911" y="9119"/>
                  </a:cubicBezTo>
                  <a:cubicBezTo>
                    <a:pt x="7981" y="3028"/>
                    <a:pt x="1624" y="1"/>
                    <a:pt x="1624"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62"/>
            <p:cNvSpPr/>
            <p:nvPr/>
          </p:nvSpPr>
          <p:spPr>
            <a:xfrm>
              <a:off x="2547666" y="3310720"/>
              <a:ext cx="217187" cy="553926"/>
            </a:xfrm>
            <a:custGeom>
              <a:rect b="b" l="l" r="r" t="t"/>
              <a:pathLst>
                <a:path extrusionOk="0" h="24464" w="9592">
                  <a:moveTo>
                    <a:pt x="4109" y="1"/>
                  </a:moveTo>
                  <a:cubicBezTo>
                    <a:pt x="4109" y="1"/>
                    <a:pt x="0" y="5724"/>
                    <a:pt x="381" y="12480"/>
                  </a:cubicBezTo>
                  <a:cubicBezTo>
                    <a:pt x="765" y="19230"/>
                    <a:pt x="5479" y="24463"/>
                    <a:pt x="5479" y="24463"/>
                  </a:cubicBezTo>
                  <a:cubicBezTo>
                    <a:pt x="5479" y="24463"/>
                    <a:pt x="9592" y="18735"/>
                    <a:pt x="9207" y="11984"/>
                  </a:cubicBezTo>
                  <a:cubicBezTo>
                    <a:pt x="8827" y="5230"/>
                    <a:pt x="4109" y="1"/>
                    <a:pt x="4109"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62"/>
            <p:cNvSpPr/>
            <p:nvPr/>
          </p:nvSpPr>
          <p:spPr>
            <a:xfrm>
              <a:off x="2218955" y="3479366"/>
              <a:ext cx="359518" cy="422418"/>
            </a:xfrm>
            <a:custGeom>
              <a:rect b="b" l="l" r="r" t="t"/>
              <a:pathLst>
                <a:path extrusionOk="0" h="18656" w="15878">
                  <a:moveTo>
                    <a:pt x="1" y="1"/>
                  </a:moveTo>
                  <a:lnTo>
                    <a:pt x="1" y="1"/>
                  </a:lnTo>
                  <a:cubicBezTo>
                    <a:pt x="1" y="1"/>
                    <a:pt x="183" y="7035"/>
                    <a:pt x="4571" y="12200"/>
                  </a:cubicBezTo>
                  <a:cubicBezTo>
                    <a:pt x="8959" y="17341"/>
                    <a:pt x="15878" y="18656"/>
                    <a:pt x="15878" y="18656"/>
                  </a:cubicBezTo>
                  <a:cubicBezTo>
                    <a:pt x="15878" y="18656"/>
                    <a:pt x="15696" y="11622"/>
                    <a:pt x="11309" y="6460"/>
                  </a:cubicBezTo>
                  <a:cubicBezTo>
                    <a:pt x="6921" y="1307"/>
                    <a:pt x="6" y="1"/>
                    <a:pt x="1"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62"/>
            <p:cNvSpPr/>
            <p:nvPr/>
          </p:nvSpPr>
          <p:spPr>
            <a:xfrm>
              <a:off x="2930336" y="3830832"/>
              <a:ext cx="322859" cy="487018"/>
            </a:xfrm>
            <a:custGeom>
              <a:rect b="b" l="l" r="r" t="t"/>
              <a:pathLst>
                <a:path extrusionOk="0" h="21509" w="14259">
                  <a:moveTo>
                    <a:pt x="1243" y="1"/>
                  </a:moveTo>
                  <a:cubicBezTo>
                    <a:pt x="1243" y="6"/>
                    <a:pt x="0" y="6942"/>
                    <a:pt x="3247" y="12869"/>
                  </a:cubicBezTo>
                  <a:cubicBezTo>
                    <a:pt x="6493" y="18808"/>
                    <a:pt x="12995" y="21509"/>
                    <a:pt x="12995" y="21509"/>
                  </a:cubicBezTo>
                  <a:cubicBezTo>
                    <a:pt x="12995" y="21509"/>
                    <a:pt x="14259" y="14573"/>
                    <a:pt x="11008" y="8629"/>
                  </a:cubicBezTo>
                  <a:cubicBezTo>
                    <a:pt x="7770" y="2703"/>
                    <a:pt x="1247" y="1"/>
                    <a:pt x="1243"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62"/>
            <p:cNvSpPr/>
            <p:nvPr/>
          </p:nvSpPr>
          <p:spPr>
            <a:xfrm>
              <a:off x="2650375" y="4151300"/>
              <a:ext cx="505969" cy="253098"/>
            </a:xfrm>
            <a:custGeom>
              <a:rect b="b" l="l" r="r" t="t"/>
              <a:pathLst>
                <a:path extrusionOk="0" h="11178" w="22346">
                  <a:moveTo>
                    <a:pt x="5144" y="1"/>
                  </a:moveTo>
                  <a:cubicBezTo>
                    <a:pt x="2160" y="1"/>
                    <a:pt x="0" y="564"/>
                    <a:pt x="0" y="564"/>
                  </a:cubicBezTo>
                  <a:cubicBezTo>
                    <a:pt x="0" y="564"/>
                    <a:pt x="3196" y="6858"/>
                    <a:pt x="9350" y="9618"/>
                  </a:cubicBezTo>
                  <a:cubicBezTo>
                    <a:pt x="12056" y="10836"/>
                    <a:pt x="14879" y="11178"/>
                    <a:pt x="17205" y="11178"/>
                  </a:cubicBezTo>
                  <a:cubicBezTo>
                    <a:pt x="20190" y="11178"/>
                    <a:pt x="22345" y="10607"/>
                    <a:pt x="22345" y="10607"/>
                  </a:cubicBezTo>
                  <a:cubicBezTo>
                    <a:pt x="22345" y="10607"/>
                    <a:pt x="19154" y="4325"/>
                    <a:pt x="12981" y="1561"/>
                  </a:cubicBezTo>
                  <a:cubicBezTo>
                    <a:pt x="10289" y="339"/>
                    <a:pt x="7465" y="1"/>
                    <a:pt x="5144"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62"/>
            <p:cNvSpPr/>
            <p:nvPr/>
          </p:nvSpPr>
          <p:spPr>
            <a:xfrm>
              <a:off x="3450268" y="4222807"/>
              <a:ext cx="427287" cy="353970"/>
            </a:xfrm>
            <a:custGeom>
              <a:rect b="b" l="l" r="r" t="t"/>
              <a:pathLst>
                <a:path extrusionOk="0" h="15633" w="18871">
                  <a:moveTo>
                    <a:pt x="0" y="1"/>
                  </a:moveTo>
                  <a:cubicBezTo>
                    <a:pt x="0" y="1"/>
                    <a:pt x="1404" y="6908"/>
                    <a:pt x="6600" y="11229"/>
                  </a:cubicBezTo>
                  <a:cubicBezTo>
                    <a:pt x="11820" y="15548"/>
                    <a:pt x="18870" y="15633"/>
                    <a:pt x="18870" y="15633"/>
                  </a:cubicBezTo>
                  <a:cubicBezTo>
                    <a:pt x="18870" y="15633"/>
                    <a:pt x="17459" y="8726"/>
                    <a:pt x="12251" y="4410"/>
                  </a:cubicBezTo>
                  <a:cubicBezTo>
                    <a:pt x="7035" y="106"/>
                    <a:pt x="0" y="1"/>
                    <a:pt x="0"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62"/>
            <p:cNvSpPr/>
            <p:nvPr/>
          </p:nvSpPr>
          <p:spPr>
            <a:xfrm>
              <a:off x="3287169" y="4558378"/>
              <a:ext cx="554017" cy="200839"/>
            </a:xfrm>
            <a:custGeom>
              <a:rect b="b" l="l" r="r" t="t"/>
              <a:pathLst>
                <a:path extrusionOk="0" h="8870" w="24468">
                  <a:moveTo>
                    <a:pt x="11723" y="1"/>
                  </a:moveTo>
                  <a:cubicBezTo>
                    <a:pt x="5281" y="1"/>
                    <a:pt x="0" y="3903"/>
                    <a:pt x="0" y="3903"/>
                  </a:cubicBezTo>
                  <a:cubicBezTo>
                    <a:pt x="0" y="3903"/>
                    <a:pt x="5281" y="8558"/>
                    <a:pt x="12035" y="8857"/>
                  </a:cubicBezTo>
                  <a:cubicBezTo>
                    <a:pt x="12256" y="8862"/>
                    <a:pt x="12479" y="8870"/>
                    <a:pt x="12695" y="8870"/>
                  </a:cubicBezTo>
                  <a:cubicBezTo>
                    <a:pt x="19167" y="8870"/>
                    <a:pt x="24467" y="4968"/>
                    <a:pt x="24467" y="4968"/>
                  </a:cubicBezTo>
                  <a:cubicBezTo>
                    <a:pt x="24467" y="4968"/>
                    <a:pt x="19188" y="314"/>
                    <a:pt x="12416" y="18"/>
                  </a:cubicBezTo>
                  <a:cubicBezTo>
                    <a:pt x="12184" y="5"/>
                    <a:pt x="11955" y="1"/>
                    <a:pt x="11723"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62"/>
            <p:cNvSpPr/>
            <p:nvPr/>
          </p:nvSpPr>
          <p:spPr>
            <a:xfrm>
              <a:off x="4034915" y="4433094"/>
              <a:ext cx="498882" cy="261815"/>
            </a:xfrm>
            <a:custGeom>
              <a:rect b="b" l="l" r="r" t="t"/>
              <a:pathLst>
                <a:path extrusionOk="0" h="11563" w="22033">
                  <a:moveTo>
                    <a:pt x="4418" y="1"/>
                  </a:moveTo>
                  <a:cubicBezTo>
                    <a:pt x="1826" y="1"/>
                    <a:pt x="0" y="415"/>
                    <a:pt x="0" y="415"/>
                  </a:cubicBezTo>
                  <a:cubicBezTo>
                    <a:pt x="0" y="415"/>
                    <a:pt x="2998" y="6790"/>
                    <a:pt x="9072" y="9753"/>
                  </a:cubicBezTo>
                  <a:cubicBezTo>
                    <a:pt x="12022" y="11190"/>
                    <a:pt x="15163" y="11562"/>
                    <a:pt x="17611" y="11562"/>
                  </a:cubicBezTo>
                  <a:cubicBezTo>
                    <a:pt x="20206" y="11562"/>
                    <a:pt x="22033" y="11143"/>
                    <a:pt x="22033" y="11143"/>
                  </a:cubicBezTo>
                  <a:cubicBezTo>
                    <a:pt x="22033" y="11143"/>
                    <a:pt x="19036" y="4757"/>
                    <a:pt x="12944" y="1806"/>
                  </a:cubicBezTo>
                  <a:cubicBezTo>
                    <a:pt x="9998" y="373"/>
                    <a:pt x="6869" y="1"/>
                    <a:pt x="4418"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62"/>
            <p:cNvSpPr/>
            <p:nvPr/>
          </p:nvSpPr>
          <p:spPr>
            <a:xfrm>
              <a:off x="3976450" y="4733749"/>
              <a:ext cx="544235" cy="210507"/>
            </a:xfrm>
            <a:custGeom>
              <a:rect b="b" l="l" r="r" t="t"/>
              <a:pathLst>
                <a:path extrusionOk="0" h="9297" w="24036">
                  <a:moveTo>
                    <a:pt x="14448" y="1"/>
                  </a:moveTo>
                  <a:cubicBezTo>
                    <a:pt x="13379" y="1"/>
                    <a:pt x="12276" y="93"/>
                    <a:pt x="11155" y="313"/>
                  </a:cubicBezTo>
                  <a:cubicBezTo>
                    <a:pt x="4519" y="1624"/>
                    <a:pt x="0" y="7017"/>
                    <a:pt x="0" y="7017"/>
                  </a:cubicBezTo>
                  <a:cubicBezTo>
                    <a:pt x="0" y="7017"/>
                    <a:pt x="4337" y="9296"/>
                    <a:pt x="9629" y="9296"/>
                  </a:cubicBezTo>
                  <a:cubicBezTo>
                    <a:pt x="10682" y="9296"/>
                    <a:pt x="11773" y="9208"/>
                    <a:pt x="12875" y="8992"/>
                  </a:cubicBezTo>
                  <a:cubicBezTo>
                    <a:pt x="19516" y="7677"/>
                    <a:pt x="24035" y="2266"/>
                    <a:pt x="24035" y="2266"/>
                  </a:cubicBezTo>
                  <a:cubicBezTo>
                    <a:pt x="24035" y="2266"/>
                    <a:pt x="19719" y="1"/>
                    <a:pt x="14448"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62"/>
            <p:cNvSpPr/>
            <p:nvPr/>
          </p:nvSpPr>
          <p:spPr>
            <a:xfrm>
              <a:off x="3644003" y="199238"/>
              <a:ext cx="474564" cy="292337"/>
            </a:xfrm>
            <a:custGeom>
              <a:rect b="b" l="l" r="r" t="t"/>
              <a:pathLst>
                <a:path extrusionOk="0" h="12911" w="20959">
                  <a:moveTo>
                    <a:pt x="18735" y="1"/>
                  </a:moveTo>
                  <a:cubicBezTo>
                    <a:pt x="16212" y="1"/>
                    <a:pt x="11947" y="403"/>
                    <a:pt x="8193" y="2668"/>
                  </a:cubicBezTo>
                  <a:cubicBezTo>
                    <a:pt x="2401" y="6176"/>
                    <a:pt x="1" y="12796"/>
                    <a:pt x="1" y="12796"/>
                  </a:cubicBezTo>
                  <a:cubicBezTo>
                    <a:pt x="1" y="12796"/>
                    <a:pt x="859" y="12911"/>
                    <a:pt x="2220" y="12911"/>
                  </a:cubicBezTo>
                  <a:cubicBezTo>
                    <a:pt x="4748" y="12911"/>
                    <a:pt x="9013" y="12517"/>
                    <a:pt x="12780" y="10248"/>
                  </a:cubicBezTo>
                  <a:cubicBezTo>
                    <a:pt x="18558" y="6739"/>
                    <a:pt x="20959" y="120"/>
                    <a:pt x="20959" y="120"/>
                  </a:cubicBezTo>
                  <a:cubicBezTo>
                    <a:pt x="20959" y="120"/>
                    <a:pt x="20101" y="1"/>
                    <a:pt x="18735" y="1"/>
                  </a:cubicBez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62"/>
            <p:cNvSpPr/>
            <p:nvPr/>
          </p:nvSpPr>
          <p:spPr>
            <a:xfrm>
              <a:off x="3520236" y="1364792"/>
              <a:ext cx="1051744" cy="2479897"/>
            </a:xfrm>
            <a:custGeom>
              <a:rect b="b" l="l" r="r" t="t"/>
              <a:pathLst>
                <a:path extrusionOk="0" h="109524" w="46450">
                  <a:moveTo>
                    <a:pt x="1" y="0"/>
                  </a:moveTo>
                  <a:lnTo>
                    <a:pt x="1" y="25744"/>
                  </a:lnTo>
                  <a:lnTo>
                    <a:pt x="6731" y="25744"/>
                  </a:lnTo>
                  <a:lnTo>
                    <a:pt x="6731" y="92281"/>
                  </a:lnTo>
                  <a:lnTo>
                    <a:pt x="23276" y="109524"/>
                  </a:lnTo>
                  <a:lnTo>
                    <a:pt x="46450" y="109524"/>
                  </a:lnTo>
                  <a:lnTo>
                    <a:pt x="46450" y="101187"/>
                  </a:lnTo>
                  <a:lnTo>
                    <a:pt x="26163" y="101187"/>
                  </a:lnTo>
                  <a:lnTo>
                    <a:pt x="14517" y="89397"/>
                  </a:lnTo>
                  <a:lnTo>
                    <a:pt x="14517" y="17395"/>
                  </a:lnTo>
                  <a:lnTo>
                    <a:pt x="7779" y="17395"/>
                  </a:lnTo>
                  <a:lnTo>
                    <a:pt x="7779" y="8345"/>
                  </a:lnTo>
                  <a:lnTo>
                    <a:pt x="30018" y="8345"/>
                  </a:lnTo>
                  <a:lnTo>
                    <a:pt x="30018" y="17395"/>
                  </a:lnTo>
                  <a:lnTo>
                    <a:pt x="26015" y="17395"/>
                  </a:lnTo>
                  <a:lnTo>
                    <a:pt x="26015" y="87300"/>
                  </a:lnTo>
                  <a:lnTo>
                    <a:pt x="31003" y="92281"/>
                  </a:lnTo>
                  <a:lnTo>
                    <a:pt x="46450" y="92281"/>
                  </a:lnTo>
                  <a:lnTo>
                    <a:pt x="46450" y="83936"/>
                  </a:lnTo>
                  <a:lnTo>
                    <a:pt x="34647" y="83936"/>
                  </a:lnTo>
                  <a:lnTo>
                    <a:pt x="34647" y="24126"/>
                  </a:lnTo>
                  <a:lnTo>
                    <a:pt x="38498" y="24126"/>
                  </a:lnTo>
                  <a:lnTo>
                    <a:pt x="38498" y="0"/>
                  </a:lnTo>
                  <a:close/>
                </a:path>
              </a:pathLst>
            </a:custGeom>
            <a:solidFill>
              <a:srgbClr val="FFFFFF">
                <a:alpha val="6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3" name="Google Shape;3623;p62"/>
          <p:cNvSpPr/>
          <p:nvPr/>
        </p:nvSpPr>
        <p:spPr>
          <a:xfrm>
            <a:off x="334525" y="232050"/>
            <a:ext cx="8453700" cy="4689600"/>
          </a:xfrm>
          <a:prstGeom prst="rect">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24" name="Google Shape;3624;p62"/>
          <p:cNvCxnSpPr/>
          <p:nvPr/>
        </p:nvCxnSpPr>
        <p:spPr>
          <a:xfrm>
            <a:off x="2370300" y="2823412"/>
            <a:ext cx="4359600" cy="0"/>
          </a:xfrm>
          <a:prstGeom prst="straightConnector1">
            <a:avLst/>
          </a:prstGeom>
          <a:noFill/>
          <a:ln cap="flat" cmpd="sng" w="19050">
            <a:solidFill>
              <a:srgbClr val="20124D"/>
            </a:solidFill>
            <a:prstDash val="dash"/>
            <a:round/>
            <a:headEnd len="med" w="med" type="none"/>
            <a:tailEnd len="med" w="med" type="none"/>
          </a:ln>
        </p:spPr>
      </p:cxnSp>
      <p:sp>
        <p:nvSpPr>
          <p:cNvPr id="3625" name="Google Shape;3625;p62"/>
          <p:cNvSpPr/>
          <p:nvPr/>
        </p:nvSpPr>
        <p:spPr>
          <a:xfrm>
            <a:off x="4247896" y="75"/>
            <a:ext cx="648300" cy="810651"/>
          </a:xfrm>
          <a:prstGeom prst="flowChartOffpageConnector">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62"/>
          <p:cNvSpPr txBox="1"/>
          <p:nvPr>
            <p:ph type="title"/>
          </p:nvPr>
        </p:nvSpPr>
        <p:spPr>
          <a:xfrm>
            <a:off x="2124750" y="1164754"/>
            <a:ext cx="4894500" cy="5286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b="1" sz="4300">
                <a:solidFill>
                  <a:schemeClr val="lt1"/>
                </a:solidFill>
              </a:defRPr>
            </a:lvl1pPr>
            <a:lvl2pPr lvl="1" algn="ctr">
              <a:spcBef>
                <a:spcPts val="0"/>
              </a:spcBef>
              <a:spcAft>
                <a:spcPts val="0"/>
              </a:spcAft>
              <a:buNone/>
              <a:defRPr b="1" sz="4300">
                <a:solidFill>
                  <a:schemeClr val="lt1"/>
                </a:solidFill>
              </a:defRPr>
            </a:lvl2pPr>
            <a:lvl3pPr lvl="2" algn="ctr">
              <a:spcBef>
                <a:spcPts val="0"/>
              </a:spcBef>
              <a:spcAft>
                <a:spcPts val="0"/>
              </a:spcAft>
              <a:buNone/>
              <a:defRPr b="1" sz="4300">
                <a:solidFill>
                  <a:schemeClr val="lt1"/>
                </a:solidFill>
              </a:defRPr>
            </a:lvl3pPr>
            <a:lvl4pPr lvl="3" algn="ctr">
              <a:spcBef>
                <a:spcPts val="0"/>
              </a:spcBef>
              <a:spcAft>
                <a:spcPts val="0"/>
              </a:spcAft>
              <a:buNone/>
              <a:defRPr b="1" sz="4300">
                <a:solidFill>
                  <a:schemeClr val="lt1"/>
                </a:solidFill>
              </a:defRPr>
            </a:lvl4pPr>
            <a:lvl5pPr lvl="4" algn="ctr">
              <a:spcBef>
                <a:spcPts val="0"/>
              </a:spcBef>
              <a:spcAft>
                <a:spcPts val="0"/>
              </a:spcAft>
              <a:buNone/>
              <a:defRPr b="1" sz="4300">
                <a:solidFill>
                  <a:schemeClr val="lt1"/>
                </a:solidFill>
              </a:defRPr>
            </a:lvl5pPr>
            <a:lvl6pPr lvl="5" algn="ctr">
              <a:spcBef>
                <a:spcPts val="0"/>
              </a:spcBef>
              <a:spcAft>
                <a:spcPts val="0"/>
              </a:spcAft>
              <a:buNone/>
              <a:defRPr b="1" sz="4300">
                <a:solidFill>
                  <a:schemeClr val="lt1"/>
                </a:solidFill>
              </a:defRPr>
            </a:lvl6pPr>
            <a:lvl7pPr lvl="6" algn="ctr">
              <a:spcBef>
                <a:spcPts val="0"/>
              </a:spcBef>
              <a:spcAft>
                <a:spcPts val="0"/>
              </a:spcAft>
              <a:buNone/>
              <a:defRPr b="1" sz="4300">
                <a:solidFill>
                  <a:schemeClr val="lt1"/>
                </a:solidFill>
              </a:defRPr>
            </a:lvl7pPr>
            <a:lvl8pPr lvl="7" algn="ctr">
              <a:spcBef>
                <a:spcPts val="0"/>
              </a:spcBef>
              <a:spcAft>
                <a:spcPts val="0"/>
              </a:spcAft>
              <a:buNone/>
              <a:defRPr b="1" sz="4300">
                <a:solidFill>
                  <a:schemeClr val="lt1"/>
                </a:solidFill>
              </a:defRPr>
            </a:lvl8pPr>
            <a:lvl9pPr lvl="8" algn="ctr">
              <a:spcBef>
                <a:spcPts val="0"/>
              </a:spcBef>
              <a:spcAft>
                <a:spcPts val="0"/>
              </a:spcAft>
              <a:buNone/>
              <a:defRPr b="1" sz="4300">
                <a:solidFill>
                  <a:schemeClr val="lt1"/>
                </a:solidFill>
              </a:defRPr>
            </a:lvl9pPr>
          </a:lstStyle>
          <a:p/>
        </p:txBody>
      </p:sp>
      <p:sp>
        <p:nvSpPr>
          <p:cNvPr id="3627" name="Google Shape;3627;p62"/>
          <p:cNvSpPr txBox="1"/>
          <p:nvPr>
            <p:ph idx="1" type="subTitle"/>
          </p:nvPr>
        </p:nvSpPr>
        <p:spPr>
          <a:xfrm>
            <a:off x="2370450" y="2158783"/>
            <a:ext cx="4403100" cy="405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b="1" sz="3000">
                <a:latin typeface="Graduate"/>
                <a:ea typeface="Graduate"/>
                <a:cs typeface="Graduate"/>
                <a:sym typeface="Graduate"/>
              </a:defRPr>
            </a:lvl1pPr>
            <a:lvl2pPr lvl="1" algn="ctr">
              <a:spcBef>
                <a:spcPts val="1600"/>
              </a:spcBef>
              <a:spcAft>
                <a:spcPts val="0"/>
              </a:spcAft>
              <a:buNone/>
              <a:defRPr b="1" sz="3000">
                <a:latin typeface="Graduate"/>
                <a:ea typeface="Graduate"/>
                <a:cs typeface="Graduate"/>
                <a:sym typeface="Graduate"/>
              </a:defRPr>
            </a:lvl2pPr>
            <a:lvl3pPr lvl="2" algn="ctr">
              <a:spcBef>
                <a:spcPts val="1600"/>
              </a:spcBef>
              <a:spcAft>
                <a:spcPts val="0"/>
              </a:spcAft>
              <a:buNone/>
              <a:defRPr b="1" sz="3000">
                <a:latin typeface="Graduate"/>
                <a:ea typeface="Graduate"/>
                <a:cs typeface="Graduate"/>
                <a:sym typeface="Graduate"/>
              </a:defRPr>
            </a:lvl3pPr>
            <a:lvl4pPr lvl="3" algn="ctr">
              <a:spcBef>
                <a:spcPts val="1600"/>
              </a:spcBef>
              <a:spcAft>
                <a:spcPts val="0"/>
              </a:spcAft>
              <a:buNone/>
              <a:defRPr b="1" sz="3000">
                <a:latin typeface="Graduate"/>
                <a:ea typeface="Graduate"/>
                <a:cs typeface="Graduate"/>
                <a:sym typeface="Graduate"/>
              </a:defRPr>
            </a:lvl4pPr>
            <a:lvl5pPr lvl="4" algn="ctr">
              <a:spcBef>
                <a:spcPts val="1600"/>
              </a:spcBef>
              <a:spcAft>
                <a:spcPts val="0"/>
              </a:spcAft>
              <a:buNone/>
              <a:defRPr b="1" sz="3000">
                <a:latin typeface="Graduate"/>
                <a:ea typeface="Graduate"/>
                <a:cs typeface="Graduate"/>
                <a:sym typeface="Graduate"/>
              </a:defRPr>
            </a:lvl5pPr>
            <a:lvl6pPr lvl="5" algn="ctr">
              <a:spcBef>
                <a:spcPts val="1600"/>
              </a:spcBef>
              <a:spcAft>
                <a:spcPts val="0"/>
              </a:spcAft>
              <a:buNone/>
              <a:defRPr b="1" sz="3000">
                <a:latin typeface="Graduate"/>
                <a:ea typeface="Graduate"/>
                <a:cs typeface="Graduate"/>
                <a:sym typeface="Graduate"/>
              </a:defRPr>
            </a:lvl6pPr>
            <a:lvl7pPr lvl="6" algn="ctr">
              <a:spcBef>
                <a:spcPts val="1600"/>
              </a:spcBef>
              <a:spcAft>
                <a:spcPts val="0"/>
              </a:spcAft>
              <a:buNone/>
              <a:defRPr b="1" sz="3000">
                <a:latin typeface="Graduate"/>
                <a:ea typeface="Graduate"/>
                <a:cs typeface="Graduate"/>
                <a:sym typeface="Graduate"/>
              </a:defRPr>
            </a:lvl7pPr>
            <a:lvl8pPr lvl="7" algn="ctr">
              <a:spcBef>
                <a:spcPts val="1600"/>
              </a:spcBef>
              <a:spcAft>
                <a:spcPts val="0"/>
              </a:spcAft>
              <a:buNone/>
              <a:defRPr b="1" sz="3000">
                <a:latin typeface="Graduate"/>
                <a:ea typeface="Graduate"/>
                <a:cs typeface="Graduate"/>
                <a:sym typeface="Graduate"/>
              </a:defRPr>
            </a:lvl8pPr>
            <a:lvl9pPr lvl="8" algn="ctr">
              <a:spcBef>
                <a:spcPts val="1600"/>
              </a:spcBef>
              <a:spcAft>
                <a:spcPts val="1600"/>
              </a:spcAft>
              <a:buNone/>
              <a:defRPr b="1" sz="3000">
                <a:latin typeface="Graduate"/>
                <a:ea typeface="Graduate"/>
                <a:cs typeface="Graduate"/>
                <a:sym typeface="Graduate"/>
              </a:defRPr>
            </a:lvl9pPr>
          </a:lstStyle>
          <a:p/>
        </p:txBody>
      </p:sp>
      <p:sp>
        <p:nvSpPr>
          <p:cNvPr id="3628" name="Google Shape;3628;p62"/>
          <p:cNvSpPr txBox="1"/>
          <p:nvPr>
            <p:ph idx="2" type="subTitle"/>
          </p:nvPr>
        </p:nvSpPr>
        <p:spPr>
          <a:xfrm>
            <a:off x="3449250" y="1730381"/>
            <a:ext cx="2245500" cy="350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400">
                <a:solidFill>
                  <a:srgbClr val="20124D"/>
                </a:solidFill>
                <a:latin typeface="Didact Gothic"/>
                <a:ea typeface="Didact Gothic"/>
                <a:cs typeface="Didact Gothic"/>
                <a:sym typeface="Didact Gothic"/>
              </a:defRPr>
            </a:lvl1pPr>
            <a:lvl2pPr lvl="1"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2pPr>
            <a:lvl3pPr lvl="2"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3pPr>
            <a:lvl4pPr lvl="3"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4pPr>
            <a:lvl5pPr lvl="4"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5pPr>
            <a:lvl6pPr lvl="5"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6pPr>
            <a:lvl7pPr lvl="6"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7pPr>
            <a:lvl8pPr lvl="7"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8pPr>
            <a:lvl9pPr lvl="8" algn="ctr">
              <a:lnSpc>
                <a:spcPct val="100000"/>
              </a:lnSpc>
              <a:spcBef>
                <a:spcPts val="1600"/>
              </a:spcBef>
              <a:spcAft>
                <a:spcPts val="1600"/>
              </a:spcAft>
              <a:buNone/>
              <a:defRPr sz="1400">
                <a:solidFill>
                  <a:srgbClr val="20124D"/>
                </a:solidFill>
                <a:latin typeface="Didact Gothic"/>
                <a:ea typeface="Didact Gothic"/>
                <a:cs typeface="Didact Gothic"/>
                <a:sym typeface="Didact Gothic"/>
              </a:defRPr>
            </a:lvl9pPr>
          </a:lstStyle>
          <a:p/>
        </p:txBody>
      </p:sp>
      <p:sp>
        <p:nvSpPr>
          <p:cNvPr id="3629" name="Google Shape;3629;p62"/>
          <p:cNvSpPr txBox="1"/>
          <p:nvPr>
            <p:ph idx="3" type="subTitle"/>
          </p:nvPr>
        </p:nvSpPr>
        <p:spPr>
          <a:xfrm>
            <a:off x="2058000" y="2872706"/>
            <a:ext cx="5028000" cy="583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200">
                <a:solidFill>
                  <a:srgbClr val="20124D"/>
                </a:solidFill>
                <a:latin typeface="Didact Gothic"/>
                <a:ea typeface="Didact Gothic"/>
                <a:cs typeface="Didact Gothic"/>
                <a:sym typeface="Didact Gothic"/>
              </a:defRPr>
            </a:lvl1pPr>
            <a:lvl2pPr lvl="1"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2pPr>
            <a:lvl3pPr lvl="2"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3pPr>
            <a:lvl4pPr lvl="3"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4pPr>
            <a:lvl5pPr lvl="4"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5pPr>
            <a:lvl6pPr lvl="5"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6pPr>
            <a:lvl7pPr lvl="6"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7pPr>
            <a:lvl8pPr lvl="7"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8pPr>
            <a:lvl9pPr lvl="8" algn="ctr">
              <a:lnSpc>
                <a:spcPct val="100000"/>
              </a:lnSpc>
              <a:spcBef>
                <a:spcPts val="1600"/>
              </a:spcBef>
              <a:spcAft>
                <a:spcPts val="1600"/>
              </a:spcAft>
              <a:buNone/>
              <a:defRPr sz="1200">
                <a:solidFill>
                  <a:srgbClr val="20124D"/>
                </a:solidFill>
                <a:latin typeface="Didact Gothic"/>
                <a:ea typeface="Didact Gothic"/>
                <a:cs typeface="Didact Gothic"/>
                <a:sym typeface="Didact Gothic"/>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e 4">
  <p:cSld name="BLANK_2_3">
    <p:bg>
      <p:bgPr>
        <a:solidFill>
          <a:schemeClr val="accent6"/>
        </a:solidFill>
      </p:bgPr>
    </p:bg>
    <p:spTree>
      <p:nvGrpSpPr>
        <p:cNvPr id="3630" name="Shape 3630"/>
        <p:cNvGrpSpPr/>
        <p:nvPr/>
      </p:nvGrpSpPr>
      <p:grpSpPr>
        <a:xfrm>
          <a:off x="0" y="0"/>
          <a:ext cx="0" cy="0"/>
          <a:chOff x="0" y="0"/>
          <a:chExt cx="0" cy="0"/>
        </a:xfrm>
      </p:grpSpPr>
      <p:grpSp>
        <p:nvGrpSpPr>
          <p:cNvPr id="3631" name="Google Shape;3631;p63"/>
          <p:cNvGrpSpPr/>
          <p:nvPr/>
        </p:nvGrpSpPr>
        <p:grpSpPr>
          <a:xfrm flipH="1">
            <a:off x="4571994" y="4"/>
            <a:ext cx="2777796" cy="5143601"/>
            <a:chOff x="2009438" y="199238"/>
            <a:chExt cx="2562542" cy="4745019"/>
          </a:xfrm>
        </p:grpSpPr>
        <p:sp>
          <p:nvSpPr>
            <p:cNvPr id="3632" name="Google Shape;3632;p63"/>
            <p:cNvSpPr/>
            <p:nvPr/>
          </p:nvSpPr>
          <p:spPr>
            <a:xfrm>
              <a:off x="3246298" y="633329"/>
              <a:ext cx="530468" cy="225316"/>
            </a:xfrm>
            <a:custGeom>
              <a:rect b="b" l="l" r="r" t="t"/>
              <a:pathLst>
                <a:path extrusionOk="0" h="9951" w="23428">
                  <a:moveTo>
                    <a:pt x="15628" y="0"/>
                  </a:moveTo>
                  <a:cubicBezTo>
                    <a:pt x="13975" y="0"/>
                    <a:pt x="12192" y="199"/>
                    <a:pt x="10412" y="744"/>
                  </a:cubicBezTo>
                  <a:cubicBezTo>
                    <a:pt x="3945" y="2748"/>
                    <a:pt x="0" y="8595"/>
                    <a:pt x="0" y="8595"/>
                  </a:cubicBezTo>
                  <a:cubicBezTo>
                    <a:pt x="0" y="8595"/>
                    <a:pt x="3433" y="9951"/>
                    <a:pt x="7775" y="9951"/>
                  </a:cubicBezTo>
                  <a:cubicBezTo>
                    <a:pt x="9435" y="9951"/>
                    <a:pt x="11228" y="9752"/>
                    <a:pt x="13012" y="9203"/>
                  </a:cubicBezTo>
                  <a:cubicBezTo>
                    <a:pt x="19483" y="7216"/>
                    <a:pt x="23428" y="1374"/>
                    <a:pt x="23428" y="1374"/>
                  </a:cubicBezTo>
                  <a:cubicBezTo>
                    <a:pt x="23428" y="1374"/>
                    <a:pt x="19982" y="0"/>
                    <a:pt x="15628"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63"/>
            <p:cNvSpPr/>
            <p:nvPr/>
          </p:nvSpPr>
          <p:spPr>
            <a:xfrm>
              <a:off x="3178912" y="295539"/>
              <a:ext cx="341426" cy="450540"/>
            </a:xfrm>
            <a:custGeom>
              <a:rect b="b" l="l" r="r" t="t"/>
              <a:pathLst>
                <a:path extrusionOk="0" h="19898" w="15079">
                  <a:moveTo>
                    <a:pt x="14694" y="1"/>
                  </a:moveTo>
                  <a:cubicBezTo>
                    <a:pt x="14694" y="1"/>
                    <a:pt x="7893" y="1878"/>
                    <a:pt x="3953" y="7372"/>
                  </a:cubicBezTo>
                  <a:cubicBezTo>
                    <a:pt x="1" y="12864"/>
                    <a:pt x="393" y="19898"/>
                    <a:pt x="393" y="19898"/>
                  </a:cubicBezTo>
                  <a:cubicBezTo>
                    <a:pt x="393" y="19898"/>
                    <a:pt x="7183" y="18029"/>
                    <a:pt x="11122" y="12534"/>
                  </a:cubicBezTo>
                  <a:cubicBezTo>
                    <a:pt x="15079" y="7043"/>
                    <a:pt x="14694" y="9"/>
                    <a:pt x="14694"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63"/>
            <p:cNvSpPr/>
            <p:nvPr/>
          </p:nvSpPr>
          <p:spPr>
            <a:xfrm>
              <a:off x="2759493" y="974561"/>
              <a:ext cx="500014" cy="260072"/>
            </a:xfrm>
            <a:custGeom>
              <a:rect b="b" l="l" r="r" t="t"/>
              <a:pathLst>
                <a:path extrusionOk="0" h="11486" w="22083">
                  <a:moveTo>
                    <a:pt x="17552" y="0"/>
                  </a:moveTo>
                  <a:cubicBezTo>
                    <a:pt x="15129" y="0"/>
                    <a:pt x="12048" y="364"/>
                    <a:pt x="9135" y="1763"/>
                  </a:cubicBezTo>
                  <a:cubicBezTo>
                    <a:pt x="3031" y="4693"/>
                    <a:pt x="0" y="11045"/>
                    <a:pt x="0" y="11045"/>
                  </a:cubicBezTo>
                  <a:cubicBezTo>
                    <a:pt x="0" y="11045"/>
                    <a:pt x="1877" y="11486"/>
                    <a:pt x="4545" y="11486"/>
                  </a:cubicBezTo>
                  <a:cubicBezTo>
                    <a:pt x="6975" y="11486"/>
                    <a:pt x="10056" y="11118"/>
                    <a:pt x="12965" y="9723"/>
                  </a:cubicBezTo>
                  <a:cubicBezTo>
                    <a:pt x="19052" y="6806"/>
                    <a:pt x="22083" y="440"/>
                    <a:pt x="22083" y="440"/>
                  </a:cubicBezTo>
                  <a:cubicBezTo>
                    <a:pt x="22083" y="440"/>
                    <a:pt x="20210" y="0"/>
                    <a:pt x="17552"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63"/>
            <p:cNvSpPr/>
            <p:nvPr/>
          </p:nvSpPr>
          <p:spPr>
            <a:xfrm>
              <a:off x="2657146" y="659255"/>
              <a:ext cx="318172" cy="493539"/>
            </a:xfrm>
            <a:custGeom>
              <a:rect b="b" l="l" r="r" t="t"/>
              <a:pathLst>
                <a:path extrusionOk="0" h="21797" w="14052">
                  <a:moveTo>
                    <a:pt x="12611" y="1"/>
                  </a:moveTo>
                  <a:cubicBezTo>
                    <a:pt x="12611" y="1"/>
                    <a:pt x="6173" y="2859"/>
                    <a:pt x="3079" y="8865"/>
                  </a:cubicBezTo>
                  <a:cubicBezTo>
                    <a:pt x="1" y="14893"/>
                    <a:pt x="1421" y="21796"/>
                    <a:pt x="1421" y="21796"/>
                  </a:cubicBezTo>
                  <a:cubicBezTo>
                    <a:pt x="1421" y="21796"/>
                    <a:pt x="7863" y="18930"/>
                    <a:pt x="10958" y="12911"/>
                  </a:cubicBezTo>
                  <a:cubicBezTo>
                    <a:pt x="14052" y="6900"/>
                    <a:pt x="12611" y="1"/>
                    <a:pt x="12611"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63"/>
            <p:cNvSpPr/>
            <p:nvPr/>
          </p:nvSpPr>
          <p:spPr>
            <a:xfrm>
              <a:off x="2448783" y="1402697"/>
              <a:ext cx="400319" cy="383836"/>
            </a:xfrm>
            <a:custGeom>
              <a:rect b="b" l="l" r="r" t="t"/>
              <a:pathLst>
                <a:path extrusionOk="0" h="16952" w="17680">
                  <a:moveTo>
                    <a:pt x="17679" y="0"/>
                  </a:moveTo>
                  <a:cubicBezTo>
                    <a:pt x="17674" y="0"/>
                    <a:pt x="10658" y="597"/>
                    <a:pt x="5775" y="5281"/>
                  </a:cubicBezTo>
                  <a:cubicBezTo>
                    <a:pt x="893" y="9968"/>
                    <a:pt x="1" y="16952"/>
                    <a:pt x="1" y="16952"/>
                  </a:cubicBezTo>
                  <a:cubicBezTo>
                    <a:pt x="1" y="16952"/>
                    <a:pt x="7017" y="16355"/>
                    <a:pt x="11900" y="11672"/>
                  </a:cubicBezTo>
                  <a:cubicBezTo>
                    <a:pt x="16782" y="6988"/>
                    <a:pt x="17679" y="0"/>
                    <a:pt x="17679"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63"/>
            <p:cNvSpPr/>
            <p:nvPr/>
          </p:nvSpPr>
          <p:spPr>
            <a:xfrm>
              <a:off x="2280137" y="1192206"/>
              <a:ext cx="245898" cy="547813"/>
            </a:xfrm>
            <a:custGeom>
              <a:rect b="b" l="l" r="r" t="t"/>
              <a:pathLst>
                <a:path extrusionOk="0" h="24194" w="10860">
                  <a:moveTo>
                    <a:pt x="7364" y="1"/>
                  </a:moveTo>
                  <a:cubicBezTo>
                    <a:pt x="7364" y="1"/>
                    <a:pt x="2135" y="4727"/>
                    <a:pt x="1061" y="11397"/>
                  </a:cubicBezTo>
                  <a:cubicBezTo>
                    <a:pt x="0" y="18085"/>
                    <a:pt x="3513" y="24193"/>
                    <a:pt x="3513" y="24193"/>
                  </a:cubicBezTo>
                  <a:cubicBezTo>
                    <a:pt x="3513" y="24193"/>
                    <a:pt x="8737" y="19480"/>
                    <a:pt x="9803" y="12784"/>
                  </a:cubicBezTo>
                  <a:cubicBezTo>
                    <a:pt x="10860" y="6100"/>
                    <a:pt x="7364" y="1"/>
                    <a:pt x="7364"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63"/>
            <p:cNvSpPr/>
            <p:nvPr/>
          </p:nvSpPr>
          <p:spPr>
            <a:xfrm>
              <a:off x="2259463" y="2002377"/>
              <a:ext cx="331781" cy="471507"/>
            </a:xfrm>
            <a:custGeom>
              <a:rect b="b" l="l" r="r" t="t"/>
              <a:pathLst>
                <a:path extrusionOk="0" h="20824" w="14653">
                  <a:moveTo>
                    <a:pt x="13790" y="0"/>
                  </a:moveTo>
                  <a:cubicBezTo>
                    <a:pt x="13790" y="0"/>
                    <a:pt x="7135" y="2334"/>
                    <a:pt x="3559" y="8074"/>
                  </a:cubicBezTo>
                  <a:cubicBezTo>
                    <a:pt x="0" y="13818"/>
                    <a:pt x="867" y="20824"/>
                    <a:pt x="867" y="20824"/>
                  </a:cubicBezTo>
                  <a:cubicBezTo>
                    <a:pt x="867" y="20824"/>
                    <a:pt x="7520" y="18485"/>
                    <a:pt x="11080" y="12745"/>
                  </a:cubicBezTo>
                  <a:cubicBezTo>
                    <a:pt x="14652" y="7001"/>
                    <a:pt x="13790" y="0"/>
                    <a:pt x="13790"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63"/>
            <p:cNvSpPr/>
            <p:nvPr/>
          </p:nvSpPr>
          <p:spPr>
            <a:xfrm>
              <a:off x="2041410" y="1898219"/>
              <a:ext cx="227829" cy="552386"/>
            </a:xfrm>
            <a:custGeom>
              <a:rect b="b" l="l" r="r" t="t"/>
              <a:pathLst>
                <a:path extrusionOk="0" h="24396" w="10062">
                  <a:moveTo>
                    <a:pt x="3890" y="0"/>
                  </a:moveTo>
                  <a:cubicBezTo>
                    <a:pt x="3890" y="0"/>
                    <a:pt x="0" y="5877"/>
                    <a:pt x="626" y="12610"/>
                  </a:cubicBezTo>
                  <a:cubicBezTo>
                    <a:pt x="1256" y="19345"/>
                    <a:pt x="6155" y="24396"/>
                    <a:pt x="6155" y="24396"/>
                  </a:cubicBezTo>
                  <a:cubicBezTo>
                    <a:pt x="6155" y="24396"/>
                    <a:pt x="10061" y="18520"/>
                    <a:pt x="9435" y="11782"/>
                  </a:cubicBezTo>
                  <a:cubicBezTo>
                    <a:pt x="8805" y="5044"/>
                    <a:pt x="3890" y="0"/>
                    <a:pt x="3890"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63"/>
            <p:cNvSpPr/>
            <p:nvPr/>
          </p:nvSpPr>
          <p:spPr>
            <a:xfrm>
              <a:off x="2312766" y="2618882"/>
              <a:ext cx="257400" cy="543375"/>
            </a:xfrm>
            <a:custGeom>
              <a:rect b="b" l="l" r="r" t="t"/>
              <a:pathLst>
                <a:path extrusionOk="0" h="23998" w="11368">
                  <a:moveTo>
                    <a:pt x="8143" y="0"/>
                  </a:moveTo>
                  <a:cubicBezTo>
                    <a:pt x="8143" y="0"/>
                    <a:pt x="2711" y="4486"/>
                    <a:pt x="1353" y="11123"/>
                  </a:cubicBezTo>
                  <a:cubicBezTo>
                    <a:pt x="1" y="17746"/>
                    <a:pt x="3243" y="23998"/>
                    <a:pt x="3243" y="23998"/>
                  </a:cubicBezTo>
                  <a:cubicBezTo>
                    <a:pt x="3243" y="23998"/>
                    <a:pt x="8671" y="19518"/>
                    <a:pt x="10015" y="12893"/>
                  </a:cubicBezTo>
                  <a:cubicBezTo>
                    <a:pt x="11368" y="6261"/>
                    <a:pt x="8143" y="0"/>
                    <a:pt x="8143"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63"/>
            <p:cNvSpPr/>
            <p:nvPr/>
          </p:nvSpPr>
          <p:spPr>
            <a:xfrm>
              <a:off x="2009438" y="2674765"/>
              <a:ext cx="313395" cy="499946"/>
            </a:xfrm>
            <a:custGeom>
              <a:rect b="b" l="l" r="r" t="t"/>
              <a:pathLst>
                <a:path extrusionOk="0" h="22080" w="13841">
                  <a:moveTo>
                    <a:pt x="1624" y="1"/>
                  </a:moveTo>
                  <a:lnTo>
                    <a:pt x="1624" y="1"/>
                  </a:lnTo>
                  <a:cubicBezTo>
                    <a:pt x="1624" y="1"/>
                    <a:pt x="0" y="6854"/>
                    <a:pt x="2930" y="12941"/>
                  </a:cubicBezTo>
                  <a:cubicBezTo>
                    <a:pt x="5864" y="19054"/>
                    <a:pt x="12217" y="22080"/>
                    <a:pt x="12217" y="22080"/>
                  </a:cubicBezTo>
                  <a:cubicBezTo>
                    <a:pt x="12217" y="22080"/>
                    <a:pt x="13840" y="15228"/>
                    <a:pt x="10911" y="9119"/>
                  </a:cubicBezTo>
                  <a:cubicBezTo>
                    <a:pt x="7981" y="3028"/>
                    <a:pt x="1624" y="1"/>
                    <a:pt x="1624"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63"/>
            <p:cNvSpPr/>
            <p:nvPr/>
          </p:nvSpPr>
          <p:spPr>
            <a:xfrm>
              <a:off x="2547666" y="3310720"/>
              <a:ext cx="217187" cy="553926"/>
            </a:xfrm>
            <a:custGeom>
              <a:rect b="b" l="l" r="r" t="t"/>
              <a:pathLst>
                <a:path extrusionOk="0" h="24464" w="9592">
                  <a:moveTo>
                    <a:pt x="4109" y="1"/>
                  </a:moveTo>
                  <a:cubicBezTo>
                    <a:pt x="4109" y="1"/>
                    <a:pt x="0" y="5724"/>
                    <a:pt x="381" y="12480"/>
                  </a:cubicBezTo>
                  <a:cubicBezTo>
                    <a:pt x="765" y="19230"/>
                    <a:pt x="5479" y="24463"/>
                    <a:pt x="5479" y="24463"/>
                  </a:cubicBezTo>
                  <a:cubicBezTo>
                    <a:pt x="5479" y="24463"/>
                    <a:pt x="9592" y="18735"/>
                    <a:pt x="9207" y="11984"/>
                  </a:cubicBezTo>
                  <a:cubicBezTo>
                    <a:pt x="8827" y="5230"/>
                    <a:pt x="4109" y="1"/>
                    <a:pt x="4109"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63"/>
            <p:cNvSpPr/>
            <p:nvPr/>
          </p:nvSpPr>
          <p:spPr>
            <a:xfrm>
              <a:off x="2218955" y="3479366"/>
              <a:ext cx="359518" cy="422418"/>
            </a:xfrm>
            <a:custGeom>
              <a:rect b="b" l="l" r="r" t="t"/>
              <a:pathLst>
                <a:path extrusionOk="0" h="18656" w="15878">
                  <a:moveTo>
                    <a:pt x="1" y="1"/>
                  </a:moveTo>
                  <a:lnTo>
                    <a:pt x="1" y="1"/>
                  </a:lnTo>
                  <a:cubicBezTo>
                    <a:pt x="1" y="1"/>
                    <a:pt x="183" y="7035"/>
                    <a:pt x="4571" y="12200"/>
                  </a:cubicBezTo>
                  <a:cubicBezTo>
                    <a:pt x="8959" y="17341"/>
                    <a:pt x="15878" y="18656"/>
                    <a:pt x="15878" y="18656"/>
                  </a:cubicBezTo>
                  <a:cubicBezTo>
                    <a:pt x="15878" y="18656"/>
                    <a:pt x="15696" y="11622"/>
                    <a:pt x="11309" y="6460"/>
                  </a:cubicBezTo>
                  <a:cubicBezTo>
                    <a:pt x="6921" y="1307"/>
                    <a:pt x="6" y="1"/>
                    <a:pt x="1"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63"/>
            <p:cNvSpPr/>
            <p:nvPr/>
          </p:nvSpPr>
          <p:spPr>
            <a:xfrm>
              <a:off x="2930336" y="3830832"/>
              <a:ext cx="322859" cy="487018"/>
            </a:xfrm>
            <a:custGeom>
              <a:rect b="b" l="l" r="r" t="t"/>
              <a:pathLst>
                <a:path extrusionOk="0" h="21509" w="14259">
                  <a:moveTo>
                    <a:pt x="1243" y="1"/>
                  </a:moveTo>
                  <a:cubicBezTo>
                    <a:pt x="1243" y="6"/>
                    <a:pt x="0" y="6942"/>
                    <a:pt x="3247" y="12869"/>
                  </a:cubicBezTo>
                  <a:cubicBezTo>
                    <a:pt x="6493" y="18808"/>
                    <a:pt x="12995" y="21509"/>
                    <a:pt x="12995" y="21509"/>
                  </a:cubicBezTo>
                  <a:cubicBezTo>
                    <a:pt x="12995" y="21509"/>
                    <a:pt x="14259" y="14573"/>
                    <a:pt x="11008" y="8629"/>
                  </a:cubicBezTo>
                  <a:cubicBezTo>
                    <a:pt x="7770" y="2703"/>
                    <a:pt x="1247" y="1"/>
                    <a:pt x="1243"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63"/>
            <p:cNvSpPr/>
            <p:nvPr/>
          </p:nvSpPr>
          <p:spPr>
            <a:xfrm>
              <a:off x="2650375" y="4151300"/>
              <a:ext cx="505969" cy="253098"/>
            </a:xfrm>
            <a:custGeom>
              <a:rect b="b" l="l" r="r" t="t"/>
              <a:pathLst>
                <a:path extrusionOk="0" h="11178" w="22346">
                  <a:moveTo>
                    <a:pt x="5144" y="1"/>
                  </a:moveTo>
                  <a:cubicBezTo>
                    <a:pt x="2160" y="1"/>
                    <a:pt x="0" y="564"/>
                    <a:pt x="0" y="564"/>
                  </a:cubicBezTo>
                  <a:cubicBezTo>
                    <a:pt x="0" y="564"/>
                    <a:pt x="3196" y="6858"/>
                    <a:pt x="9350" y="9618"/>
                  </a:cubicBezTo>
                  <a:cubicBezTo>
                    <a:pt x="12056" y="10836"/>
                    <a:pt x="14879" y="11178"/>
                    <a:pt x="17205" y="11178"/>
                  </a:cubicBezTo>
                  <a:cubicBezTo>
                    <a:pt x="20190" y="11178"/>
                    <a:pt x="22345" y="10607"/>
                    <a:pt x="22345" y="10607"/>
                  </a:cubicBezTo>
                  <a:cubicBezTo>
                    <a:pt x="22345" y="10607"/>
                    <a:pt x="19154" y="4325"/>
                    <a:pt x="12981" y="1561"/>
                  </a:cubicBezTo>
                  <a:cubicBezTo>
                    <a:pt x="10289" y="339"/>
                    <a:pt x="7465" y="1"/>
                    <a:pt x="5144"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63"/>
            <p:cNvSpPr/>
            <p:nvPr/>
          </p:nvSpPr>
          <p:spPr>
            <a:xfrm>
              <a:off x="3450268" y="4222807"/>
              <a:ext cx="427287" cy="353970"/>
            </a:xfrm>
            <a:custGeom>
              <a:rect b="b" l="l" r="r" t="t"/>
              <a:pathLst>
                <a:path extrusionOk="0" h="15633" w="18871">
                  <a:moveTo>
                    <a:pt x="0" y="1"/>
                  </a:moveTo>
                  <a:cubicBezTo>
                    <a:pt x="0" y="1"/>
                    <a:pt x="1404" y="6908"/>
                    <a:pt x="6600" y="11229"/>
                  </a:cubicBezTo>
                  <a:cubicBezTo>
                    <a:pt x="11820" y="15548"/>
                    <a:pt x="18870" y="15633"/>
                    <a:pt x="18870" y="15633"/>
                  </a:cubicBezTo>
                  <a:cubicBezTo>
                    <a:pt x="18870" y="15633"/>
                    <a:pt x="17459" y="8726"/>
                    <a:pt x="12251" y="4410"/>
                  </a:cubicBezTo>
                  <a:cubicBezTo>
                    <a:pt x="7035" y="106"/>
                    <a:pt x="0" y="1"/>
                    <a:pt x="0"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63"/>
            <p:cNvSpPr/>
            <p:nvPr/>
          </p:nvSpPr>
          <p:spPr>
            <a:xfrm>
              <a:off x="3287169" y="4558378"/>
              <a:ext cx="554017" cy="200839"/>
            </a:xfrm>
            <a:custGeom>
              <a:rect b="b" l="l" r="r" t="t"/>
              <a:pathLst>
                <a:path extrusionOk="0" h="8870" w="24468">
                  <a:moveTo>
                    <a:pt x="11723" y="1"/>
                  </a:moveTo>
                  <a:cubicBezTo>
                    <a:pt x="5281" y="1"/>
                    <a:pt x="0" y="3903"/>
                    <a:pt x="0" y="3903"/>
                  </a:cubicBezTo>
                  <a:cubicBezTo>
                    <a:pt x="0" y="3903"/>
                    <a:pt x="5281" y="8558"/>
                    <a:pt x="12035" y="8857"/>
                  </a:cubicBezTo>
                  <a:cubicBezTo>
                    <a:pt x="12256" y="8862"/>
                    <a:pt x="12479" y="8870"/>
                    <a:pt x="12695" y="8870"/>
                  </a:cubicBezTo>
                  <a:cubicBezTo>
                    <a:pt x="19167" y="8870"/>
                    <a:pt x="24467" y="4968"/>
                    <a:pt x="24467" y="4968"/>
                  </a:cubicBezTo>
                  <a:cubicBezTo>
                    <a:pt x="24467" y="4968"/>
                    <a:pt x="19188" y="314"/>
                    <a:pt x="12416" y="18"/>
                  </a:cubicBezTo>
                  <a:cubicBezTo>
                    <a:pt x="12184" y="5"/>
                    <a:pt x="11955" y="1"/>
                    <a:pt x="11723"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63"/>
            <p:cNvSpPr/>
            <p:nvPr/>
          </p:nvSpPr>
          <p:spPr>
            <a:xfrm>
              <a:off x="4034915" y="4433094"/>
              <a:ext cx="498882" cy="261815"/>
            </a:xfrm>
            <a:custGeom>
              <a:rect b="b" l="l" r="r" t="t"/>
              <a:pathLst>
                <a:path extrusionOk="0" h="11563" w="22033">
                  <a:moveTo>
                    <a:pt x="4418" y="1"/>
                  </a:moveTo>
                  <a:cubicBezTo>
                    <a:pt x="1826" y="1"/>
                    <a:pt x="0" y="415"/>
                    <a:pt x="0" y="415"/>
                  </a:cubicBezTo>
                  <a:cubicBezTo>
                    <a:pt x="0" y="415"/>
                    <a:pt x="2998" y="6790"/>
                    <a:pt x="9072" y="9753"/>
                  </a:cubicBezTo>
                  <a:cubicBezTo>
                    <a:pt x="12022" y="11190"/>
                    <a:pt x="15163" y="11562"/>
                    <a:pt x="17611" y="11562"/>
                  </a:cubicBezTo>
                  <a:cubicBezTo>
                    <a:pt x="20206" y="11562"/>
                    <a:pt x="22033" y="11143"/>
                    <a:pt x="22033" y="11143"/>
                  </a:cubicBezTo>
                  <a:cubicBezTo>
                    <a:pt x="22033" y="11143"/>
                    <a:pt x="19036" y="4757"/>
                    <a:pt x="12944" y="1806"/>
                  </a:cubicBezTo>
                  <a:cubicBezTo>
                    <a:pt x="9998" y="373"/>
                    <a:pt x="6869" y="1"/>
                    <a:pt x="4418"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63"/>
            <p:cNvSpPr/>
            <p:nvPr/>
          </p:nvSpPr>
          <p:spPr>
            <a:xfrm>
              <a:off x="3976450" y="4733749"/>
              <a:ext cx="544235" cy="210507"/>
            </a:xfrm>
            <a:custGeom>
              <a:rect b="b" l="l" r="r" t="t"/>
              <a:pathLst>
                <a:path extrusionOk="0" h="9297" w="24036">
                  <a:moveTo>
                    <a:pt x="14448" y="1"/>
                  </a:moveTo>
                  <a:cubicBezTo>
                    <a:pt x="13379" y="1"/>
                    <a:pt x="12276" y="93"/>
                    <a:pt x="11155" y="313"/>
                  </a:cubicBezTo>
                  <a:cubicBezTo>
                    <a:pt x="4519" y="1624"/>
                    <a:pt x="0" y="7017"/>
                    <a:pt x="0" y="7017"/>
                  </a:cubicBezTo>
                  <a:cubicBezTo>
                    <a:pt x="0" y="7017"/>
                    <a:pt x="4337" y="9296"/>
                    <a:pt x="9629" y="9296"/>
                  </a:cubicBezTo>
                  <a:cubicBezTo>
                    <a:pt x="10682" y="9296"/>
                    <a:pt x="11773" y="9208"/>
                    <a:pt x="12875" y="8992"/>
                  </a:cubicBezTo>
                  <a:cubicBezTo>
                    <a:pt x="19516" y="7677"/>
                    <a:pt x="24035" y="2266"/>
                    <a:pt x="24035" y="2266"/>
                  </a:cubicBezTo>
                  <a:cubicBezTo>
                    <a:pt x="24035" y="2266"/>
                    <a:pt x="19719" y="1"/>
                    <a:pt x="14448"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63"/>
            <p:cNvSpPr/>
            <p:nvPr/>
          </p:nvSpPr>
          <p:spPr>
            <a:xfrm>
              <a:off x="3644003" y="199238"/>
              <a:ext cx="474564" cy="292337"/>
            </a:xfrm>
            <a:custGeom>
              <a:rect b="b" l="l" r="r" t="t"/>
              <a:pathLst>
                <a:path extrusionOk="0" h="12911" w="20959">
                  <a:moveTo>
                    <a:pt x="18735" y="1"/>
                  </a:moveTo>
                  <a:cubicBezTo>
                    <a:pt x="16212" y="1"/>
                    <a:pt x="11947" y="403"/>
                    <a:pt x="8193" y="2668"/>
                  </a:cubicBezTo>
                  <a:cubicBezTo>
                    <a:pt x="2401" y="6176"/>
                    <a:pt x="1" y="12796"/>
                    <a:pt x="1" y="12796"/>
                  </a:cubicBezTo>
                  <a:cubicBezTo>
                    <a:pt x="1" y="12796"/>
                    <a:pt x="859" y="12911"/>
                    <a:pt x="2220" y="12911"/>
                  </a:cubicBezTo>
                  <a:cubicBezTo>
                    <a:pt x="4748" y="12911"/>
                    <a:pt x="9013" y="12517"/>
                    <a:pt x="12780" y="10248"/>
                  </a:cubicBezTo>
                  <a:cubicBezTo>
                    <a:pt x="18558" y="6739"/>
                    <a:pt x="20959" y="120"/>
                    <a:pt x="20959" y="120"/>
                  </a:cubicBezTo>
                  <a:cubicBezTo>
                    <a:pt x="20959" y="120"/>
                    <a:pt x="20101" y="1"/>
                    <a:pt x="18735"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63"/>
            <p:cNvSpPr/>
            <p:nvPr/>
          </p:nvSpPr>
          <p:spPr>
            <a:xfrm>
              <a:off x="3520236" y="1364792"/>
              <a:ext cx="1051744" cy="2479897"/>
            </a:xfrm>
            <a:custGeom>
              <a:rect b="b" l="l" r="r" t="t"/>
              <a:pathLst>
                <a:path extrusionOk="0" h="109524" w="46450">
                  <a:moveTo>
                    <a:pt x="1" y="0"/>
                  </a:moveTo>
                  <a:lnTo>
                    <a:pt x="1" y="25744"/>
                  </a:lnTo>
                  <a:lnTo>
                    <a:pt x="6731" y="25744"/>
                  </a:lnTo>
                  <a:lnTo>
                    <a:pt x="6731" y="92281"/>
                  </a:lnTo>
                  <a:lnTo>
                    <a:pt x="23276" y="109524"/>
                  </a:lnTo>
                  <a:lnTo>
                    <a:pt x="46450" y="109524"/>
                  </a:lnTo>
                  <a:lnTo>
                    <a:pt x="46450" y="101187"/>
                  </a:lnTo>
                  <a:lnTo>
                    <a:pt x="26163" y="101187"/>
                  </a:lnTo>
                  <a:lnTo>
                    <a:pt x="14517" y="89397"/>
                  </a:lnTo>
                  <a:lnTo>
                    <a:pt x="14517" y="17395"/>
                  </a:lnTo>
                  <a:lnTo>
                    <a:pt x="7779" y="17395"/>
                  </a:lnTo>
                  <a:lnTo>
                    <a:pt x="7779" y="8345"/>
                  </a:lnTo>
                  <a:lnTo>
                    <a:pt x="30018" y="8345"/>
                  </a:lnTo>
                  <a:lnTo>
                    <a:pt x="30018" y="17395"/>
                  </a:lnTo>
                  <a:lnTo>
                    <a:pt x="26015" y="17395"/>
                  </a:lnTo>
                  <a:lnTo>
                    <a:pt x="26015" y="87300"/>
                  </a:lnTo>
                  <a:lnTo>
                    <a:pt x="31003" y="92281"/>
                  </a:lnTo>
                  <a:lnTo>
                    <a:pt x="46450" y="92281"/>
                  </a:lnTo>
                  <a:lnTo>
                    <a:pt x="46450" y="83936"/>
                  </a:lnTo>
                  <a:lnTo>
                    <a:pt x="34647" y="83936"/>
                  </a:lnTo>
                  <a:lnTo>
                    <a:pt x="34647" y="24126"/>
                  </a:lnTo>
                  <a:lnTo>
                    <a:pt x="38498" y="24126"/>
                  </a:lnTo>
                  <a:lnTo>
                    <a:pt x="38498" y="0"/>
                  </a:ln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2" name="Google Shape;3652;p63"/>
          <p:cNvGrpSpPr/>
          <p:nvPr/>
        </p:nvGrpSpPr>
        <p:grpSpPr>
          <a:xfrm>
            <a:off x="1794194" y="4"/>
            <a:ext cx="2777796" cy="5143601"/>
            <a:chOff x="2009438" y="199238"/>
            <a:chExt cx="2562542" cy="4745019"/>
          </a:xfrm>
        </p:grpSpPr>
        <p:sp>
          <p:nvSpPr>
            <p:cNvPr id="3653" name="Google Shape;3653;p63"/>
            <p:cNvSpPr/>
            <p:nvPr/>
          </p:nvSpPr>
          <p:spPr>
            <a:xfrm>
              <a:off x="3246298" y="633329"/>
              <a:ext cx="530468" cy="225316"/>
            </a:xfrm>
            <a:custGeom>
              <a:rect b="b" l="l" r="r" t="t"/>
              <a:pathLst>
                <a:path extrusionOk="0" h="9951" w="23428">
                  <a:moveTo>
                    <a:pt x="15628" y="0"/>
                  </a:moveTo>
                  <a:cubicBezTo>
                    <a:pt x="13975" y="0"/>
                    <a:pt x="12192" y="199"/>
                    <a:pt x="10412" y="744"/>
                  </a:cubicBezTo>
                  <a:cubicBezTo>
                    <a:pt x="3945" y="2748"/>
                    <a:pt x="0" y="8595"/>
                    <a:pt x="0" y="8595"/>
                  </a:cubicBezTo>
                  <a:cubicBezTo>
                    <a:pt x="0" y="8595"/>
                    <a:pt x="3433" y="9951"/>
                    <a:pt x="7775" y="9951"/>
                  </a:cubicBezTo>
                  <a:cubicBezTo>
                    <a:pt x="9435" y="9951"/>
                    <a:pt x="11228" y="9752"/>
                    <a:pt x="13012" y="9203"/>
                  </a:cubicBezTo>
                  <a:cubicBezTo>
                    <a:pt x="19483" y="7216"/>
                    <a:pt x="23428" y="1374"/>
                    <a:pt x="23428" y="1374"/>
                  </a:cubicBezTo>
                  <a:cubicBezTo>
                    <a:pt x="23428" y="1374"/>
                    <a:pt x="19982" y="0"/>
                    <a:pt x="15628"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63"/>
            <p:cNvSpPr/>
            <p:nvPr/>
          </p:nvSpPr>
          <p:spPr>
            <a:xfrm>
              <a:off x="3178912" y="295539"/>
              <a:ext cx="341426" cy="450540"/>
            </a:xfrm>
            <a:custGeom>
              <a:rect b="b" l="l" r="r" t="t"/>
              <a:pathLst>
                <a:path extrusionOk="0" h="19898" w="15079">
                  <a:moveTo>
                    <a:pt x="14694" y="1"/>
                  </a:moveTo>
                  <a:cubicBezTo>
                    <a:pt x="14694" y="1"/>
                    <a:pt x="7893" y="1878"/>
                    <a:pt x="3953" y="7372"/>
                  </a:cubicBezTo>
                  <a:cubicBezTo>
                    <a:pt x="1" y="12864"/>
                    <a:pt x="393" y="19898"/>
                    <a:pt x="393" y="19898"/>
                  </a:cubicBezTo>
                  <a:cubicBezTo>
                    <a:pt x="393" y="19898"/>
                    <a:pt x="7183" y="18029"/>
                    <a:pt x="11122" y="12534"/>
                  </a:cubicBezTo>
                  <a:cubicBezTo>
                    <a:pt x="15079" y="7043"/>
                    <a:pt x="14694" y="9"/>
                    <a:pt x="1469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63"/>
            <p:cNvSpPr/>
            <p:nvPr/>
          </p:nvSpPr>
          <p:spPr>
            <a:xfrm>
              <a:off x="2759493" y="974561"/>
              <a:ext cx="500014" cy="260072"/>
            </a:xfrm>
            <a:custGeom>
              <a:rect b="b" l="l" r="r" t="t"/>
              <a:pathLst>
                <a:path extrusionOk="0" h="11486" w="22083">
                  <a:moveTo>
                    <a:pt x="17552" y="0"/>
                  </a:moveTo>
                  <a:cubicBezTo>
                    <a:pt x="15129" y="0"/>
                    <a:pt x="12048" y="364"/>
                    <a:pt x="9135" y="1763"/>
                  </a:cubicBezTo>
                  <a:cubicBezTo>
                    <a:pt x="3031" y="4693"/>
                    <a:pt x="0" y="11045"/>
                    <a:pt x="0" y="11045"/>
                  </a:cubicBezTo>
                  <a:cubicBezTo>
                    <a:pt x="0" y="11045"/>
                    <a:pt x="1877" y="11486"/>
                    <a:pt x="4545" y="11486"/>
                  </a:cubicBezTo>
                  <a:cubicBezTo>
                    <a:pt x="6975" y="11486"/>
                    <a:pt x="10056" y="11118"/>
                    <a:pt x="12965" y="9723"/>
                  </a:cubicBezTo>
                  <a:cubicBezTo>
                    <a:pt x="19052" y="6806"/>
                    <a:pt x="22083" y="440"/>
                    <a:pt x="22083" y="440"/>
                  </a:cubicBezTo>
                  <a:cubicBezTo>
                    <a:pt x="22083" y="440"/>
                    <a:pt x="20210" y="0"/>
                    <a:pt x="17552"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63"/>
            <p:cNvSpPr/>
            <p:nvPr/>
          </p:nvSpPr>
          <p:spPr>
            <a:xfrm>
              <a:off x="2657146" y="659255"/>
              <a:ext cx="318172" cy="493539"/>
            </a:xfrm>
            <a:custGeom>
              <a:rect b="b" l="l" r="r" t="t"/>
              <a:pathLst>
                <a:path extrusionOk="0" h="21797" w="14052">
                  <a:moveTo>
                    <a:pt x="12611" y="1"/>
                  </a:moveTo>
                  <a:cubicBezTo>
                    <a:pt x="12611" y="1"/>
                    <a:pt x="6173" y="2859"/>
                    <a:pt x="3079" y="8865"/>
                  </a:cubicBezTo>
                  <a:cubicBezTo>
                    <a:pt x="1" y="14893"/>
                    <a:pt x="1421" y="21796"/>
                    <a:pt x="1421" y="21796"/>
                  </a:cubicBezTo>
                  <a:cubicBezTo>
                    <a:pt x="1421" y="21796"/>
                    <a:pt x="7863" y="18930"/>
                    <a:pt x="10958" y="12911"/>
                  </a:cubicBezTo>
                  <a:cubicBezTo>
                    <a:pt x="14052" y="6900"/>
                    <a:pt x="12611" y="1"/>
                    <a:pt x="12611"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63"/>
            <p:cNvSpPr/>
            <p:nvPr/>
          </p:nvSpPr>
          <p:spPr>
            <a:xfrm>
              <a:off x="2448783" y="1402697"/>
              <a:ext cx="400319" cy="383836"/>
            </a:xfrm>
            <a:custGeom>
              <a:rect b="b" l="l" r="r" t="t"/>
              <a:pathLst>
                <a:path extrusionOk="0" h="16952" w="17680">
                  <a:moveTo>
                    <a:pt x="17679" y="0"/>
                  </a:moveTo>
                  <a:cubicBezTo>
                    <a:pt x="17674" y="0"/>
                    <a:pt x="10658" y="597"/>
                    <a:pt x="5775" y="5281"/>
                  </a:cubicBezTo>
                  <a:cubicBezTo>
                    <a:pt x="893" y="9968"/>
                    <a:pt x="1" y="16952"/>
                    <a:pt x="1" y="16952"/>
                  </a:cubicBezTo>
                  <a:cubicBezTo>
                    <a:pt x="1" y="16952"/>
                    <a:pt x="7017" y="16355"/>
                    <a:pt x="11900" y="11672"/>
                  </a:cubicBezTo>
                  <a:cubicBezTo>
                    <a:pt x="16782" y="6988"/>
                    <a:pt x="17679" y="0"/>
                    <a:pt x="17679"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63"/>
            <p:cNvSpPr/>
            <p:nvPr/>
          </p:nvSpPr>
          <p:spPr>
            <a:xfrm>
              <a:off x="2280137" y="1192206"/>
              <a:ext cx="245898" cy="547813"/>
            </a:xfrm>
            <a:custGeom>
              <a:rect b="b" l="l" r="r" t="t"/>
              <a:pathLst>
                <a:path extrusionOk="0" h="24194" w="10860">
                  <a:moveTo>
                    <a:pt x="7364" y="1"/>
                  </a:moveTo>
                  <a:cubicBezTo>
                    <a:pt x="7364" y="1"/>
                    <a:pt x="2135" y="4727"/>
                    <a:pt x="1061" y="11397"/>
                  </a:cubicBezTo>
                  <a:cubicBezTo>
                    <a:pt x="0" y="18085"/>
                    <a:pt x="3513" y="24193"/>
                    <a:pt x="3513" y="24193"/>
                  </a:cubicBezTo>
                  <a:cubicBezTo>
                    <a:pt x="3513" y="24193"/>
                    <a:pt x="8737" y="19480"/>
                    <a:pt x="9803" y="12784"/>
                  </a:cubicBezTo>
                  <a:cubicBezTo>
                    <a:pt x="10860" y="6100"/>
                    <a:pt x="7364" y="1"/>
                    <a:pt x="736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63"/>
            <p:cNvSpPr/>
            <p:nvPr/>
          </p:nvSpPr>
          <p:spPr>
            <a:xfrm>
              <a:off x="2259463" y="2002377"/>
              <a:ext cx="331781" cy="471507"/>
            </a:xfrm>
            <a:custGeom>
              <a:rect b="b" l="l" r="r" t="t"/>
              <a:pathLst>
                <a:path extrusionOk="0" h="20824" w="14653">
                  <a:moveTo>
                    <a:pt x="13790" y="0"/>
                  </a:moveTo>
                  <a:cubicBezTo>
                    <a:pt x="13790" y="0"/>
                    <a:pt x="7135" y="2334"/>
                    <a:pt x="3559" y="8074"/>
                  </a:cubicBezTo>
                  <a:cubicBezTo>
                    <a:pt x="0" y="13818"/>
                    <a:pt x="867" y="20824"/>
                    <a:pt x="867" y="20824"/>
                  </a:cubicBezTo>
                  <a:cubicBezTo>
                    <a:pt x="867" y="20824"/>
                    <a:pt x="7520" y="18485"/>
                    <a:pt x="11080" y="12745"/>
                  </a:cubicBezTo>
                  <a:cubicBezTo>
                    <a:pt x="14652" y="7001"/>
                    <a:pt x="13790" y="0"/>
                    <a:pt x="13790"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63"/>
            <p:cNvSpPr/>
            <p:nvPr/>
          </p:nvSpPr>
          <p:spPr>
            <a:xfrm>
              <a:off x="2041410" y="1898219"/>
              <a:ext cx="227829" cy="552386"/>
            </a:xfrm>
            <a:custGeom>
              <a:rect b="b" l="l" r="r" t="t"/>
              <a:pathLst>
                <a:path extrusionOk="0" h="24396" w="10062">
                  <a:moveTo>
                    <a:pt x="3890" y="0"/>
                  </a:moveTo>
                  <a:cubicBezTo>
                    <a:pt x="3890" y="0"/>
                    <a:pt x="0" y="5877"/>
                    <a:pt x="626" y="12610"/>
                  </a:cubicBezTo>
                  <a:cubicBezTo>
                    <a:pt x="1256" y="19345"/>
                    <a:pt x="6155" y="24396"/>
                    <a:pt x="6155" y="24396"/>
                  </a:cubicBezTo>
                  <a:cubicBezTo>
                    <a:pt x="6155" y="24396"/>
                    <a:pt x="10061" y="18520"/>
                    <a:pt x="9435" y="11782"/>
                  </a:cubicBezTo>
                  <a:cubicBezTo>
                    <a:pt x="8805" y="5044"/>
                    <a:pt x="3890" y="0"/>
                    <a:pt x="3890"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63"/>
            <p:cNvSpPr/>
            <p:nvPr/>
          </p:nvSpPr>
          <p:spPr>
            <a:xfrm>
              <a:off x="2312766" y="2618882"/>
              <a:ext cx="257400" cy="543375"/>
            </a:xfrm>
            <a:custGeom>
              <a:rect b="b" l="l" r="r" t="t"/>
              <a:pathLst>
                <a:path extrusionOk="0" h="23998" w="11368">
                  <a:moveTo>
                    <a:pt x="8143" y="0"/>
                  </a:moveTo>
                  <a:cubicBezTo>
                    <a:pt x="8143" y="0"/>
                    <a:pt x="2711" y="4486"/>
                    <a:pt x="1353" y="11123"/>
                  </a:cubicBezTo>
                  <a:cubicBezTo>
                    <a:pt x="1" y="17746"/>
                    <a:pt x="3243" y="23998"/>
                    <a:pt x="3243" y="23998"/>
                  </a:cubicBezTo>
                  <a:cubicBezTo>
                    <a:pt x="3243" y="23998"/>
                    <a:pt x="8671" y="19518"/>
                    <a:pt x="10015" y="12893"/>
                  </a:cubicBezTo>
                  <a:cubicBezTo>
                    <a:pt x="11368" y="6261"/>
                    <a:pt x="8143" y="0"/>
                    <a:pt x="8143"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63"/>
            <p:cNvSpPr/>
            <p:nvPr/>
          </p:nvSpPr>
          <p:spPr>
            <a:xfrm>
              <a:off x="2009438" y="2674765"/>
              <a:ext cx="313395" cy="499946"/>
            </a:xfrm>
            <a:custGeom>
              <a:rect b="b" l="l" r="r" t="t"/>
              <a:pathLst>
                <a:path extrusionOk="0" h="22080" w="13841">
                  <a:moveTo>
                    <a:pt x="1624" y="1"/>
                  </a:moveTo>
                  <a:lnTo>
                    <a:pt x="1624" y="1"/>
                  </a:lnTo>
                  <a:cubicBezTo>
                    <a:pt x="1624" y="1"/>
                    <a:pt x="0" y="6854"/>
                    <a:pt x="2930" y="12941"/>
                  </a:cubicBezTo>
                  <a:cubicBezTo>
                    <a:pt x="5864" y="19054"/>
                    <a:pt x="12217" y="22080"/>
                    <a:pt x="12217" y="22080"/>
                  </a:cubicBezTo>
                  <a:cubicBezTo>
                    <a:pt x="12217" y="22080"/>
                    <a:pt x="13840" y="15228"/>
                    <a:pt x="10911" y="9119"/>
                  </a:cubicBezTo>
                  <a:cubicBezTo>
                    <a:pt x="7981" y="3028"/>
                    <a:pt x="1624" y="1"/>
                    <a:pt x="162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63"/>
            <p:cNvSpPr/>
            <p:nvPr/>
          </p:nvSpPr>
          <p:spPr>
            <a:xfrm>
              <a:off x="2547666" y="3310720"/>
              <a:ext cx="217187" cy="553926"/>
            </a:xfrm>
            <a:custGeom>
              <a:rect b="b" l="l" r="r" t="t"/>
              <a:pathLst>
                <a:path extrusionOk="0" h="24464" w="9592">
                  <a:moveTo>
                    <a:pt x="4109" y="1"/>
                  </a:moveTo>
                  <a:cubicBezTo>
                    <a:pt x="4109" y="1"/>
                    <a:pt x="0" y="5724"/>
                    <a:pt x="381" y="12480"/>
                  </a:cubicBezTo>
                  <a:cubicBezTo>
                    <a:pt x="765" y="19230"/>
                    <a:pt x="5479" y="24463"/>
                    <a:pt x="5479" y="24463"/>
                  </a:cubicBezTo>
                  <a:cubicBezTo>
                    <a:pt x="5479" y="24463"/>
                    <a:pt x="9592" y="18735"/>
                    <a:pt x="9207" y="11984"/>
                  </a:cubicBezTo>
                  <a:cubicBezTo>
                    <a:pt x="8827" y="5230"/>
                    <a:pt x="4109" y="1"/>
                    <a:pt x="4109"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63"/>
            <p:cNvSpPr/>
            <p:nvPr/>
          </p:nvSpPr>
          <p:spPr>
            <a:xfrm>
              <a:off x="2218955" y="3479366"/>
              <a:ext cx="359518" cy="422418"/>
            </a:xfrm>
            <a:custGeom>
              <a:rect b="b" l="l" r="r" t="t"/>
              <a:pathLst>
                <a:path extrusionOk="0" h="18656" w="15878">
                  <a:moveTo>
                    <a:pt x="1" y="1"/>
                  </a:moveTo>
                  <a:lnTo>
                    <a:pt x="1" y="1"/>
                  </a:lnTo>
                  <a:cubicBezTo>
                    <a:pt x="1" y="1"/>
                    <a:pt x="183" y="7035"/>
                    <a:pt x="4571" y="12200"/>
                  </a:cubicBezTo>
                  <a:cubicBezTo>
                    <a:pt x="8959" y="17341"/>
                    <a:pt x="15878" y="18656"/>
                    <a:pt x="15878" y="18656"/>
                  </a:cubicBezTo>
                  <a:cubicBezTo>
                    <a:pt x="15878" y="18656"/>
                    <a:pt x="15696" y="11622"/>
                    <a:pt x="11309" y="6460"/>
                  </a:cubicBezTo>
                  <a:cubicBezTo>
                    <a:pt x="6921" y="1307"/>
                    <a:pt x="6" y="1"/>
                    <a:pt x="1"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63"/>
            <p:cNvSpPr/>
            <p:nvPr/>
          </p:nvSpPr>
          <p:spPr>
            <a:xfrm>
              <a:off x="2930336" y="3830832"/>
              <a:ext cx="322859" cy="487018"/>
            </a:xfrm>
            <a:custGeom>
              <a:rect b="b" l="l" r="r" t="t"/>
              <a:pathLst>
                <a:path extrusionOk="0" h="21509" w="14259">
                  <a:moveTo>
                    <a:pt x="1243" y="1"/>
                  </a:moveTo>
                  <a:cubicBezTo>
                    <a:pt x="1243" y="6"/>
                    <a:pt x="0" y="6942"/>
                    <a:pt x="3247" y="12869"/>
                  </a:cubicBezTo>
                  <a:cubicBezTo>
                    <a:pt x="6493" y="18808"/>
                    <a:pt x="12995" y="21509"/>
                    <a:pt x="12995" y="21509"/>
                  </a:cubicBezTo>
                  <a:cubicBezTo>
                    <a:pt x="12995" y="21509"/>
                    <a:pt x="14259" y="14573"/>
                    <a:pt x="11008" y="8629"/>
                  </a:cubicBezTo>
                  <a:cubicBezTo>
                    <a:pt x="7770" y="2703"/>
                    <a:pt x="1247" y="1"/>
                    <a:pt x="1243"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63"/>
            <p:cNvSpPr/>
            <p:nvPr/>
          </p:nvSpPr>
          <p:spPr>
            <a:xfrm>
              <a:off x="2650375" y="4151300"/>
              <a:ext cx="505969" cy="253098"/>
            </a:xfrm>
            <a:custGeom>
              <a:rect b="b" l="l" r="r" t="t"/>
              <a:pathLst>
                <a:path extrusionOk="0" h="11178" w="22346">
                  <a:moveTo>
                    <a:pt x="5144" y="1"/>
                  </a:moveTo>
                  <a:cubicBezTo>
                    <a:pt x="2160" y="1"/>
                    <a:pt x="0" y="564"/>
                    <a:pt x="0" y="564"/>
                  </a:cubicBezTo>
                  <a:cubicBezTo>
                    <a:pt x="0" y="564"/>
                    <a:pt x="3196" y="6858"/>
                    <a:pt x="9350" y="9618"/>
                  </a:cubicBezTo>
                  <a:cubicBezTo>
                    <a:pt x="12056" y="10836"/>
                    <a:pt x="14879" y="11178"/>
                    <a:pt x="17205" y="11178"/>
                  </a:cubicBezTo>
                  <a:cubicBezTo>
                    <a:pt x="20190" y="11178"/>
                    <a:pt x="22345" y="10607"/>
                    <a:pt x="22345" y="10607"/>
                  </a:cubicBezTo>
                  <a:cubicBezTo>
                    <a:pt x="22345" y="10607"/>
                    <a:pt x="19154" y="4325"/>
                    <a:pt x="12981" y="1561"/>
                  </a:cubicBezTo>
                  <a:cubicBezTo>
                    <a:pt x="10289" y="339"/>
                    <a:pt x="7465" y="1"/>
                    <a:pt x="514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63"/>
            <p:cNvSpPr/>
            <p:nvPr/>
          </p:nvSpPr>
          <p:spPr>
            <a:xfrm>
              <a:off x="3450268" y="4222807"/>
              <a:ext cx="427287" cy="353970"/>
            </a:xfrm>
            <a:custGeom>
              <a:rect b="b" l="l" r="r" t="t"/>
              <a:pathLst>
                <a:path extrusionOk="0" h="15633" w="18871">
                  <a:moveTo>
                    <a:pt x="0" y="1"/>
                  </a:moveTo>
                  <a:cubicBezTo>
                    <a:pt x="0" y="1"/>
                    <a:pt x="1404" y="6908"/>
                    <a:pt x="6600" y="11229"/>
                  </a:cubicBezTo>
                  <a:cubicBezTo>
                    <a:pt x="11820" y="15548"/>
                    <a:pt x="18870" y="15633"/>
                    <a:pt x="18870" y="15633"/>
                  </a:cubicBezTo>
                  <a:cubicBezTo>
                    <a:pt x="18870" y="15633"/>
                    <a:pt x="17459" y="8726"/>
                    <a:pt x="12251" y="4410"/>
                  </a:cubicBezTo>
                  <a:cubicBezTo>
                    <a:pt x="7035" y="106"/>
                    <a:pt x="0" y="1"/>
                    <a:pt x="0"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63"/>
            <p:cNvSpPr/>
            <p:nvPr/>
          </p:nvSpPr>
          <p:spPr>
            <a:xfrm>
              <a:off x="3287169" y="4558378"/>
              <a:ext cx="554017" cy="200839"/>
            </a:xfrm>
            <a:custGeom>
              <a:rect b="b" l="l" r="r" t="t"/>
              <a:pathLst>
                <a:path extrusionOk="0" h="8870" w="24468">
                  <a:moveTo>
                    <a:pt x="11723" y="1"/>
                  </a:moveTo>
                  <a:cubicBezTo>
                    <a:pt x="5281" y="1"/>
                    <a:pt x="0" y="3903"/>
                    <a:pt x="0" y="3903"/>
                  </a:cubicBezTo>
                  <a:cubicBezTo>
                    <a:pt x="0" y="3903"/>
                    <a:pt x="5281" y="8558"/>
                    <a:pt x="12035" y="8857"/>
                  </a:cubicBezTo>
                  <a:cubicBezTo>
                    <a:pt x="12256" y="8862"/>
                    <a:pt x="12479" y="8870"/>
                    <a:pt x="12695" y="8870"/>
                  </a:cubicBezTo>
                  <a:cubicBezTo>
                    <a:pt x="19167" y="8870"/>
                    <a:pt x="24467" y="4968"/>
                    <a:pt x="24467" y="4968"/>
                  </a:cubicBezTo>
                  <a:cubicBezTo>
                    <a:pt x="24467" y="4968"/>
                    <a:pt x="19188" y="314"/>
                    <a:pt x="12416" y="18"/>
                  </a:cubicBezTo>
                  <a:cubicBezTo>
                    <a:pt x="12184" y="5"/>
                    <a:pt x="11955" y="1"/>
                    <a:pt x="11723"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63"/>
            <p:cNvSpPr/>
            <p:nvPr/>
          </p:nvSpPr>
          <p:spPr>
            <a:xfrm>
              <a:off x="4034915" y="4433094"/>
              <a:ext cx="498882" cy="261815"/>
            </a:xfrm>
            <a:custGeom>
              <a:rect b="b" l="l" r="r" t="t"/>
              <a:pathLst>
                <a:path extrusionOk="0" h="11563" w="22033">
                  <a:moveTo>
                    <a:pt x="4418" y="1"/>
                  </a:moveTo>
                  <a:cubicBezTo>
                    <a:pt x="1826" y="1"/>
                    <a:pt x="0" y="415"/>
                    <a:pt x="0" y="415"/>
                  </a:cubicBezTo>
                  <a:cubicBezTo>
                    <a:pt x="0" y="415"/>
                    <a:pt x="2998" y="6790"/>
                    <a:pt x="9072" y="9753"/>
                  </a:cubicBezTo>
                  <a:cubicBezTo>
                    <a:pt x="12022" y="11190"/>
                    <a:pt x="15163" y="11562"/>
                    <a:pt x="17611" y="11562"/>
                  </a:cubicBezTo>
                  <a:cubicBezTo>
                    <a:pt x="20206" y="11562"/>
                    <a:pt x="22033" y="11143"/>
                    <a:pt x="22033" y="11143"/>
                  </a:cubicBezTo>
                  <a:cubicBezTo>
                    <a:pt x="22033" y="11143"/>
                    <a:pt x="19036" y="4757"/>
                    <a:pt x="12944" y="1806"/>
                  </a:cubicBezTo>
                  <a:cubicBezTo>
                    <a:pt x="9998" y="373"/>
                    <a:pt x="6869" y="1"/>
                    <a:pt x="4418"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63"/>
            <p:cNvSpPr/>
            <p:nvPr/>
          </p:nvSpPr>
          <p:spPr>
            <a:xfrm>
              <a:off x="3976450" y="4733749"/>
              <a:ext cx="544235" cy="210507"/>
            </a:xfrm>
            <a:custGeom>
              <a:rect b="b" l="l" r="r" t="t"/>
              <a:pathLst>
                <a:path extrusionOk="0" h="9297" w="24036">
                  <a:moveTo>
                    <a:pt x="14448" y="1"/>
                  </a:moveTo>
                  <a:cubicBezTo>
                    <a:pt x="13379" y="1"/>
                    <a:pt x="12276" y="93"/>
                    <a:pt x="11155" y="313"/>
                  </a:cubicBezTo>
                  <a:cubicBezTo>
                    <a:pt x="4519" y="1624"/>
                    <a:pt x="0" y="7017"/>
                    <a:pt x="0" y="7017"/>
                  </a:cubicBezTo>
                  <a:cubicBezTo>
                    <a:pt x="0" y="7017"/>
                    <a:pt x="4337" y="9296"/>
                    <a:pt x="9629" y="9296"/>
                  </a:cubicBezTo>
                  <a:cubicBezTo>
                    <a:pt x="10682" y="9296"/>
                    <a:pt x="11773" y="9208"/>
                    <a:pt x="12875" y="8992"/>
                  </a:cubicBezTo>
                  <a:cubicBezTo>
                    <a:pt x="19516" y="7677"/>
                    <a:pt x="24035" y="2266"/>
                    <a:pt x="24035" y="2266"/>
                  </a:cubicBezTo>
                  <a:cubicBezTo>
                    <a:pt x="24035" y="2266"/>
                    <a:pt x="19719" y="1"/>
                    <a:pt x="14448"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63"/>
            <p:cNvSpPr/>
            <p:nvPr/>
          </p:nvSpPr>
          <p:spPr>
            <a:xfrm>
              <a:off x="3644003" y="199238"/>
              <a:ext cx="474564" cy="292337"/>
            </a:xfrm>
            <a:custGeom>
              <a:rect b="b" l="l" r="r" t="t"/>
              <a:pathLst>
                <a:path extrusionOk="0" h="12911" w="20959">
                  <a:moveTo>
                    <a:pt x="18735" y="1"/>
                  </a:moveTo>
                  <a:cubicBezTo>
                    <a:pt x="16212" y="1"/>
                    <a:pt x="11947" y="403"/>
                    <a:pt x="8193" y="2668"/>
                  </a:cubicBezTo>
                  <a:cubicBezTo>
                    <a:pt x="2401" y="6176"/>
                    <a:pt x="1" y="12796"/>
                    <a:pt x="1" y="12796"/>
                  </a:cubicBezTo>
                  <a:cubicBezTo>
                    <a:pt x="1" y="12796"/>
                    <a:pt x="859" y="12911"/>
                    <a:pt x="2220" y="12911"/>
                  </a:cubicBezTo>
                  <a:cubicBezTo>
                    <a:pt x="4748" y="12911"/>
                    <a:pt x="9013" y="12517"/>
                    <a:pt x="12780" y="10248"/>
                  </a:cubicBezTo>
                  <a:cubicBezTo>
                    <a:pt x="18558" y="6739"/>
                    <a:pt x="20959" y="120"/>
                    <a:pt x="20959" y="120"/>
                  </a:cubicBezTo>
                  <a:cubicBezTo>
                    <a:pt x="20959" y="120"/>
                    <a:pt x="20101" y="1"/>
                    <a:pt x="18735"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63"/>
            <p:cNvSpPr/>
            <p:nvPr/>
          </p:nvSpPr>
          <p:spPr>
            <a:xfrm>
              <a:off x="3520236" y="1364792"/>
              <a:ext cx="1051744" cy="2479897"/>
            </a:xfrm>
            <a:custGeom>
              <a:rect b="b" l="l" r="r" t="t"/>
              <a:pathLst>
                <a:path extrusionOk="0" h="109524" w="46450">
                  <a:moveTo>
                    <a:pt x="1" y="0"/>
                  </a:moveTo>
                  <a:lnTo>
                    <a:pt x="1" y="25744"/>
                  </a:lnTo>
                  <a:lnTo>
                    <a:pt x="6731" y="25744"/>
                  </a:lnTo>
                  <a:lnTo>
                    <a:pt x="6731" y="92281"/>
                  </a:lnTo>
                  <a:lnTo>
                    <a:pt x="23276" y="109524"/>
                  </a:lnTo>
                  <a:lnTo>
                    <a:pt x="46450" y="109524"/>
                  </a:lnTo>
                  <a:lnTo>
                    <a:pt x="46450" y="101187"/>
                  </a:lnTo>
                  <a:lnTo>
                    <a:pt x="26163" y="101187"/>
                  </a:lnTo>
                  <a:lnTo>
                    <a:pt x="14517" y="89397"/>
                  </a:lnTo>
                  <a:lnTo>
                    <a:pt x="14517" y="17395"/>
                  </a:lnTo>
                  <a:lnTo>
                    <a:pt x="7779" y="17395"/>
                  </a:lnTo>
                  <a:lnTo>
                    <a:pt x="7779" y="8345"/>
                  </a:lnTo>
                  <a:lnTo>
                    <a:pt x="30018" y="8345"/>
                  </a:lnTo>
                  <a:lnTo>
                    <a:pt x="30018" y="17395"/>
                  </a:lnTo>
                  <a:lnTo>
                    <a:pt x="26015" y="17395"/>
                  </a:lnTo>
                  <a:lnTo>
                    <a:pt x="26015" y="87300"/>
                  </a:lnTo>
                  <a:lnTo>
                    <a:pt x="31003" y="92281"/>
                  </a:lnTo>
                  <a:lnTo>
                    <a:pt x="46450" y="92281"/>
                  </a:lnTo>
                  <a:lnTo>
                    <a:pt x="46450" y="83936"/>
                  </a:lnTo>
                  <a:lnTo>
                    <a:pt x="34647" y="83936"/>
                  </a:lnTo>
                  <a:lnTo>
                    <a:pt x="34647" y="24126"/>
                  </a:lnTo>
                  <a:lnTo>
                    <a:pt x="38498" y="24126"/>
                  </a:lnTo>
                  <a:lnTo>
                    <a:pt x="38498" y="0"/>
                  </a:ln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73" name="Google Shape;3673;p63"/>
          <p:cNvSpPr/>
          <p:nvPr/>
        </p:nvSpPr>
        <p:spPr>
          <a:xfrm>
            <a:off x="345000" y="227000"/>
            <a:ext cx="8453700" cy="4689600"/>
          </a:xfrm>
          <a:prstGeom prst="rect">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63"/>
          <p:cNvSpPr/>
          <p:nvPr/>
        </p:nvSpPr>
        <p:spPr>
          <a:xfrm>
            <a:off x="512250" y="372625"/>
            <a:ext cx="8119200" cy="4398300"/>
          </a:xfrm>
          <a:prstGeom prst="rect">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75" name="Google Shape;3675;p63"/>
          <p:cNvCxnSpPr/>
          <p:nvPr/>
        </p:nvCxnSpPr>
        <p:spPr>
          <a:xfrm>
            <a:off x="2370300" y="2823412"/>
            <a:ext cx="4403100" cy="0"/>
          </a:xfrm>
          <a:prstGeom prst="straightConnector1">
            <a:avLst/>
          </a:prstGeom>
          <a:noFill/>
          <a:ln cap="flat" cmpd="sng" w="19050">
            <a:solidFill>
              <a:srgbClr val="20124D"/>
            </a:solidFill>
            <a:prstDash val="dash"/>
            <a:round/>
            <a:headEnd len="med" w="med" type="none"/>
            <a:tailEnd len="med" w="med" type="none"/>
          </a:ln>
        </p:spPr>
      </p:cxnSp>
      <p:sp>
        <p:nvSpPr>
          <p:cNvPr id="3676" name="Google Shape;3676;p63"/>
          <p:cNvSpPr/>
          <p:nvPr/>
        </p:nvSpPr>
        <p:spPr>
          <a:xfrm>
            <a:off x="4247896" y="75"/>
            <a:ext cx="648300" cy="810651"/>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63"/>
          <p:cNvSpPr txBox="1"/>
          <p:nvPr>
            <p:ph idx="1" type="subTitle"/>
          </p:nvPr>
        </p:nvSpPr>
        <p:spPr>
          <a:xfrm>
            <a:off x="3449250" y="1730381"/>
            <a:ext cx="2245500" cy="350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400">
                <a:solidFill>
                  <a:srgbClr val="20124D"/>
                </a:solidFill>
                <a:latin typeface="Didact Gothic"/>
                <a:ea typeface="Didact Gothic"/>
                <a:cs typeface="Didact Gothic"/>
                <a:sym typeface="Didact Gothic"/>
              </a:defRPr>
            </a:lvl1pPr>
            <a:lvl2pPr lvl="1"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2pPr>
            <a:lvl3pPr lvl="2"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3pPr>
            <a:lvl4pPr lvl="3"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4pPr>
            <a:lvl5pPr lvl="4"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5pPr>
            <a:lvl6pPr lvl="5"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6pPr>
            <a:lvl7pPr lvl="6"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7pPr>
            <a:lvl8pPr lvl="7"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8pPr>
            <a:lvl9pPr lvl="8" algn="ctr">
              <a:lnSpc>
                <a:spcPct val="100000"/>
              </a:lnSpc>
              <a:spcBef>
                <a:spcPts val="1600"/>
              </a:spcBef>
              <a:spcAft>
                <a:spcPts val="1600"/>
              </a:spcAft>
              <a:buNone/>
              <a:defRPr sz="1400">
                <a:solidFill>
                  <a:srgbClr val="20124D"/>
                </a:solidFill>
                <a:latin typeface="Didact Gothic"/>
                <a:ea typeface="Didact Gothic"/>
                <a:cs typeface="Didact Gothic"/>
                <a:sym typeface="Didact Gothic"/>
              </a:defRPr>
            </a:lvl9pPr>
          </a:lstStyle>
          <a:p/>
        </p:txBody>
      </p:sp>
      <p:sp>
        <p:nvSpPr>
          <p:cNvPr id="3678" name="Google Shape;3678;p63"/>
          <p:cNvSpPr txBox="1"/>
          <p:nvPr>
            <p:ph type="title"/>
          </p:nvPr>
        </p:nvSpPr>
        <p:spPr>
          <a:xfrm>
            <a:off x="2274875" y="985284"/>
            <a:ext cx="4594200" cy="686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b="1" sz="3900"/>
            </a:lvl1pPr>
            <a:lvl2pPr lvl="1" algn="ctr">
              <a:spcBef>
                <a:spcPts val="0"/>
              </a:spcBef>
              <a:spcAft>
                <a:spcPts val="0"/>
              </a:spcAft>
              <a:buNone/>
              <a:defRPr b="1" sz="3900"/>
            </a:lvl2pPr>
            <a:lvl3pPr lvl="2" algn="ctr">
              <a:spcBef>
                <a:spcPts val="0"/>
              </a:spcBef>
              <a:spcAft>
                <a:spcPts val="0"/>
              </a:spcAft>
              <a:buNone/>
              <a:defRPr b="1" sz="3900"/>
            </a:lvl3pPr>
            <a:lvl4pPr lvl="3" algn="ctr">
              <a:spcBef>
                <a:spcPts val="0"/>
              </a:spcBef>
              <a:spcAft>
                <a:spcPts val="0"/>
              </a:spcAft>
              <a:buNone/>
              <a:defRPr b="1" sz="3900"/>
            </a:lvl4pPr>
            <a:lvl5pPr lvl="4" algn="ctr">
              <a:spcBef>
                <a:spcPts val="0"/>
              </a:spcBef>
              <a:spcAft>
                <a:spcPts val="0"/>
              </a:spcAft>
              <a:buNone/>
              <a:defRPr b="1" sz="3900"/>
            </a:lvl5pPr>
            <a:lvl6pPr lvl="5" algn="ctr">
              <a:spcBef>
                <a:spcPts val="0"/>
              </a:spcBef>
              <a:spcAft>
                <a:spcPts val="0"/>
              </a:spcAft>
              <a:buNone/>
              <a:defRPr b="1" sz="3900"/>
            </a:lvl6pPr>
            <a:lvl7pPr lvl="6" algn="ctr">
              <a:spcBef>
                <a:spcPts val="0"/>
              </a:spcBef>
              <a:spcAft>
                <a:spcPts val="0"/>
              </a:spcAft>
              <a:buNone/>
              <a:defRPr b="1" sz="3900"/>
            </a:lvl7pPr>
            <a:lvl8pPr lvl="7" algn="ctr">
              <a:spcBef>
                <a:spcPts val="0"/>
              </a:spcBef>
              <a:spcAft>
                <a:spcPts val="0"/>
              </a:spcAft>
              <a:buNone/>
              <a:defRPr b="1" sz="3900"/>
            </a:lvl8pPr>
            <a:lvl9pPr lvl="8" algn="ctr">
              <a:spcBef>
                <a:spcPts val="0"/>
              </a:spcBef>
              <a:spcAft>
                <a:spcPts val="0"/>
              </a:spcAft>
              <a:buNone/>
              <a:defRPr b="1" sz="3900"/>
            </a:lvl9pPr>
          </a:lstStyle>
          <a:p/>
        </p:txBody>
      </p:sp>
      <p:sp>
        <p:nvSpPr>
          <p:cNvPr id="3679" name="Google Shape;3679;p63"/>
          <p:cNvSpPr txBox="1"/>
          <p:nvPr>
            <p:ph idx="2" type="subTitle"/>
          </p:nvPr>
        </p:nvSpPr>
        <p:spPr>
          <a:xfrm>
            <a:off x="2370450" y="2158783"/>
            <a:ext cx="4403100" cy="405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b="1" sz="3000">
                <a:solidFill>
                  <a:schemeClr val="lt1"/>
                </a:solidFill>
                <a:latin typeface="Graduate"/>
                <a:ea typeface="Graduate"/>
                <a:cs typeface="Graduate"/>
                <a:sym typeface="Graduate"/>
              </a:defRPr>
            </a:lvl1pPr>
            <a:lvl2pPr lvl="1" algn="ctr">
              <a:spcBef>
                <a:spcPts val="1600"/>
              </a:spcBef>
              <a:spcAft>
                <a:spcPts val="0"/>
              </a:spcAft>
              <a:buNone/>
              <a:defRPr b="1" sz="3000">
                <a:solidFill>
                  <a:schemeClr val="lt1"/>
                </a:solidFill>
                <a:latin typeface="Graduate"/>
                <a:ea typeface="Graduate"/>
                <a:cs typeface="Graduate"/>
                <a:sym typeface="Graduate"/>
              </a:defRPr>
            </a:lvl2pPr>
            <a:lvl3pPr lvl="2" algn="ctr">
              <a:spcBef>
                <a:spcPts val="1600"/>
              </a:spcBef>
              <a:spcAft>
                <a:spcPts val="0"/>
              </a:spcAft>
              <a:buNone/>
              <a:defRPr b="1" sz="3000">
                <a:solidFill>
                  <a:schemeClr val="lt1"/>
                </a:solidFill>
                <a:latin typeface="Graduate"/>
                <a:ea typeface="Graduate"/>
                <a:cs typeface="Graduate"/>
                <a:sym typeface="Graduate"/>
              </a:defRPr>
            </a:lvl3pPr>
            <a:lvl4pPr lvl="3" algn="ctr">
              <a:spcBef>
                <a:spcPts val="1600"/>
              </a:spcBef>
              <a:spcAft>
                <a:spcPts val="0"/>
              </a:spcAft>
              <a:buNone/>
              <a:defRPr b="1" sz="3000">
                <a:solidFill>
                  <a:schemeClr val="lt1"/>
                </a:solidFill>
                <a:latin typeface="Graduate"/>
                <a:ea typeface="Graduate"/>
                <a:cs typeface="Graduate"/>
                <a:sym typeface="Graduate"/>
              </a:defRPr>
            </a:lvl4pPr>
            <a:lvl5pPr lvl="4" algn="ctr">
              <a:spcBef>
                <a:spcPts val="1600"/>
              </a:spcBef>
              <a:spcAft>
                <a:spcPts val="0"/>
              </a:spcAft>
              <a:buNone/>
              <a:defRPr b="1" sz="3000">
                <a:solidFill>
                  <a:schemeClr val="lt1"/>
                </a:solidFill>
                <a:latin typeface="Graduate"/>
                <a:ea typeface="Graduate"/>
                <a:cs typeface="Graduate"/>
                <a:sym typeface="Graduate"/>
              </a:defRPr>
            </a:lvl5pPr>
            <a:lvl6pPr lvl="5" algn="ctr">
              <a:spcBef>
                <a:spcPts val="1600"/>
              </a:spcBef>
              <a:spcAft>
                <a:spcPts val="0"/>
              </a:spcAft>
              <a:buNone/>
              <a:defRPr b="1" sz="3000">
                <a:solidFill>
                  <a:schemeClr val="lt1"/>
                </a:solidFill>
                <a:latin typeface="Graduate"/>
                <a:ea typeface="Graduate"/>
                <a:cs typeface="Graduate"/>
                <a:sym typeface="Graduate"/>
              </a:defRPr>
            </a:lvl6pPr>
            <a:lvl7pPr lvl="6" algn="ctr">
              <a:spcBef>
                <a:spcPts val="1600"/>
              </a:spcBef>
              <a:spcAft>
                <a:spcPts val="0"/>
              </a:spcAft>
              <a:buNone/>
              <a:defRPr b="1" sz="3000">
                <a:solidFill>
                  <a:schemeClr val="lt1"/>
                </a:solidFill>
                <a:latin typeface="Graduate"/>
                <a:ea typeface="Graduate"/>
                <a:cs typeface="Graduate"/>
                <a:sym typeface="Graduate"/>
              </a:defRPr>
            </a:lvl7pPr>
            <a:lvl8pPr lvl="7" algn="ctr">
              <a:spcBef>
                <a:spcPts val="1600"/>
              </a:spcBef>
              <a:spcAft>
                <a:spcPts val="0"/>
              </a:spcAft>
              <a:buNone/>
              <a:defRPr b="1" sz="3000">
                <a:solidFill>
                  <a:schemeClr val="lt1"/>
                </a:solidFill>
                <a:latin typeface="Graduate"/>
                <a:ea typeface="Graduate"/>
                <a:cs typeface="Graduate"/>
                <a:sym typeface="Graduate"/>
              </a:defRPr>
            </a:lvl8pPr>
            <a:lvl9pPr lvl="8" algn="ctr">
              <a:spcBef>
                <a:spcPts val="1600"/>
              </a:spcBef>
              <a:spcAft>
                <a:spcPts val="1600"/>
              </a:spcAft>
              <a:buNone/>
              <a:defRPr b="1" sz="3000">
                <a:solidFill>
                  <a:schemeClr val="lt1"/>
                </a:solidFill>
                <a:latin typeface="Graduate"/>
                <a:ea typeface="Graduate"/>
                <a:cs typeface="Graduate"/>
                <a:sym typeface="Graduate"/>
              </a:defRPr>
            </a:lvl9pPr>
          </a:lstStyle>
          <a:p/>
        </p:txBody>
      </p:sp>
      <p:sp>
        <p:nvSpPr>
          <p:cNvPr id="3680" name="Google Shape;3680;p63"/>
          <p:cNvSpPr txBox="1"/>
          <p:nvPr>
            <p:ph idx="3" type="subTitle"/>
          </p:nvPr>
        </p:nvSpPr>
        <p:spPr>
          <a:xfrm>
            <a:off x="2058000" y="2872706"/>
            <a:ext cx="5028000" cy="583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200">
                <a:solidFill>
                  <a:srgbClr val="20124D"/>
                </a:solidFill>
                <a:latin typeface="Didact Gothic"/>
                <a:ea typeface="Didact Gothic"/>
                <a:cs typeface="Didact Gothic"/>
                <a:sym typeface="Didact Gothic"/>
              </a:defRPr>
            </a:lvl1pPr>
            <a:lvl2pPr lvl="1"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2pPr>
            <a:lvl3pPr lvl="2"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3pPr>
            <a:lvl4pPr lvl="3"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4pPr>
            <a:lvl5pPr lvl="4"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5pPr>
            <a:lvl6pPr lvl="5"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6pPr>
            <a:lvl7pPr lvl="6"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7pPr>
            <a:lvl8pPr lvl="7"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8pPr>
            <a:lvl9pPr lvl="8" algn="ctr">
              <a:lnSpc>
                <a:spcPct val="100000"/>
              </a:lnSpc>
              <a:spcBef>
                <a:spcPts val="1600"/>
              </a:spcBef>
              <a:spcAft>
                <a:spcPts val="1600"/>
              </a:spcAft>
              <a:buNone/>
              <a:defRPr sz="1200">
                <a:solidFill>
                  <a:srgbClr val="20124D"/>
                </a:solidFill>
                <a:latin typeface="Didact Gothic"/>
                <a:ea typeface="Didact Gothic"/>
                <a:cs typeface="Didact Gothic"/>
                <a:sym typeface="Didact Gothic"/>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e 5">
  <p:cSld name="BLANK_2_4">
    <p:bg>
      <p:bgPr>
        <a:noFill/>
      </p:bgPr>
    </p:bg>
    <p:spTree>
      <p:nvGrpSpPr>
        <p:cNvPr id="3681" name="Shape 3681"/>
        <p:cNvGrpSpPr/>
        <p:nvPr/>
      </p:nvGrpSpPr>
      <p:grpSpPr>
        <a:xfrm>
          <a:off x="0" y="0"/>
          <a:ext cx="0" cy="0"/>
          <a:chOff x="0" y="0"/>
          <a:chExt cx="0" cy="0"/>
        </a:xfrm>
      </p:grpSpPr>
      <p:grpSp>
        <p:nvGrpSpPr>
          <p:cNvPr id="3682" name="Google Shape;3682;p64"/>
          <p:cNvGrpSpPr/>
          <p:nvPr/>
        </p:nvGrpSpPr>
        <p:grpSpPr>
          <a:xfrm flipH="1">
            <a:off x="4571994" y="4"/>
            <a:ext cx="2777796" cy="5143601"/>
            <a:chOff x="2009438" y="199238"/>
            <a:chExt cx="2562542" cy="4745019"/>
          </a:xfrm>
        </p:grpSpPr>
        <p:sp>
          <p:nvSpPr>
            <p:cNvPr id="3683" name="Google Shape;3683;p64"/>
            <p:cNvSpPr/>
            <p:nvPr/>
          </p:nvSpPr>
          <p:spPr>
            <a:xfrm>
              <a:off x="3246298" y="633329"/>
              <a:ext cx="530468" cy="225316"/>
            </a:xfrm>
            <a:custGeom>
              <a:rect b="b" l="l" r="r" t="t"/>
              <a:pathLst>
                <a:path extrusionOk="0" h="9951" w="23428">
                  <a:moveTo>
                    <a:pt x="15628" y="0"/>
                  </a:moveTo>
                  <a:cubicBezTo>
                    <a:pt x="13975" y="0"/>
                    <a:pt x="12192" y="199"/>
                    <a:pt x="10412" y="744"/>
                  </a:cubicBezTo>
                  <a:cubicBezTo>
                    <a:pt x="3945" y="2748"/>
                    <a:pt x="0" y="8595"/>
                    <a:pt x="0" y="8595"/>
                  </a:cubicBezTo>
                  <a:cubicBezTo>
                    <a:pt x="0" y="8595"/>
                    <a:pt x="3433" y="9951"/>
                    <a:pt x="7775" y="9951"/>
                  </a:cubicBezTo>
                  <a:cubicBezTo>
                    <a:pt x="9435" y="9951"/>
                    <a:pt x="11228" y="9752"/>
                    <a:pt x="13012" y="9203"/>
                  </a:cubicBezTo>
                  <a:cubicBezTo>
                    <a:pt x="19483" y="7216"/>
                    <a:pt x="23428" y="1374"/>
                    <a:pt x="23428" y="1374"/>
                  </a:cubicBezTo>
                  <a:cubicBezTo>
                    <a:pt x="23428" y="1374"/>
                    <a:pt x="19982" y="0"/>
                    <a:pt x="15628"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64"/>
            <p:cNvSpPr/>
            <p:nvPr/>
          </p:nvSpPr>
          <p:spPr>
            <a:xfrm>
              <a:off x="3178912" y="295539"/>
              <a:ext cx="341426" cy="450540"/>
            </a:xfrm>
            <a:custGeom>
              <a:rect b="b" l="l" r="r" t="t"/>
              <a:pathLst>
                <a:path extrusionOk="0" h="19898" w="15079">
                  <a:moveTo>
                    <a:pt x="14694" y="1"/>
                  </a:moveTo>
                  <a:cubicBezTo>
                    <a:pt x="14694" y="1"/>
                    <a:pt x="7893" y="1878"/>
                    <a:pt x="3953" y="7372"/>
                  </a:cubicBezTo>
                  <a:cubicBezTo>
                    <a:pt x="1" y="12864"/>
                    <a:pt x="393" y="19898"/>
                    <a:pt x="393" y="19898"/>
                  </a:cubicBezTo>
                  <a:cubicBezTo>
                    <a:pt x="393" y="19898"/>
                    <a:pt x="7183" y="18029"/>
                    <a:pt x="11122" y="12534"/>
                  </a:cubicBezTo>
                  <a:cubicBezTo>
                    <a:pt x="15079" y="7043"/>
                    <a:pt x="14694" y="9"/>
                    <a:pt x="14694"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64"/>
            <p:cNvSpPr/>
            <p:nvPr/>
          </p:nvSpPr>
          <p:spPr>
            <a:xfrm>
              <a:off x="2759493" y="974561"/>
              <a:ext cx="500014" cy="260072"/>
            </a:xfrm>
            <a:custGeom>
              <a:rect b="b" l="l" r="r" t="t"/>
              <a:pathLst>
                <a:path extrusionOk="0" h="11486" w="22083">
                  <a:moveTo>
                    <a:pt x="17552" y="0"/>
                  </a:moveTo>
                  <a:cubicBezTo>
                    <a:pt x="15129" y="0"/>
                    <a:pt x="12048" y="364"/>
                    <a:pt x="9135" y="1763"/>
                  </a:cubicBezTo>
                  <a:cubicBezTo>
                    <a:pt x="3031" y="4693"/>
                    <a:pt x="0" y="11045"/>
                    <a:pt x="0" y="11045"/>
                  </a:cubicBezTo>
                  <a:cubicBezTo>
                    <a:pt x="0" y="11045"/>
                    <a:pt x="1877" y="11486"/>
                    <a:pt x="4545" y="11486"/>
                  </a:cubicBezTo>
                  <a:cubicBezTo>
                    <a:pt x="6975" y="11486"/>
                    <a:pt x="10056" y="11118"/>
                    <a:pt x="12965" y="9723"/>
                  </a:cubicBezTo>
                  <a:cubicBezTo>
                    <a:pt x="19052" y="6806"/>
                    <a:pt x="22083" y="440"/>
                    <a:pt x="22083" y="440"/>
                  </a:cubicBezTo>
                  <a:cubicBezTo>
                    <a:pt x="22083" y="440"/>
                    <a:pt x="20210" y="0"/>
                    <a:pt x="17552"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64"/>
            <p:cNvSpPr/>
            <p:nvPr/>
          </p:nvSpPr>
          <p:spPr>
            <a:xfrm>
              <a:off x="2657146" y="659255"/>
              <a:ext cx="318172" cy="493539"/>
            </a:xfrm>
            <a:custGeom>
              <a:rect b="b" l="l" r="r" t="t"/>
              <a:pathLst>
                <a:path extrusionOk="0" h="21797" w="14052">
                  <a:moveTo>
                    <a:pt x="12611" y="1"/>
                  </a:moveTo>
                  <a:cubicBezTo>
                    <a:pt x="12611" y="1"/>
                    <a:pt x="6173" y="2859"/>
                    <a:pt x="3079" y="8865"/>
                  </a:cubicBezTo>
                  <a:cubicBezTo>
                    <a:pt x="1" y="14893"/>
                    <a:pt x="1421" y="21796"/>
                    <a:pt x="1421" y="21796"/>
                  </a:cubicBezTo>
                  <a:cubicBezTo>
                    <a:pt x="1421" y="21796"/>
                    <a:pt x="7863" y="18930"/>
                    <a:pt x="10958" y="12911"/>
                  </a:cubicBezTo>
                  <a:cubicBezTo>
                    <a:pt x="14052" y="6900"/>
                    <a:pt x="12611" y="1"/>
                    <a:pt x="12611"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64"/>
            <p:cNvSpPr/>
            <p:nvPr/>
          </p:nvSpPr>
          <p:spPr>
            <a:xfrm>
              <a:off x="2448783" y="1402697"/>
              <a:ext cx="400319" cy="383836"/>
            </a:xfrm>
            <a:custGeom>
              <a:rect b="b" l="l" r="r" t="t"/>
              <a:pathLst>
                <a:path extrusionOk="0" h="16952" w="17680">
                  <a:moveTo>
                    <a:pt x="17679" y="0"/>
                  </a:moveTo>
                  <a:cubicBezTo>
                    <a:pt x="17674" y="0"/>
                    <a:pt x="10658" y="597"/>
                    <a:pt x="5775" y="5281"/>
                  </a:cubicBezTo>
                  <a:cubicBezTo>
                    <a:pt x="893" y="9968"/>
                    <a:pt x="1" y="16952"/>
                    <a:pt x="1" y="16952"/>
                  </a:cubicBezTo>
                  <a:cubicBezTo>
                    <a:pt x="1" y="16952"/>
                    <a:pt x="7017" y="16355"/>
                    <a:pt x="11900" y="11672"/>
                  </a:cubicBezTo>
                  <a:cubicBezTo>
                    <a:pt x="16782" y="6988"/>
                    <a:pt x="17679" y="0"/>
                    <a:pt x="17679"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64"/>
            <p:cNvSpPr/>
            <p:nvPr/>
          </p:nvSpPr>
          <p:spPr>
            <a:xfrm>
              <a:off x="2280137" y="1192206"/>
              <a:ext cx="245898" cy="547813"/>
            </a:xfrm>
            <a:custGeom>
              <a:rect b="b" l="l" r="r" t="t"/>
              <a:pathLst>
                <a:path extrusionOk="0" h="24194" w="10860">
                  <a:moveTo>
                    <a:pt x="7364" y="1"/>
                  </a:moveTo>
                  <a:cubicBezTo>
                    <a:pt x="7364" y="1"/>
                    <a:pt x="2135" y="4727"/>
                    <a:pt x="1061" y="11397"/>
                  </a:cubicBezTo>
                  <a:cubicBezTo>
                    <a:pt x="0" y="18085"/>
                    <a:pt x="3513" y="24193"/>
                    <a:pt x="3513" y="24193"/>
                  </a:cubicBezTo>
                  <a:cubicBezTo>
                    <a:pt x="3513" y="24193"/>
                    <a:pt x="8737" y="19480"/>
                    <a:pt x="9803" y="12784"/>
                  </a:cubicBezTo>
                  <a:cubicBezTo>
                    <a:pt x="10860" y="6100"/>
                    <a:pt x="7364" y="1"/>
                    <a:pt x="7364"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64"/>
            <p:cNvSpPr/>
            <p:nvPr/>
          </p:nvSpPr>
          <p:spPr>
            <a:xfrm>
              <a:off x="2259463" y="2002377"/>
              <a:ext cx="331781" cy="471507"/>
            </a:xfrm>
            <a:custGeom>
              <a:rect b="b" l="l" r="r" t="t"/>
              <a:pathLst>
                <a:path extrusionOk="0" h="20824" w="14653">
                  <a:moveTo>
                    <a:pt x="13790" y="0"/>
                  </a:moveTo>
                  <a:cubicBezTo>
                    <a:pt x="13790" y="0"/>
                    <a:pt x="7135" y="2334"/>
                    <a:pt x="3559" y="8074"/>
                  </a:cubicBezTo>
                  <a:cubicBezTo>
                    <a:pt x="0" y="13818"/>
                    <a:pt x="867" y="20824"/>
                    <a:pt x="867" y="20824"/>
                  </a:cubicBezTo>
                  <a:cubicBezTo>
                    <a:pt x="867" y="20824"/>
                    <a:pt x="7520" y="18485"/>
                    <a:pt x="11080" y="12745"/>
                  </a:cubicBezTo>
                  <a:cubicBezTo>
                    <a:pt x="14652" y="7001"/>
                    <a:pt x="13790" y="0"/>
                    <a:pt x="13790"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64"/>
            <p:cNvSpPr/>
            <p:nvPr/>
          </p:nvSpPr>
          <p:spPr>
            <a:xfrm>
              <a:off x="2041410" y="1898219"/>
              <a:ext cx="227829" cy="552386"/>
            </a:xfrm>
            <a:custGeom>
              <a:rect b="b" l="l" r="r" t="t"/>
              <a:pathLst>
                <a:path extrusionOk="0" h="24396" w="10062">
                  <a:moveTo>
                    <a:pt x="3890" y="0"/>
                  </a:moveTo>
                  <a:cubicBezTo>
                    <a:pt x="3890" y="0"/>
                    <a:pt x="0" y="5877"/>
                    <a:pt x="626" y="12610"/>
                  </a:cubicBezTo>
                  <a:cubicBezTo>
                    <a:pt x="1256" y="19345"/>
                    <a:pt x="6155" y="24396"/>
                    <a:pt x="6155" y="24396"/>
                  </a:cubicBezTo>
                  <a:cubicBezTo>
                    <a:pt x="6155" y="24396"/>
                    <a:pt x="10061" y="18520"/>
                    <a:pt x="9435" y="11782"/>
                  </a:cubicBezTo>
                  <a:cubicBezTo>
                    <a:pt x="8805" y="5044"/>
                    <a:pt x="3890" y="0"/>
                    <a:pt x="3890"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64"/>
            <p:cNvSpPr/>
            <p:nvPr/>
          </p:nvSpPr>
          <p:spPr>
            <a:xfrm>
              <a:off x="2312766" y="2618882"/>
              <a:ext cx="257400" cy="543375"/>
            </a:xfrm>
            <a:custGeom>
              <a:rect b="b" l="l" r="r" t="t"/>
              <a:pathLst>
                <a:path extrusionOk="0" h="23998" w="11368">
                  <a:moveTo>
                    <a:pt x="8143" y="0"/>
                  </a:moveTo>
                  <a:cubicBezTo>
                    <a:pt x="8143" y="0"/>
                    <a:pt x="2711" y="4486"/>
                    <a:pt x="1353" y="11123"/>
                  </a:cubicBezTo>
                  <a:cubicBezTo>
                    <a:pt x="1" y="17746"/>
                    <a:pt x="3243" y="23998"/>
                    <a:pt x="3243" y="23998"/>
                  </a:cubicBezTo>
                  <a:cubicBezTo>
                    <a:pt x="3243" y="23998"/>
                    <a:pt x="8671" y="19518"/>
                    <a:pt x="10015" y="12893"/>
                  </a:cubicBezTo>
                  <a:cubicBezTo>
                    <a:pt x="11368" y="6261"/>
                    <a:pt x="8143" y="0"/>
                    <a:pt x="8143" y="0"/>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64"/>
            <p:cNvSpPr/>
            <p:nvPr/>
          </p:nvSpPr>
          <p:spPr>
            <a:xfrm>
              <a:off x="2009438" y="2674765"/>
              <a:ext cx="313395" cy="499946"/>
            </a:xfrm>
            <a:custGeom>
              <a:rect b="b" l="l" r="r" t="t"/>
              <a:pathLst>
                <a:path extrusionOk="0" h="22080" w="13841">
                  <a:moveTo>
                    <a:pt x="1624" y="1"/>
                  </a:moveTo>
                  <a:lnTo>
                    <a:pt x="1624" y="1"/>
                  </a:lnTo>
                  <a:cubicBezTo>
                    <a:pt x="1624" y="1"/>
                    <a:pt x="0" y="6854"/>
                    <a:pt x="2930" y="12941"/>
                  </a:cubicBezTo>
                  <a:cubicBezTo>
                    <a:pt x="5864" y="19054"/>
                    <a:pt x="12217" y="22080"/>
                    <a:pt x="12217" y="22080"/>
                  </a:cubicBezTo>
                  <a:cubicBezTo>
                    <a:pt x="12217" y="22080"/>
                    <a:pt x="13840" y="15228"/>
                    <a:pt x="10911" y="9119"/>
                  </a:cubicBezTo>
                  <a:cubicBezTo>
                    <a:pt x="7981" y="3028"/>
                    <a:pt x="1624" y="1"/>
                    <a:pt x="1624"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64"/>
            <p:cNvSpPr/>
            <p:nvPr/>
          </p:nvSpPr>
          <p:spPr>
            <a:xfrm>
              <a:off x="2547666" y="3310720"/>
              <a:ext cx="217187" cy="553926"/>
            </a:xfrm>
            <a:custGeom>
              <a:rect b="b" l="l" r="r" t="t"/>
              <a:pathLst>
                <a:path extrusionOk="0" h="24464" w="9592">
                  <a:moveTo>
                    <a:pt x="4109" y="1"/>
                  </a:moveTo>
                  <a:cubicBezTo>
                    <a:pt x="4109" y="1"/>
                    <a:pt x="0" y="5724"/>
                    <a:pt x="381" y="12480"/>
                  </a:cubicBezTo>
                  <a:cubicBezTo>
                    <a:pt x="765" y="19230"/>
                    <a:pt x="5479" y="24463"/>
                    <a:pt x="5479" y="24463"/>
                  </a:cubicBezTo>
                  <a:cubicBezTo>
                    <a:pt x="5479" y="24463"/>
                    <a:pt x="9592" y="18735"/>
                    <a:pt x="9207" y="11984"/>
                  </a:cubicBezTo>
                  <a:cubicBezTo>
                    <a:pt x="8827" y="5230"/>
                    <a:pt x="4109" y="1"/>
                    <a:pt x="4109"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64"/>
            <p:cNvSpPr/>
            <p:nvPr/>
          </p:nvSpPr>
          <p:spPr>
            <a:xfrm>
              <a:off x="2218955" y="3479366"/>
              <a:ext cx="359518" cy="422418"/>
            </a:xfrm>
            <a:custGeom>
              <a:rect b="b" l="l" r="r" t="t"/>
              <a:pathLst>
                <a:path extrusionOk="0" h="18656" w="15878">
                  <a:moveTo>
                    <a:pt x="1" y="1"/>
                  </a:moveTo>
                  <a:lnTo>
                    <a:pt x="1" y="1"/>
                  </a:lnTo>
                  <a:cubicBezTo>
                    <a:pt x="1" y="1"/>
                    <a:pt x="183" y="7035"/>
                    <a:pt x="4571" y="12200"/>
                  </a:cubicBezTo>
                  <a:cubicBezTo>
                    <a:pt x="8959" y="17341"/>
                    <a:pt x="15878" y="18656"/>
                    <a:pt x="15878" y="18656"/>
                  </a:cubicBezTo>
                  <a:cubicBezTo>
                    <a:pt x="15878" y="18656"/>
                    <a:pt x="15696" y="11622"/>
                    <a:pt x="11309" y="6460"/>
                  </a:cubicBezTo>
                  <a:cubicBezTo>
                    <a:pt x="6921" y="1307"/>
                    <a:pt x="6" y="1"/>
                    <a:pt x="1"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64"/>
            <p:cNvSpPr/>
            <p:nvPr/>
          </p:nvSpPr>
          <p:spPr>
            <a:xfrm>
              <a:off x="2930336" y="3830832"/>
              <a:ext cx="322859" cy="487018"/>
            </a:xfrm>
            <a:custGeom>
              <a:rect b="b" l="l" r="r" t="t"/>
              <a:pathLst>
                <a:path extrusionOk="0" h="21509" w="14259">
                  <a:moveTo>
                    <a:pt x="1243" y="1"/>
                  </a:moveTo>
                  <a:cubicBezTo>
                    <a:pt x="1243" y="6"/>
                    <a:pt x="0" y="6942"/>
                    <a:pt x="3247" y="12869"/>
                  </a:cubicBezTo>
                  <a:cubicBezTo>
                    <a:pt x="6493" y="18808"/>
                    <a:pt x="12995" y="21509"/>
                    <a:pt x="12995" y="21509"/>
                  </a:cubicBezTo>
                  <a:cubicBezTo>
                    <a:pt x="12995" y="21509"/>
                    <a:pt x="14259" y="14573"/>
                    <a:pt x="11008" y="8629"/>
                  </a:cubicBezTo>
                  <a:cubicBezTo>
                    <a:pt x="7770" y="2703"/>
                    <a:pt x="1247" y="1"/>
                    <a:pt x="1243"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64"/>
            <p:cNvSpPr/>
            <p:nvPr/>
          </p:nvSpPr>
          <p:spPr>
            <a:xfrm>
              <a:off x="2650375" y="4151300"/>
              <a:ext cx="505969" cy="253098"/>
            </a:xfrm>
            <a:custGeom>
              <a:rect b="b" l="l" r="r" t="t"/>
              <a:pathLst>
                <a:path extrusionOk="0" h="11178" w="22346">
                  <a:moveTo>
                    <a:pt x="5144" y="1"/>
                  </a:moveTo>
                  <a:cubicBezTo>
                    <a:pt x="2160" y="1"/>
                    <a:pt x="0" y="564"/>
                    <a:pt x="0" y="564"/>
                  </a:cubicBezTo>
                  <a:cubicBezTo>
                    <a:pt x="0" y="564"/>
                    <a:pt x="3196" y="6858"/>
                    <a:pt x="9350" y="9618"/>
                  </a:cubicBezTo>
                  <a:cubicBezTo>
                    <a:pt x="12056" y="10836"/>
                    <a:pt x="14879" y="11178"/>
                    <a:pt x="17205" y="11178"/>
                  </a:cubicBezTo>
                  <a:cubicBezTo>
                    <a:pt x="20190" y="11178"/>
                    <a:pt x="22345" y="10607"/>
                    <a:pt x="22345" y="10607"/>
                  </a:cubicBezTo>
                  <a:cubicBezTo>
                    <a:pt x="22345" y="10607"/>
                    <a:pt x="19154" y="4325"/>
                    <a:pt x="12981" y="1561"/>
                  </a:cubicBezTo>
                  <a:cubicBezTo>
                    <a:pt x="10289" y="339"/>
                    <a:pt x="7465" y="1"/>
                    <a:pt x="5144"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64"/>
            <p:cNvSpPr/>
            <p:nvPr/>
          </p:nvSpPr>
          <p:spPr>
            <a:xfrm>
              <a:off x="3450268" y="4222807"/>
              <a:ext cx="427287" cy="353970"/>
            </a:xfrm>
            <a:custGeom>
              <a:rect b="b" l="l" r="r" t="t"/>
              <a:pathLst>
                <a:path extrusionOk="0" h="15633" w="18871">
                  <a:moveTo>
                    <a:pt x="0" y="1"/>
                  </a:moveTo>
                  <a:cubicBezTo>
                    <a:pt x="0" y="1"/>
                    <a:pt x="1404" y="6908"/>
                    <a:pt x="6600" y="11229"/>
                  </a:cubicBezTo>
                  <a:cubicBezTo>
                    <a:pt x="11820" y="15548"/>
                    <a:pt x="18870" y="15633"/>
                    <a:pt x="18870" y="15633"/>
                  </a:cubicBezTo>
                  <a:cubicBezTo>
                    <a:pt x="18870" y="15633"/>
                    <a:pt x="17459" y="8726"/>
                    <a:pt x="12251" y="4410"/>
                  </a:cubicBezTo>
                  <a:cubicBezTo>
                    <a:pt x="7035" y="106"/>
                    <a:pt x="0" y="1"/>
                    <a:pt x="0"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64"/>
            <p:cNvSpPr/>
            <p:nvPr/>
          </p:nvSpPr>
          <p:spPr>
            <a:xfrm>
              <a:off x="3287169" y="4558378"/>
              <a:ext cx="554017" cy="200839"/>
            </a:xfrm>
            <a:custGeom>
              <a:rect b="b" l="l" r="r" t="t"/>
              <a:pathLst>
                <a:path extrusionOk="0" h="8870" w="24468">
                  <a:moveTo>
                    <a:pt x="11723" y="1"/>
                  </a:moveTo>
                  <a:cubicBezTo>
                    <a:pt x="5281" y="1"/>
                    <a:pt x="0" y="3903"/>
                    <a:pt x="0" y="3903"/>
                  </a:cubicBezTo>
                  <a:cubicBezTo>
                    <a:pt x="0" y="3903"/>
                    <a:pt x="5281" y="8558"/>
                    <a:pt x="12035" y="8857"/>
                  </a:cubicBezTo>
                  <a:cubicBezTo>
                    <a:pt x="12256" y="8862"/>
                    <a:pt x="12479" y="8870"/>
                    <a:pt x="12695" y="8870"/>
                  </a:cubicBezTo>
                  <a:cubicBezTo>
                    <a:pt x="19167" y="8870"/>
                    <a:pt x="24467" y="4968"/>
                    <a:pt x="24467" y="4968"/>
                  </a:cubicBezTo>
                  <a:cubicBezTo>
                    <a:pt x="24467" y="4968"/>
                    <a:pt x="19188" y="314"/>
                    <a:pt x="12416" y="18"/>
                  </a:cubicBezTo>
                  <a:cubicBezTo>
                    <a:pt x="12184" y="5"/>
                    <a:pt x="11955" y="1"/>
                    <a:pt x="11723"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64"/>
            <p:cNvSpPr/>
            <p:nvPr/>
          </p:nvSpPr>
          <p:spPr>
            <a:xfrm>
              <a:off x="4034915" y="4433094"/>
              <a:ext cx="498882" cy="261815"/>
            </a:xfrm>
            <a:custGeom>
              <a:rect b="b" l="l" r="r" t="t"/>
              <a:pathLst>
                <a:path extrusionOk="0" h="11563" w="22033">
                  <a:moveTo>
                    <a:pt x="4418" y="1"/>
                  </a:moveTo>
                  <a:cubicBezTo>
                    <a:pt x="1826" y="1"/>
                    <a:pt x="0" y="415"/>
                    <a:pt x="0" y="415"/>
                  </a:cubicBezTo>
                  <a:cubicBezTo>
                    <a:pt x="0" y="415"/>
                    <a:pt x="2998" y="6790"/>
                    <a:pt x="9072" y="9753"/>
                  </a:cubicBezTo>
                  <a:cubicBezTo>
                    <a:pt x="12022" y="11190"/>
                    <a:pt x="15163" y="11562"/>
                    <a:pt x="17611" y="11562"/>
                  </a:cubicBezTo>
                  <a:cubicBezTo>
                    <a:pt x="20206" y="11562"/>
                    <a:pt x="22033" y="11143"/>
                    <a:pt x="22033" y="11143"/>
                  </a:cubicBezTo>
                  <a:cubicBezTo>
                    <a:pt x="22033" y="11143"/>
                    <a:pt x="19036" y="4757"/>
                    <a:pt x="12944" y="1806"/>
                  </a:cubicBezTo>
                  <a:cubicBezTo>
                    <a:pt x="9998" y="373"/>
                    <a:pt x="6869" y="1"/>
                    <a:pt x="4418"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64"/>
            <p:cNvSpPr/>
            <p:nvPr/>
          </p:nvSpPr>
          <p:spPr>
            <a:xfrm>
              <a:off x="3976450" y="4733749"/>
              <a:ext cx="544235" cy="210507"/>
            </a:xfrm>
            <a:custGeom>
              <a:rect b="b" l="l" r="r" t="t"/>
              <a:pathLst>
                <a:path extrusionOk="0" h="9297" w="24036">
                  <a:moveTo>
                    <a:pt x="14448" y="1"/>
                  </a:moveTo>
                  <a:cubicBezTo>
                    <a:pt x="13379" y="1"/>
                    <a:pt x="12276" y="93"/>
                    <a:pt x="11155" y="313"/>
                  </a:cubicBezTo>
                  <a:cubicBezTo>
                    <a:pt x="4519" y="1624"/>
                    <a:pt x="0" y="7017"/>
                    <a:pt x="0" y="7017"/>
                  </a:cubicBezTo>
                  <a:cubicBezTo>
                    <a:pt x="0" y="7017"/>
                    <a:pt x="4337" y="9296"/>
                    <a:pt x="9629" y="9296"/>
                  </a:cubicBezTo>
                  <a:cubicBezTo>
                    <a:pt x="10682" y="9296"/>
                    <a:pt x="11773" y="9208"/>
                    <a:pt x="12875" y="8992"/>
                  </a:cubicBezTo>
                  <a:cubicBezTo>
                    <a:pt x="19516" y="7677"/>
                    <a:pt x="24035" y="2266"/>
                    <a:pt x="24035" y="2266"/>
                  </a:cubicBezTo>
                  <a:cubicBezTo>
                    <a:pt x="24035" y="2266"/>
                    <a:pt x="19719" y="1"/>
                    <a:pt x="14448"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64"/>
            <p:cNvSpPr/>
            <p:nvPr/>
          </p:nvSpPr>
          <p:spPr>
            <a:xfrm>
              <a:off x="3644003" y="199238"/>
              <a:ext cx="474564" cy="292337"/>
            </a:xfrm>
            <a:custGeom>
              <a:rect b="b" l="l" r="r" t="t"/>
              <a:pathLst>
                <a:path extrusionOk="0" h="12911" w="20959">
                  <a:moveTo>
                    <a:pt x="18735" y="1"/>
                  </a:moveTo>
                  <a:cubicBezTo>
                    <a:pt x="16212" y="1"/>
                    <a:pt x="11947" y="403"/>
                    <a:pt x="8193" y="2668"/>
                  </a:cubicBezTo>
                  <a:cubicBezTo>
                    <a:pt x="2401" y="6176"/>
                    <a:pt x="1" y="12796"/>
                    <a:pt x="1" y="12796"/>
                  </a:cubicBezTo>
                  <a:cubicBezTo>
                    <a:pt x="1" y="12796"/>
                    <a:pt x="859" y="12911"/>
                    <a:pt x="2220" y="12911"/>
                  </a:cubicBezTo>
                  <a:cubicBezTo>
                    <a:pt x="4748" y="12911"/>
                    <a:pt x="9013" y="12517"/>
                    <a:pt x="12780" y="10248"/>
                  </a:cubicBezTo>
                  <a:cubicBezTo>
                    <a:pt x="18558" y="6739"/>
                    <a:pt x="20959" y="120"/>
                    <a:pt x="20959" y="120"/>
                  </a:cubicBezTo>
                  <a:cubicBezTo>
                    <a:pt x="20959" y="120"/>
                    <a:pt x="20101" y="1"/>
                    <a:pt x="18735" y="1"/>
                  </a:cubicBez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64"/>
            <p:cNvSpPr/>
            <p:nvPr/>
          </p:nvSpPr>
          <p:spPr>
            <a:xfrm>
              <a:off x="3520236" y="1364792"/>
              <a:ext cx="1051744" cy="2479897"/>
            </a:xfrm>
            <a:custGeom>
              <a:rect b="b" l="l" r="r" t="t"/>
              <a:pathLst>
                <a:path extrusionOk="0" h="109524" w="46450">
                  <a:moveTo>
                    <a:pt x="1" y="0"/>
                  </a:moveTo>
                  <a:lnTo>
                    <a:pt x="1" y="25744"/>
                  </a:lnTo>
                  <a:lnTo>
                    <a:pt x="6731" y="25744"/>
                  </a:lnTo>
                  <a:lnTo>
                    <a:pt x="6731" y="92281"/>
                  </a:lnTo>
                  <a:lnTo>
                    <a:pt x="23276" y="109524"/>
                  </a:lnTo>
                  <a:lnTo>
                    <a:pt x="46450" y="109524"/>
                  </a:lnTo>
                  <a:lnTo>
                    <a:pt x="46450" y="101187"/>
                  </a:lnTo>
                  <a:lnTo>
                    <a:pt x="26163" y="101187"/>
                  </a:lnTo>
                  <a:lnTo>
                    <a:pt x="14517" y="89397"/>
                  </a:lnTo>
                  <a:lnTo>
                    <a:pt x="14517" y="17395"/>
                  </a:lnTo>
                  <a:lnTo>
                    <a:pt x="7779" y="17395"/>
                  </a:lnTo>
                  <a:lnTo>
                    <a:pt x="7779" y="8345"/>
                  </a:lnTo>
                  <a:lnTo>
                    <a:pt x="30018" y="8345"/>
                  </a:lnTo>
                  <a:lnTo>
                    <a:pt x="30018" y="17395"/>
                  </a:lnTo>
                  <a:lnTo>
                    <a:pt x="26015" y="17395"/>
                  </a:lnTo>
                  <a:lnTo>
                    <a:pt x="26015" y="87300"/>
                  </a:lnTo>
                  <a:lnTo>
                    <a:pt x="31003" y="92281"/>
                  </a:lnTo>
                  <a:lnTo>
                    <a:pt x="46450" y="92281"/>
                  </a:lnTo>
                  <a:lnTo>
                    <a:pt x="46450" y="83936"/>
                  </a:lnTo>
                  <a:lnTo>
                    <a:pt x="34647" y="83936"/>
                  </a:lnTo>
                  <a:lnTo>
                    <a:pt x="34647" y="24126"/>
                  </a:lnTo>
                  <a:lnTo>
                    <a:pt x="38498" y="24126"/>
                  </a:lnTo>
                  <a:lnTo>
                    <a:pt x="38498" y="0"/>
                  </a:lnTo>
                  <a:close/>
                </a:path>
              </a:pathLst>
            </a:custGeom>
            <a:solidFill>
              <a:srgbClr val="FFF5D6">
                <a:alpha val="5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3" name="Google Shape;3703;p64"/>
          <p:cNvGrpSpPr/>
          <p:nvPr/>
        </p:nvGrpSpPr>
        <p:grpSpPr>
          <a:xfrm>
            <a:off x="1794194" y="4"/>
            <a:ext cx="2777796" cy="5143601"/>
            <a:chOff x="2009438" y="199238"/>
            <a:chExt cx="2562542" cy="4745019"/>
          </a:xfrm>
        </p:grpSpPr>
        <p:sp>
          <p:nvSpPr>
            <p:cNvPr id="3704" name="Google Shape;3704;p64"/>
            <p:cNvSpPr/>
            <p:nvPr/>
          </p:nvSpPr>
          <p:spPr>
            <a:xfrm>
              <a:off x="3246298" y="633329"/>
              <a:ext cx="530468" cy="225316"/>
            </a:xfrm>
            <a:custGeom>
              <a:rect b="b" l="l" r="r" t="t"/>
              <a:pathLst>
                <a:path extrusionOk="0" h="9951" w="23428">
                  <a:moveTo>
                    <a:pt x="15628" y="0"/>
                  </a:moveTo>
                  <a:cubicBezTo>
                    <a:pt x="13975" y="0"/>
                    <a:pt x="12192" y="199"/>
                    <a:pt x="10412" y="744"/>
                  </a:cubicBezTo>
                  <a:cubicBezTo>
                    <a:pt x="3945" y="2748"/>
                    <a:pt x="0" y="8595"/>
                    <a:pt x="0" y="8595"/>
                  </a:cubicBezTo>
                  <a:cubicBezTo>
                    <a:pt x="0" y="8595"/>
                    <a:pt x="3433" y="9951"/>
                    <a:pt x="7775" y="9951"/>
                  </a:cubicBezTo>
                  <a:cubicBezTo>
                    <a:pt x="9435" y="9951"/>
                    <a:pt x="11228" y="9752"/>
                    <a:pt x="13012" y="9203"/>
                  </a:cubicBezTo>
                  <a:cubicBezTo>
                    <a:pt x="19483" y="7216"/>
                    <a:pt x="23428" y="1374"/>
                    <a:pt x="23428" y="1374"/>
                  </a:cubicBezTo>
                  <a:cubicBezTo>
                    <a:pt x="23428" y="1374"/>
                    <a:pt x="19982" y="0"/>
                    <a:pt x="15628"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64"/>
            <p:cNvSpPr/>
            <p:nvPr/>
          </p:nvSpPr>
          <p:spPr>
            <a:xfrm>
              <a:off x="3178912" y="295539"/>
              <a:ext cx="341426" cy="450540"/>
            </a:xfrm>
            <a:custGeom>
              <a:rect b="b" l="l" r="r" t="t"/>
              <a:pathLst>
                <a:path extrusionOk="0" h="19898" w="15079">
                  <a:moveTo>
                    <a:pt x="14694" y="1"/>
                  </a:moveTo>
                  <a:cubicBezTo>
                    <a:pt x="14694" y="1"/>
                    <a:pt x="7893" y="1878"/>
                    <a:pt x="3953" y="7372"/>
                  </a:cubicBezTo>
                  <a:cubicBezTo>
                    <a:pt x="1" y="12864"/>
                    <a:pt x="393" y="19898"/>
                    <a:pt x="393" y="19898"/>
                  </a:cubicBezTo>
                  <a:cubicBezTo>
                    <a:pt x="393" y="19898"/>
                    <a:pt x="7183" y="18029"/>
                    <a:pt x="11122" y="12534"/>
                  </a:cubicBezTo>
                  <a:cubicBezTo>
                    <a:pt x="15079" y="7043"/>
                    <a:pt x="14694" y="9"/>
                    <a:pt x="1469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64"/>
            <p:cNvSpPr/>
            <p:nvPr/>
          </p:nvSpPr>
          <p:spPr>
            <a:xfrm>
              <a:off x="2759493" y="974561"/>
              <a:ext cx="500014" cy="260072"/>
            </a:xfrm>
            <a:custGeom>
              <a:rect b="b" l="l" r="r" t="t"/>
              <a:pathLst>
                <a:path extrusionOk="0" h="11486" w="22083">
                  <a:moveTo>
                    <a:pt x="17552" y="0"/>
                  </a:moveTo>
                  <a:cubicBezTo>
                    <a:pt x="15129" y="0"/>
                    <a:pt x="12048" y="364"/>
                    <a:pt x="9135" y="1763"/>
                  </a:cubicBezTo>
                  <a:cubicBezTo>
                    <a:pt x="3031" y="4693"/>
                    <a:pt x="0" y="11045"/>
                    <a:pt x="0" y="11045"/>
                  </a:cubicBezTo>
                  <a:cubicBezTo>
                    <a:pt x="0" y="11045"/>
                    <a:pt x="1877" y="11486"/>
                    <a:pt x="4545" y="11486"/>
                  </a:cubicBezTo>
                  <a:cubicBezTo>
                    <a:pt x="6975" y="11486"/>
                    <a:pt x="10056" y="11118"/>
                    <a:pt x="12965" y="9723"/>
                  </a:cubicBezTo>
                  <a:cubicBezTo>
                    <a:pt x="19052" y="6806"/>
                    <a:pt x="22083" y="440"/>
                    <a:pt x="22083" y="440"/>
                  </a:cubicBezTo>
                  <a:cubicBezTo>
                    <a:pt x="22083" y="440"/>
                    <a:pt x="20210" y="0"/>
                    <a:pt x="17552"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64"/>
            <p:cNvSpPr/>
            <p:nvPr/>
          </p:nvSpPr>
          <p:spPr>
            <a:xfrm>
              <a:off x="2657146" y="659255"/>
              <a:ext cx="318172" cy="493539"/>
            </a:xfrm>
            <a:custGeom>
              <a:rect b="b" l="l" r="r" t="t"/>
              <a:pathLst>
                <a:path extrusionOk="0" h="21797" w="14052">
                  <a:moveTo>
                    <a:pt x="12611" y="1"/>
                  </a:moveTo>
                  <a:cubicBezTo>
                    <a:pt x="12611" y="1"/>
                    <a:pt x="6173" y="2859"/>
                    <a:pt x="3079" y="8865"/>
                  </a:cubicBezTo>
                  <a:cubicBezTo>
                    <a:pt x="1" y="14893"/>
                    <a:pt x="1421" y="21796"/>
                    <a:pt x="1421" y="21796"/>
                  </a:cubicBezTo>
                  <a:cubicBezTo>
                    <a:pt x="1421" y="21796"/>
                    <a:pt x="7863" y="18930"/>
                    <a:pt x="10958" y="12911"/>
                  </a:cubicBezTo>
                  <a:cubicBezTo>
                    <a:pt x="14052" y="6900"/>
                    <a:pt x="12611" y="1"/>
                    <a:pt x="12611"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64"/>
            <p:cNvSpPr/>
            <p:nvPr/>
          </p:nvSpPr>
          <p:spPr>
            <a:xfrm>
              <a:off x="2448783" y="1402697"/>
              <a:ext cx="400319" cy="383836"/>
            </a:xfrm>
            <a:custGeom>
              <a:rect b="b" l="l" r="r" t="t"/>
              <a:pathLst>
                <a:path extrusionOk="0" h="16952" w="17680">
                  <a:moveTo>
                    <a:pt x="17679" y="0"/>
                  </a:moveTo>
                  <a:cubicBezTo>
                    <a:pt x="17674" y="0"/>
                    <a:pt x="10658" y="597"/>
                    <a:pt x="5775" y="5281"/>
                  </a:cubicBezTo>
                  <a:cubicBezTo>
                    <a:pt x="893" y="9968"/>
                    <a:pt x="1" y="16952"/>
                    <a:pt x="1" y="16952"/>
                  </a:cubicBezTo>
                  <a:cubicBezTo>
                    <a:pt x="1" y="16952"/>
                    <a:pt x="7017" y="16355"/>
                    <a:pt x="11900" y="11672"/>
                  </a:cubicBezTo>
                  <a:cubicBezTo>
                    <a:pt x="16782" y="6988"/>
                    <a:pt x="17679" y="0"/>
                    <a:pt x="17679"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64"/>
            <p:cNvSpPr/>
            <p:nvPr/>
          </p:nvSpPr>
          <p:spPr>
            <a:xfrm>
              <a:off x="2280137" y="1192206"/>
              <a:ext cx="245898" cy="547813"/>
            </a:xfrm>
            <a:custGeom>
              <a:rect b="b" l="l" r="r" t="t"/>
              <a:pathLst>
                <a:path extrusionOk="0" h="24194" w="10860">
                  <a:moveTo>
                    <a:pt x="7364" y="1"/>
                  </a:moveTo>
                  <a:cubicBezTo>
                    <a:pt x="7364" y="1"/>
                    <a:pt x="2135" y="4727"/>
                    <a:pt x="1061" y="11397"/>
                  </a:cubicBezTo>
                  <a:cubicBezTo>
                    <a:pt x="0" y="18085"/>
                    <a:pt x="3513" y="24193"/>
                    <a:pt x="3513" y="24193"/>
                  </a:cubicBezTo>
                  <a:cubicBezTo>
                    <a:pt x="3513" y="24193"/>
                    <a:pt x="8737" y="19480"/>
                    <a:pt x="9803" y="12784"/>
                  </a:cubicBezTo>
                  <a:cubicBezTo>
                    <a:pt x="10860" y="6100"/>
                    <a:pt x="7364" y="1"/>
                    <a:pt x="736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64"/>
            <p:cNvSpPr/>
            <p:nvPr/>
          </p:nvSpPr>
          <p:spPr>
            <a:xfrm>
              <a:off x="2259463" y="2002377"/>
              <a:ext cx="331781" cy="471507"/>
            </a:xfrm>
            <a:custGeom>
              <a:rect b="b" l="l" r="r" t="t"/>
              <a:pathLst>
                <a:path extrusionOk="0" h="20824" w="14653">
                  <a:moveTo>
                    <a:pt x="13790" y="0"/>
                  </a:moveTo>
                  <a:cubicBezTo>
                    <a:pt x="13790" y="0"/>
                    <a:pt x="7135" y="2334"/>
                    <a:pt x="3559" y="8074"/>
                  </a:cubicBezTo>
                  <a:cubicBezTo>
                    <a:pt x="0" y="13818"/>
                    <a:pt x="867" y="20824"/>
                    <a:pt x="867" y="20824"/>
                  </a:cubicBezTo>
                  <a:cubicBezTo>
                    <a:pt x="867" y="20824"/>
                    <a:pt x="7520" y="18485"/>
                    <a:pt x="11080" y="12745"/>
                  </a:cubicBezTo>
                  <a:cubicBezTo>
                    <a:pt x="14652" y="7001"/>
                    <a:pt x="13790" y="0"/>
                    <a:pt x="13790"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64"/>
            <p:cNvSpPr/>
            <p:nvPr/>
          </p:nvSpPr>
          <p:spPr>
            <a:xfrm>
              <a:off x="2041410" y="1898219"/>
              <a:ext cx="227829" cy="552386"/>
            </a:xfrm>
            <a:custGeom>
              <a:rect b="b" l="l" r="r" t="t"/>
              <a:pathLst>
                <a:path extrusionOk="0" h="24396" w="10062">
                  <a:moveTo>
                    <a:pt x="3890" y="0"/>
                  </a:moveTo>
                  <a:cubicBezTo>
                    <a:pt x="3890" y="0"/>
                    <a:pt x="0" y="5877"/>
                    <a:pt x="626" y="12610"/>
                  </a:cubicBezTo>
                  <a:cubicBezTo>
                    <a:pt x="1256" y="19345"/>
                    <a:pt x="6155" y="24396"/>
                    <a:pt x="6155" y="24396"/>
                  </a:cubicBezTo>
                  <a:cubicBezTo>
                    <a:pt x="6155" y="24396"/>
                    <a:pt x="10061" y="18520"/>
                    <a:pt x="9435" y="11782"/>
                  </a:cubicBezTo>
                  <a:cubicBezTo>
                    <a:pt x="8805" y="5044"/>
                    <a:pt x="3890" y="0"/>
                    <a:pt x="3890"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64"/>
            <p:cNvSpPr/>
            <p:nvPr/>
          </p:nvSpPr>
          <p:spPr>
            <a:xfrm>
              <a:off x="2312766" y="2618882"/>
              <a:ext cx="257400" cy="543375"/>
            </a:xfrm>
            <a:custGeom>
              <a:rect b="b" l="l" r="r" t="t"/>
              <a:pathLst>
                <a:path extrusionOk="0" h="23998" w="11368">
                  <a:moveTo>
                    <a:pt x="8143" y="0"/>
                  </a:moveTo>
                  <a:cubicBezTo>
                    <a:pt x="8143" y="0"/>
                    <a:pt x="2711" y="4486"/>
                    <a:pt x="1353" y="11123"/>
                  </a:cubicBezTo>
                  <a:cubicBezTo>
                    <a:pt x="1" y="17746"/>
                    <a:pt x="3243" y="23998"/>
                    <a:pt x="3243" y="23998"/>
                  </a:cubicBezTo>
                  <a:cubicBezTo>
                    <a:pt x="3243" y="23998"/>
                    <a:pt x="8671" y="19518"/>
                    <a:pt x="10015" y="12893"/>
                  </a:cubicBezTo>
                  <a:cubicBezTo>
                    <a:pt x="11368" y="6261"/>
                    <a:pt x="8143" y="0"/>
                    <a:pt x="8143" y="0"/>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64"/>
            <p:cNvSpPr/>
            <p:nvPr/>
          </p:nvSpPr>
          <p:spPr>
            <a:xfrm>
              <a:off x="2009438" y="2674765"/>
              <a:ext cx="313395" cy="499946"/>
            </a:xfrm>
            <a:custGeom>
              <a:rect b="b" l="l" r="r" t="t"/>
              <a:pathLst>
                <a:path extrusionOk="0" h="22080" w="13841">
                  <a:moveTo>
                    <a:pt x="1624" y="1"/>
                  </a:moveTo>
                  <a:lnTo>
                    <a:pt x="1624" y="1"/>
                  </a:lnTo>
                  <a:cubicBezTo>
                    <a:pt x="1624" y="1"/>
                    <a:pt x="0" y="6854"/>
                    <a:pt x="2930" y="12941"/>
                  </a:cubicBezTo>
                  <a:cubicBezTo>
                    <a:pt x="5864" y="19054"/>
                    <a:pt x="12217" y="22080"/>
                    <a:pt x="12217" y="22080"/>
                  </a:cubicBezTo>
                  <a:cubicBezTo>
                    <a:pt x="12217" y="22080"/>
                    <a:pt x="13840" y="15228"/>
                    <a:pt x="10911" y="9119"/>
                  </a:cubicBezTo>
                  <a:cubicBezTo>
                    <a:pt x="7981" y="3028"/>
                    <a:pt x="1624" y="1"/>
                    <a:pt x="162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64"/>
            <p:cNvSpPr/>
            <p:nvPr/>
          </p:nvSpPr>
          <p:spPr>
            <a:xfrm>
              <a:off x="2547666" y="3310720"/>
              <a:ext cx="217187" cy="553926"/>
            </a:xfrm>
            <a:custGeom>
              <a:rect b="b" l="l" r="r" t="t"/>
              <a:pathLst>
                <a:path extrusionOk="0" h="24464" w="9592">
                  <a:moveTo>
                    <a:pt x="4109" y="1"/>
                  </a:moveTo>
                  <a:cubicBezTo>
                    <a:pt x="4109" y="1"/>
                    <a:pt x="0" y="5724"/>
                    <a:pt x="381" y="12480"/>
                  </a:cubicBezTo>
                  <a:cubicBezTo>
                    <a:pt x="765" y="19230"/>
                    <a:pt x="5479" y="24463"/>
                    <a:pt x="5479" y="24463"/>
                  </a:cubicBezTo>
                  <a:cubicBezTo>
                    <a:pt x="5479" y="24463"/>
                    <a:pt x="9592" y="18735"/>
                    <a:pt x="9207" y="11984"/>
                  </a:cubicBezTo>
                  <a:cubicBezTo>
                    <a:pt x="8827" y="5230"/>
                    <a:pt x="4109" y="1"/>
                    <a:pt x="4109"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64"/>
            <p:cNvSpPr/>
            <p:nvPr/>
          </p:nvSpPr>
          <p:spPr>
            <a:xfrm>
              <a:off x="2218955" y="3479366"/>
              <a:ext cx="359518" cy="422418"/>
            </a:xfrm>
            <a:custGeom>
              <a:rect b="b" l="l" r="r" t="t"/>
              <a:pathLst>
                <a:path extrusionOk="0" h="18656" w="15878">
                  <a:moveTo>
                    <a:pt x="1" y="1"/>
                  </a:moveTo>
                  <a:lnTo>
                    <a:pt x="1" y="1"/>
                  </a:lnTo>
                  <a:cubicBezTo>
                    <a:pt x="1" y="1"/>
                    <a:pt x="183" y="7035"/>
                    <a:pt x="4571" y="12200"/>
                  </a:cubicBezTo>
                  <a:cubicBezTo>
                    <a:pt x="8959" y="17341"/>
                    <a:pt x="15878" y="18656"/>
                    <a:pt x="15878" y="18656"/>
                  </a:cubicBezTo>
                  <a:cubicBezTo>
                    <a:pt x="15878" y="18656"/>
                    <a:pt x="15696" y="11622"/>
                    <a:pt x="11309" y="6460"/>
                  </a:cubicBezTo>
                  <a:cubicBezTo>
                    <a:pt x="6921" y="1307"/>
                    <a:pt x="6" y="1"/>
                    <a:pt x="1"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64"/>
            <p:cNvSpPr/>
            <p:nvPr/>
          </p:nvSpPr>
          <p:spPr>
            <a:xfrm>
              <a:off x="2930336" y="3830832"/>
              <a:ext cx="322859" cy="487018"/>
            </a:xfrm>
            <a:custGeom>
              <a:rect b="b" l="l" r="r" t="t"/>
              <a:pathLst>
                <a:path extrusionOk="0" h="21509" w="14259">
                  <a:moveTo>
                    <a:pt x="1243" y="1"/>
                  </a:moveTo>
                  <a:cubicBezTo>
                    <a:pt x="1243" y="6"/>
                    <a:pt x="0" y="6942"/>
                    <a:pt x="3247" y="12869"/>
                  </a:cubicBezTo>
                  <a:cubicBezTo>
                    <a:pt x="6493" y="18808"/>
                    <a:pt x="12995" y="21509"/>
                    <a:pt x="12995" y="21509"/>
                  </a:cubicBezTo>
                  <a:cubicBezTo>
                    <a:pt x="12995" y="21509"/>
                    <a:pt x="14259" y="14573"/>
                    <a:pt x="11008" y="8629"/>
                  </a:cubicBezTo>
                  <a:cubicBezTo>
                    <a:pt x="7770" y="2703"/>
                    <a:pt x="1247" y="1"/>
                    <a:pt x="1243"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64"/>
            <p:cNvSpPr/>
            <p:nvPr/>
          </p:nvSpPr>
          <p:spPr>
            <a:xfrm>
              <a:off x="2650375" y="4151300"/>
              <a:ext cx="505969" cy="253098"/>
            </a:xfrm>
            <a:custGeom>
              <a:rect b="b" l="l" r="r" t="t"/>
              <a:pathLst>
                <a:path extrusionOk="0" h="11178" w="22346">
                  <a:moveTo>
                    <a:pt x="5144" y="1"/>
                  </a:moveTo>
                  <a:cubicBezTo>
                    <a:pt x="2160" y="1"/>
                    <a:pt x="0" y="564"/>
                    <a:pt x="0" y="564"/>
                  </a:cubicBezTo>
                  <a:cubicBezTo>
                    <a:pt x="0" y="564"/>
                    <a:pt x="3196" y="6858"/>
                    <a:pt x="9350" y="9618"/>
                  </a:cubicBezTo>
                  <a:cubicBezTo>
                    <a:pt x="12056" y="10836"/>
                    <a:pt x="14879" y="11178"/>
                    <a:pt x="17205" y="11178"/>
                  </a:cubicBezTo>
                  <a:cubicBezTo>
                    <a:pt x="20190" y="11178"/>
                    <a:pt x="22345" y="10607"/>
                    <a:pt x="22345" y="10607"/>
                  </a:cubicBezTo>
                  <a:cubicBezTo>
                    <a:pt x="22345" y="10607"/>
                    <a:pt x="19154" y="4325"/>
                    <a:pt x="12981" y="1561"/>
                  </a:cubicBezTo>
                  <a:cubicBezTo>
                    <a:pt x="10289" y="339"/>
                    <a:pt x="7465" y="1"/>
                    <a:pt x="5144"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64"/>
            <p:cNvSpPr/>
            <p:nvPr/>
          </p:nvSpPr>
          <p:spPr>
            <a:xfrm>
              <a:off x="3450268" y="4222807"/>
              <a:ext cx="427287" cy="353970"/>
            </a:xfrm>
            <a:custGeom>
              <a:rect b="b" l="l" r="r" t="t"/>
              <a:pathLst>
                <a:path extrusionOk="0" h="15633" w="18871">
                  <a:moveTo>
                    <a:pt x="0" y="1"/>
                  </a:moveTo>
                  <a:cubicBezTo>
                    <a:pt x="0" y="1"/>
                    <a:pt x="1404" y="6908"/>
                    <a:pt x="6600" y="11229"/>
                  </a:cubicBezTo>
                  <a:cubicBezTo>
                    <a:pt x="11820" y="15548"/>
                    <a:pt x="18870" y="15633"/>
                    <a:pt x="18870" y="15633"/>
                  </a:cubicBezTo>
                  <a:cubicBezTo>
                    <a:pt x="18870" y="15633"/>
                    <a:pt x="17459" y="8726"/>
                    <a:pt x="12251" y="4410"/>
                  </a:cubicBezTo>
                  <a:cubicBezTo>
                    <a:pt x="7035" y="106"/>
                    <a:pt x="0" y="1"/>
                    <a:pt x="0"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64"/>
            <p:cNvSpPr/>
            <p:nvPr/>
          </p:nvSpPr>
          <p:spPr>
            <a:xfrm>
              <a:off x="3287169" y="4558378"/>
              <a:ext cx="554017" cy="200839"/>
            </a:xfrm>
            <a:custGeom>
              <a:rect b="b" l="l" r="r" t="t"/>
              <a:pathLst>
                <a:path extrusionOk="0" h="8870" w="24468">
                  <a:moveTo>
                    <a:pt x="11723" y="1"/>
                  </a:moveTo>
                  <a:cubicBezTo>
                    <a:pt x="5281" y="1"/>
                    <a:pt x="0" y="3903"/>
                    <a:pt x="0" y="3903"/>
                  </a:cubicBezTo>
                  <a:cubicBezTo>
                    <a:pt x="0" y="3903"/>
                    <a:pt x="5281" y="8558"/>
                    <a:pt x="12035" y="8857"/>
                  </a:cubicBezTo>
                  <a:cubicBezTo>
                    <a:pt x="12256" y="8862"/>
                    <a:pt x="12479" y="8870"/>
                    <a:pt x="12695" y="8870"/>
                  </a:cubicBezTo>
                  <a:cubicBezTo>
                    <a:pt x="19167" y="8870"/>
                    <a:pt x="24467" y="4968"/>
                    <a:pt x="24467" y="4968"/>
                  </a:cubicBezTo>
                  <a:cubicBezTo>
                    <a:pt x="24467" y="4968"/>
                    <a:pt x="19188" y="314"/>
                    <a:pt x="12416" y="18"/>
                  </a:cubicBezTo>
                  <a:cubicBezTo>
                    <a:pt x="12184" y="5"/>
                    <a:pt x="11955" y="1"/>
                    <a:pt x="11723"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64"/>
            <p:cNvSpPr/>
            <p:nvPr/>
          </p:nvSpPr>
          <p:spPr>
            <a:xfrm>
              <a:off x="4034915" y="4433094"/>
              <a:ext cx="498882" cy="261815"/>
            </a:xfrm>
            <a:custGeom>
              <a:rect b="b" l="l" r="r" t="t"/>
              <a:pathLst>
                <a:path extrusionOk="0" h="11563" w="22033">
                  <a:moveTo>
                    <a:pt x="4418" y="1"/>
                  </a:moveTo>
                  <a:cubicBezTo>
                    <a:pt x="1826" y="1"/>
                    <a:pt x="0" y="415"/>
                    <a:pt x="0" y="415"/>
                  </a:cubicBezTo>
                  <a:cubicBezTo>
                    <a:pt x="0" y="415"/>
                    <a:pt x="2998" y="6790"/>
                    <a:pt x="9072" y="9753"/>
                  </a:cubicBezTo>
                  <a:cubicBezTo>
                    <a:pt x="12022" y="11190"/>
                    <a:pt x="15163" y="11562"/>
                    <a:pt x="17611" y="11562"/>
                  </a:cubicBezTo>
                  <a:cubicBezTo>
                    <a:pt x="20206" y="11562"/>
                    <a:pt x="22033" y="11143"/>
                    <a:pt x="22033" y="11143"/>
                  </a:cubicBezTo>
                  <a:cubicBezTo>
                    <a:pt x="22033" y="11143"/>
                    <a:pt x="19036" y="4757"/>
                    <a:pt x="12944" y="1806"/>
                  </a:cubicBezTo>
                  <a:cubicBezTo>
                    <a:pt x="9998" y="373"/>
                    <a:pt x="6869" y="1"/>
                    <a:pt x="4418"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64"/>
            <p:cNvSpPr/>
            <p:nvPr/>
          </p:nvSpPr>
          <p:spPr>
            <a:xfrm>
              <a:off x="3976450" y="4733749"/>
              <a:ext cx="544235" cy="210507"/>
            </a:xfrm>
            <a:custGeom>
              <a:rect b="b" l="l" r="r" t="t"/>
              <a:pathLst>
                <a:path extrusionOk="0" h="9297" w="24036">
                  <a:moveTo>
                    <a:pt x="14448" y="1"/>
                  </a:moveTo>
                  <a:cubicBezTo>
                    <a:pt x="13379" y="1"/>
                    <a:pt x="12276" y="93"/>
                    <a:pt x="11155" y="313"/>
                  </a:cubicBezTo>
                  <a:cubicBezTo>
                    <a:pt x="4519" y="1624"/>
                    <a:pt x="0" y="7017"/>
                    <a:pt x="0" y="7017"/>
                  </a:cubicBezTo>
                  <a:cubicBezTo>
                    <a:pt x="0" y="7017"/>
                    <a:pt x="4337" y="9296"/>
                    <a:pt x="9629" y="9296"/>
                  </a:cubicBezTo>
                  <a:cubicBezTo>
                    <a:pt x="10682" y="9296"/>
                    <a:pt x="11773" y="9208"/>
                    <a:pt x="12875" y="8992"/>
                  </a:cubicBezTo>
                  <a:cubicBezTo>
                    <a:pt x="19516" y="7677"/>
                    <a:pt x="24035" y="2266"/>
                    <a:pt x="24035" y="2266"/>
                  </a:cubicBezTo>
                  <a:cubicBezTo>
                    <a:pt x="24035" y="2266"/>
                    <a:pt x="19719" y="1"/>
                    <a:pt x="14448"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64"/>
            <p:cNvSpPr/>
            <p:nvPr/>
          </p:nvSpPr>
          <p:spPr>
            <a:xfrm>
              <a:off x="3644003" y="199238"/>
              <a:ext cx="474564" cy="292337"/>
            </a:xfrm>
            <a:custGeom>
              <a:rect b="b" l="l" r="r" t="t"/>
              <a:pathLst>
                <a:path extrusionOk="0" h="12911" w="20959">
                  <a:moveTo>
                    <a:pt x="18735" y="1"/>
                  </a:moveTo>
                  <a:cubicBezTo>
                    <a:pt x="16212" y="1"/>
                    <a:pt x="11947" y="403"/>
                    <a:pt x="8193" y="2668"/>
                  </a:cubicBezTo>
                  <a:cubicBezTo>
                    <a:pt x="2401" y="6176"/>
                    <a:pt x="1" y="12796"/>
                    <a:pt x="1" y="12796"/>
                  </a:cubicBezTo>
                  <a:cubicBezTo>
                    <a:pt x="1" y="12796"/>
                    <a:pt x="859" y="12911"/>
                    <a:pt x="2220" y="12911"/>
                  </a:cubicBezTo>
                  <a:cubicBezTo>
                    <a:pt x="4748" y="12911"/>
                    <a:pt x="9013" y="12517"/>
                    <a:pt x="12780" y="10248"/>
                  </a:cubicBezTo>
                  <a:cubicBezTo>
                    <a:pt x="18558" y="6739"/>
                    <a:pt x="20959" y="120"/>
                    <a:pt x="20959" y="120"/>
                  </a:cubicBezTo>
                  <a:cubicBezTo>
                    <a:pt x="20959" y="120"/>
                    <a:pt x="20101" y="1"/>
                    <a:pt x="18735" y="1"/>
                  </a:cubicBez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64"/>
            <p:cNvSpPr/>
            <p:nvPr/>
          </p:nvSpPr>
          <p:spPr>
            <a:xfrm>
              <a:off x="3520236" y="1364792"/>
              <a:ext cx="1051744" cy="2479897"/>
            </a:xfrm>
            <a:custGeom>
              <a:rect b="b" l="l" r="r" t="t"/>
              <a:pathLst>
                <a:path extrusionOk="0" h="109524" w="46450">
                  <a:moveTo>
                    <a:pt x="1" y="0"/>
                  </a:moveTo>
                  <a:lnTo>
                    <a:pt x="1" y="25744"/>
                  </a:lnTo>
                  <a:lnTo>
                    <a:pt x="6731" y="25744"/>
                  </a:lnTo>
                  <a:lnTo>
                    <a:pt x="6731" y="92281"/>
                  </a:lnTo>
                  <a:lnTo>
                    <a:pt x="23276" y="109524"/>
                  </a:lnTo>
                  <a:lnTo>
                    <a:pt x="46450" y="109524"/>
                  </a:lnTo>
                  <a:lnTo>
                    <a:pt x="46450" y="101187"/>
                  </a:lnTo>
                  <a:lnTo>
                    <a:pt x="26163" y="101187"/>
                  </a:lnTo>
                  <a:lnTo>
                    <a:pt x="14517" y="89397"/>
                  </a:lnTo>
                  <a:lnTo>
                    <a:pt x="14517" y="17395"/>
                  </a:lnTo>
                  <a:lnTo>
                    <a:pt x="7779" y="17395"/>
                  </a:lnTo>
                  <a:lnTo>
                    <a:pt x="7779" y="8345"/>
                  </a:lnTo>
                  <a:lnTo>
                    <a:pt x="30018" y="8345"/>
                  </a:lnTo>
                  <a:lnTo>
                    <a:pt x="30018" y="17395"/>
                  </a:lnTo>
                  <a:lnTo>
                    <a:pt x="26015" y="17395"/>
                  </a:lnTo>
                  <a:lnTo>
                    <a:pt x="26015" y="87300"/>
                  </a:lnTo>
                  <a:lnTo>
                    <a:pt x="31003" y="92281"/>
                  </a:lnTo>
                  <a:lnTo>
                    <a:pt x="46450" y="92281"/>
                  </a:lnTo>
                  <a:lnTo>
                    <a:pt x="46450" y="83936"/>
                  </a:lnTo>
                  <a:lnTo>
                    <a:pt x="34647" y="83936"/>
                  </a:lnTo>
                  <a:lnTo>
                    <a:pt x="34647" y="24126"/>
                  </a:lnTo>
                  <a:lnTo>
                    <a:pt x="38498" y="24126"/>
                  </a:lnTo>
                  <a:lnTo>
                    <a:pt x="38498" y="0"/>
                  </a:lnTo>
                  <a:close/>
                </a:path>
              </a:pathLst>
            </a:custGeom>
            <a:solidFill>
              <a:srgbClr val="1E2453">
                <a:alpha val="4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24" name="Google Shape;3724;p64"/>
          <p:cNvSpPr/>
          <p:nvPr/>
        </p:nvSpPr>
        <p:spPr>
          <a:xfrm>
            <a:off x="345000" y="227000"/>
            <a:ext cx="8453700" cy="4689600"/>
          </a:xfrm>
          <a:prstGeom prst="rect">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64"/>
          <p:cNvSpPr/>
          <p:nvPr/>
        </p:nvSpPr>
        <p:spPr>
          <a:xfrm>
            <a:off x="512250" y="372625"/>
            <a:ext cx="8119200" cy="4398300"/>
          </a:xfrm>
          <a:prstGeom prst="rect">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26" name="Google Shape;3726;p64"/>
          <p:cNvCxnSpPr/>
          <p:nvPr/>
        </p:nvCxnSpPr>
        <p:spPr>
          <a:xfrm>
            <a:off x="2370300" y="2823412"/>
            <a:ext cx="4403100" cy="0"/>
          </a:xfrm>
          <a:prstGeom prst="straightConnector1">
            <a:avLst/>
          </a:prstGeom>
          <a:noFill/>
          <a:ln cap="flat" cmpd="sng" w="19050">
            <a:solidFill>
              <a:srgbClr val="20124D"/>
            </a:solidFill>
            <a:prstDash val="dash"/>
            <a:round/>
            <a:headEnd len="med" w="med" type="none"/>
            <a:tailEnd len="med" w="med" type="none"/>
          </a:ln>
        </p:spPr>
      </p:cxnSp>
      <p:sp>
        <p:nvSpPr>
          <p:cNvPr id="3727" name="Google Shape;3727;p64"/>
          <p:cNvSpPr/>
          <p:nvPr/>
        </p:nvSpPr>
        <p:spPr>
          <a:xfrm>
            <a:off x="4247896" y="75"/>
            <a:ext cx="648300" cy="810651"/>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64"/>
          <p:cNvSpPr txBox="1"/>
          <p:nvPr>
            <p:ph type="title"/>
          </p:nvPr>
        </p:nvSpPr>
        <p:spPr>
          <a:xfrm>
            <a:off x="2274875" y="985284"/>
            <a:ext cx="4594200" cy="686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b="1" sz="3900"/>
            </a:lvl1pPr>
            <a:lvl2pPr lvl="1" algn="ctr">
              <a:spcBef>
                <a:spcPts val="0"/>
              </a:spcBef>
              <a:spcAft>
                <a:spcPts val="0"/>
              </a:spcAft>
              <a:buNone/>
              <a:defRPr b="1" sz="3900"/>
            </a:lvl2pPr>
            <a:lvl3pPr lvl="2" algn="ctr">
              <a:spcBef>
                <a:spcPts val="0"/>
              </a:spcBef>
              <a:spcAft>
                <a:spcPts val="0"/>
              </a:spcAft>
              <a:buNone/>
              <a:defRPr b="1" sz="3900"/>
            </a:lvl3pPr>
            <a:lvl4pPr lvl="3" algn="ctr">
              <a:spcBef>
                <a:spcPts val="0"/>
              </a:spcBef>
              <a:spcAft>
                <a:spcPts val="0"/>
              </a:spcAft>
              <a:buNone/>
              <a:defRPr b="1" sz="3900"/>
            </a:lvl4pPr>
            <a:lvl5pPr lvl="4" algn="ctr">
              <a:spcBef>
                <a:spcPts val="0"/>
              </a:spcBef>
              <a:spcAft>
                <a:spcPts val="0"/>
              </a:spcAft>
              <a:buNone/>
              <a:defRPr b="1" sz="3900"/>
            </a:lvl5pPr>
            <a:lvl6pPr lvl="5" algn="ctr">
              <a:spcBef>
                <a:spcPts val="0"/>
              </a:spcBef>
              <a:spcAft>
                <a:spcPts val="0"/>
              </a:spcAft>
              <a:buNone/>
              <a:defRPr b="1" sz="3900"/>
            </a:lvl6pPr>
            <a:lvl7pPr lvl="6" algn="ctr">
              <a:spcBef>
                <a:spcPts val="0"/>
              </a:spcBef>
              <a:spcAft>
                <a:spcPts val="0"/>
              </a:spcAft>
              <a:buNone/>
              <a:defRPr b="1" sz="3900"/>
            </a:lvl7pPr>
            <a:lvl8pPr lvl="7" algn="ctr">
              <a:spcBef>
                <a:spcPts val="0"/>
              </a:spcBef>
              <a:spcAft>
                <a:spcPts val="0"/>
              </a:spcAft>
              <a:buNone/>
              <a:defRPr b="1" sz="3900"/>
            </a:lvl8pPr>
            <a:lvl9pPr lvl="8" algn="ctr">
              <a:spcBef>
                <a:spcPts val="0"/>
              </a:spcBef>
              <a:spcAft>
                <a:spcPts val="0"/>
              </a:spcAft>
              <a:buNone/>
              <a:defRPr b="1" sz="3900"/>
            </a:lvl9pPr>
          </a:lstStyle>
          <a:p/>
        </p:txBody>
      </p:sp>
      <p:sp>
        <p:nvSpPr>
          <p:cNvPr id="3729" name="Google Shape;3729;p64"/>
          <p:cNvSpPr txBox="1"/>
          <p:nvPr>
            <p:ph idx="1" type="subTitle"/>
          </p:nvPr>
        </p:nvSpPr>
        <p:spPr>
          <a:xfrm>
            <a:off x="3449250" y="1730381"/>
            <a:ext cx="2245500" cy="350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400">
                <a:solidFill>
                  <a:srgbClr val="20124D"/>
                </a:solidFill>
                <a:latin typeface="Didact Gothic"/>
                <a:ea typeface="Didact Gothic"/>
                <a:cs typeface="Didact Gothic"/>
                <a:sym typeface="Didact Gothic"/>
              </a:defRPr>
            </a:lvl1pPr>
            <a:lvl2pPr lvl="1"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2pPr>
            <a:lvl3pPr lvl="2"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3pPr>
            <a:lvl4pPr lvl="3"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4pPr>
            <a:lvl5pPr lvl="4"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5pPr>
            <a:lvl6pPr lvl="5"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6pPr>
            <a:lvl7pPr lvl="6"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7pPr>
            <a:lvl8pPr lvl="7" algn="ctr">
              <a:lnSpc>
                <a:spcPct val="100000"/>
              </a:lnSpc>
              <a:spcBef>
                <a:spcPts val="1600"/>
              </a:spcBef>
              <a:spcAft>
                <a:spcPts val="0"/>
              </a:spcAft>
              <a:buNone/>
              <a:defRPr sz="1400">
                <a:solidFill>
                  <a:srgbClr val="20124D"/>
                </a:solidFill>
                <a:latin typeface="Didact Gothic"/>
                <a:ea typeface="Didact Gothic"/>
                <a:cs typeface="Didact Gothic"/>
                <a:sym typeface="Didact Gothic"/>
              </a:defRPr>
            </a:lvl8pPr>
            <a:lvl9pPr lvl="8" algn="ctr">
              <a:lnSpc>
                <a:spcPct val="100000"/>
              </a:lnSpc>
              <a:spcBef>
                <a:spcPts val="1600"/>
              </a:spcBef>
              <a:spcAft>
                <a:spcPts val="1600"/>
              </a:spcAft>
              <a:buNone/>
              <a:defRPr sz="1400">
                <a:solidFill>
                  <a:srgbClr val="20124D"/>
                </a:solidFill>
                <a:latin typeface="Didact Gothic"/>
                <a:ea typeface="Didact Gothic"/>
                <a:cs typeface="Didact Gothic"/>
                <a:sym typeface="Didact Gothic"/>
              </a:defRPr>
            </a:lvl9pPr>
          </a:lstStyle>
          <a:p/>
        </p:txBody>
      </p:sp>
      <p:sp>
        <p:nvSpPr>
          <p:cNvPr id="3730" name="Google Shape;3730;p64"/>
          <p:cNvSpPr txBox="1"/>
          <p:nvPr>
            <p:ph idx="2" type="subTitle"/>
          </p:nvPr>
        </p:nvSpPr>
        <p:spPr>
          <a:xfrm>
            <a:off x="2370450" y="2158783"/>
            <a:ext cx="4403100" cy="405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b="1" sz="3000">
                <a:solidFill>
                  <a:schemeClr val="lt1"/>
                </a:solidFill>
                <a:latin typeface="Graduate"/>
                <a:ea typeface="Graduate"/>
                <a:cs typeface="Graduate"/>
                <a:sym typeface="Graduate"/>
              </a:defRPr>
            </a:lvl1pPr>
            <a:lvl2pPr lvl="1" algn="ctr">
              <a:spcBef>
                <a:spcPts val="1600"/>
              </a:spcBef>
              <a:spcAft>
                <a:spcPts val="0"/>
              </a:spcAft>
              <a:buNone/>
              <a:defRPr b="1" sz="3000">
                <a:solidFill>
                  <a:schemeClr val="lt1"/>
                </a:solidFill>
                <a:latin typeface="Graduate"/>
                <a:ea typeface="Graduate"/>
                <a:cs typeface="Graduate"/>
                <a:sym typeface="Graduate"/>
              </a:defRPr>
            </a:lvl2pPr>
            <a:lvl3pPr lvl="2" algn="ctr">
              <a:spcBef>
                <a:spcPts val="1600"/>
              </a:spcBef>
              <a:spcAft>
                <a:spcPts val="0"/>
              </a:spcAft>
              <a:buNone/>
              <a:defRPr b="1" sz="3000">
                <a:solidFill>
                  <a:schemeClr val="lt1"/>
                </a:solidFill>
                <a:latin typeface="Graduate"/>
                <a:ea typeface="Graduate"/>
                <a:cs typeface="Graduate"/>
                <a:sym typeface="Graduate"/>
              </a:defRPr>
            </a:lvl3pPr>
            <a:lvl4pPr lvl="3" algn="ctr">
              <a:spcBef>
                <a:spcPts val="1600"/>
              </a:spcBef>
              <a:spcAft>
                <a:spcPts val="0"/>
              </a:spcAft>
              <a:buNone/>
              <a:defRPr b="1" sz="3000">
                <a:solidFill>
                  <a:schemeClr val="lt1"/>
                </a:solidFill>
                <a:latin typeface="Graduate"/>
                <a:ea typeface="Graduate"/>
                <a:cs typeface="Graduate"/>
                <a:sym typeface="Graduate"/>
              </a:defRPr>
            </a:lvl4pPr>
            <a:lvl5pPr lvl="4" algn="ctr">
              <a:spcBef>
                <a:spcPts val="1600"/>
              </a:spcBef>
              <a:spcAft>
                <a:spcPts val="0"/>
              </a:spcAft>
              <a:buNone/>
              <a:defRPr b="1" sz="3000">
                <a:solidFill>
                  <a:schemeClr val="lt1"/>
                </a:solidFill>
                <a:latin typeface="Graduate"/>
                <a:ea typeface="Graduate"/>
                <a:cs typeface="Graduate"/>
                <a:sym typeface="Graduate"/>
              </a:defRPr>
            </a:lvl5pPr>
            <a:lvl6pPr lvl="5" algn="ctr">
              <a:spcBef>
                <a:spcPts val="1600"/>
              </a:spcBef>
              <a:spcAft>
                <a:spcPts val="0"/>
              </a:spcAft>
              <a:buNone/>
              <a:defRPr b="1" sz="3000">
                <a:solidFill>
                  <a:schemeClr val="lt1"/>
                </a:solidFill>
                <a:latin typeface="Graduate"/>
                <a:ea typeface="Graduate"/>
                <a:cs typeface="Graduate"/>
                <a:sym typeface="Graduate"/>
              </a:defRPr>
            </a:lvl6pPr>
            <a:lvl7pPr lvl="6" algn="ctr">
              <a:spcBef>
                <a:spcPts val="1600"/>
              </a:spcBef>
              <a:spcAft>
                <a:spcPts val="0"/>
              </a:spcAft>
              <a:buNone/>
              <a:defRPr b="1" sz="3000">
                <a:solidFill>
                  <a:schemeClr val="lt1"/>
                </a:solidFill>
                <a:latin typeface="Graduate"/>
                <a:ea typeface="Graduate"/>
                <a:cs typeface="Graduate"/>
                <a:sym typeface="Graduate"/>
              </a:defRPr>
            </a:lvl7pPr>
            <a:lvl8pPr lvl="7" algn="ctr">
              <a:spcBef>
                <a:spcPts val="1600"/>
              </a:spcBef>
              <a:spcAft>
                <a:spcPts val="0"/>
              </a:spcAft>
              <a:buNone/>
              <a:defRPr b="1" sz="3000">
                <a:solidFill>
                  <a:schemeClr val="lt1"/>
                </a:solidFill>
                <a:latin typeface="Graduate"/>
                <a:ea typeface="Graduate"/>
                <a:cs typeface="Graduate"/>
                <a:sym typeface="Graduate"/>
              </a:defRPr>
            </a:lvl8pPr>
            <a:lvl9pPr lvl="8" algn="ctr">
              <a:spcBef>
                <a:spcPts val="1600"/>
              </a:spcBef>
              <a:spcAft>
                <a:spcPts val="1600"/>
              </a:spcAft>
              <a:buNone/>
              <a:defRPr b="1" sz="3000">
                <a:solidFill>
                  <a:schemeClr val="lt1"/>
                </a:solidFill>
                <a:latin typeface="Graduate"/>
                <a:ea typeface="Graduate"/>
                <a:cs typeface="Graduate"/>
                <a:sym typeface="Graduate"/>
              </a:defRPr>
            </a:lvl9pPr>
          </a:lstStyle>
          <a:p/>
        </p:txBody>
      </p:sp>
      <p:sp>
        <p:nvSpPr>
          <p:cNvPr id="3731" name="Google Shape;3731;p64"/>
          <p:cNvSpPr txBox="1"/>
          <p:nvPr>
            <p:ph idx="3" type="subTitle"/>
          </p:nvPr>
        </p:nvSpPr>
        <p:spPr>
          <a:xfrm>
            <a:off x="2058000" y="2872706"/>
            <a:ext cx="5028000" cy="583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200">
                <a:solidFill>
                  <a:srgbClr val="20124D"/>
                </a:solidFill>
                <a:latin typeface="Didact Gothic"/>
                <a:ea typeface="Didact Gothic"/>
                <a:cs typeface="Didact Gothic"/>
                <a:sym typeface="Didact Gothic"/>
              </a:defRPr>
            </a:lvl1pPr>
            <a:lvl2pPr lvl="1"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2pPr>
            <a:lvl3pPr lvl="2"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3pPr>
            <a:lvl4pPr lvl="3"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4pPr>
            <a:lvl5pPr lvl="4"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5pPr>
            <a:lvl6pPr lvl="5"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6pPr>
            <a:lvl7pPr lvl="6"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7pPr>
            <a:lvl8pPr lvl="7" algn="ctr">
              <a:lnSpc>
                <a:spcPct val="100000"/>
              </a:lnSpc>
              <a:spcBef>
                <a:spcPts val="1600"/>
              </a:spcBef>
              <a:spcAft>
                <a:spcPts val="0"/>
              </a:spcAft>
              <a:buNone/>
              <a:defRPr sz="1200">
                <a:solidFill>
                  <a:srgbClr val="20124D"/>
                </a:solidFill>
                <a:latin typeface="Didact Gothic"/>
                <a:ea typeface="Didact Gothic"/>
                <a:cs typeface="Didact Gothic"/>
                <a:sym typeface="Didact Gothic"/>
              </a:defRPr>
            </a:lvl8pPr>
            <a:lvl9pPr lvl="8" algn="ctr">
              <a:lnSpc>
                <a:spcPct val="100000"/>
              </a:lnSpc>
              <a:spcBef>
                <a:spcPts val="1600"/>
              </a:spcBef>
              <a:spcAft>
                <a:spcPts val="1600"/>
              </a:spcAft>
              <a:buNone/>
              <a:defRPr sz="1200">
                <a:solidFill>
                  <a:srgbClr val="20124D"/>
                </a:solidFill>
                <a:latin typeface="Didact Gothic"/>
                <a:ea typeface="Didact Gothic"/>
                <a:cs typeface="Didact Gothic"/>
                <a:sym typeface="Didact Gothic"/>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slideLayout" Target="../slideLayouts/slideLayout49.xml"/><Relationship Id="rId14" Type="http://schemas.openxmlformats.org/officeDocument/2006/relationships/slideLayout" Target="../slideLayouts/slideLayout50.xml"/><Relationship Id="rId15" Type="http://schemas.openxmlformats.org/officeDocument/2006/relationships/slideLayout" Target="../slideLayouts/slideLayout51.xml"/><Relationship Id="rId16" Type="http://schemas.openxmlformats.org/officeDocument/2006/relationships/slideLayout" Target="../slideLayouts/slideLayout52.xml"/><Relationship Id="rId17" Type="http://schemas.openxmlformats.org/officeDocument/2006/relationships/slideLayout" Target="../slideLayouts/slideLayout53.xml"/><Relationship Id="rId18" Type="http://schemas.openxmlformats.org/officeDocument/2006/relationships/slideLayout" Target="../slideLayouts/slideLayout54.xml"/><Relationship Id="rId19" Type="http://schemas.openxmlformats.org/officeDocument/2006/relationships/slideLayout" Target="../slideLayouts/slideLayout55.xml"/><Relationship Id="rId20" Type="http://schemas.openxmlformats.org/officeDocument/2006/relationships/slideLayout" Target="../slideLayouts/slideLayout56.xml"/><Relationship Id="rId21" Type="http://schemas.openxmlformats.org/officeDocument/2006/relationships/slideLayout" Target="../slideLayouts/slideLayout57.xml"/><Relationship Id="rId22" Type="http://schemas.openxmlformats.org/officeDocument/2006/relationships/slideLayout" Target="../slideLayouts/slideLayout58.xml"/><Relationship Id="rId23" Type="http://schemas.openxmlformats.org/officeDocument/2006/relationships/slideLayout" Target="../slideLayouts/slideLayout59.xml"/><Relationship Id="rId24" Type="http://schemas.openxmlformats.org/officeDocument/2006/relationships/slideLayout" Target="../slideLayouts/slideLayout60.xml"/><Relationship Id="rId25" Type="http://schemas.openxmlformats.org/officeDocument/2006/relationships/slideLayout" Target="../slideLayouts/slideLayout61.xml"/><Relationship Id="rId26"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601470"/>
            <a:ext cx="77175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accent2"/>
              </a:buClr>
              <a:buSzPts val="3100"/>
              <a:buFont typeface="Hammersmith One"/>
              <a:buNone/>
              <a:defRPr b="1" sz="3100">
                <a:solidFill>
                  <a:schemeClr val="accent2"/>
                </a:solidFill>
                <a:latin typeface="Hammersmith One"/>
                <a:ea typeface="Hammersmith One"/>
                <a:cs typeface="Hammersmith One"/>
                <a:sym typeface="Hammersmith One"/>
              </a:defRPr>
            </a:lvl1pPr>
            <a:lvl2pPr lvl="1" algn="ctr">
              <a:spcBef>
                <a:spcPts val="0"/>
              </a:spcBef>
              <a:spcAft>
                <a:spcPts val="0"/>
              </a:spcAft>
              <a:buClr>
                <a:schemeClr val="accent2"/>
              </a:buClr>
              <a:buSzPts val="3100"/>
              <a:buFont typeface="Hammersmith One"/>
              <a:buNone/>
              <a:defRPr b="1" sz="3100">
                <a:solidFill>
                  <a:schemeClr val="accent2"/>
                </a:solidFill>
                <a:latin typeface="Hammersmith One"/>
                <a:ea typeface="Hammersmith One"/>
                <a:cs typeface="Hammersmith One"/>
                <a:sym typeface="Hammersmith One"/>
              </a:defRPr>
            </a:lvl2pPr>
            <a:lvl3pPr lvl="2" algn="ctr">
              <a:spcBef>
                <a:spcPts val="0"/>
              </a:spcBef>
              <a:spcAft>
                <a:spcPts val="0"/>
              </a:spcAft>
              <a:buClr>
                <a:schemeClr val="accent2"/>
              </a:buClr>
              <a:buSzPts val="3100"/>
              <a:buFont typeface="Hammersmith One"/>
              <a:buNone/>
              <a:defRPr b="1" sz="3100">
                <a:solidFill>
                  <a:schemeClr val="accent2"/>
                </a:solidFill>
                <a:latin typeface="Hammersmith One"/>
                <a:ea typeface="Hammersmith One"/>
                <a:cs typeface="Hammersmith One"/>
                <a:sym typeface="Hammersmith One"/>
              </a:defRPr>
            </a:lvl3pPr>
            <a:lvl4pPr lvl="3" algn="ctr">
              <a:spcBef>
                <a:spcPts val="0"/>
              </a:spcBef>
              <a:spcAft>
                <a:spcPts val="0"/>
              </a:spcAft>
              <a:buClr>
                <a:schemeClr val="accent2"/>
              </a:buClr>
              <a:buSzPts val="3100"/>
              <a:buFont typeface="Hammersmith One"/>
              <a:buNone/>
              <a:defRPr b="1" sz="3100">
                <a:solidFill>
                  <a:schemeClr val="accent2"/>
                </a:solidFill>
                <a:latin typeface="Hammersmith One"/>
                <a:ea typeface="Hammersmith One"/>
                <a:cs typeface="Hammersmith One"/>
                <a:sym typeface="Hammersmith One"/>
              </a:defRPr>
            </a:lvl4pPr>
            <a:lvl5pPr lvl="4" algn="ctr">
              <a:spcBef>
                <a:spcPts val="0"/>
              </a:spcBef>
              <a:spcAft>
                <a:spcPts val="0"/>
              </a:spcAft>
              <a:buClr>
                <a:schemeClr val="accent2"/>
              </a:buClr>
              <a:buSzPts val="3100"/>
              <a:buFont typeface="Hammersmith One"/>
              <a:buNone/>
              <a:defRPr b="1" sz="3100">
                <a:solidFill>
                  <a:schemeClr val="accent2"/>
                </a:solidFill>
                <a:latin typeface="Hammersmith One"/>
                <a:ea typeface="Hammersmith One"/>
                <a:cs typeface="Hammersmith One"/>
                <a:sym typeface="Hammersmith One"/>
              </a:defRPr>
            </a:lvl5pPr>
            <a:lvl6pPr lvl="5" algn="ctr">
              <a:spcBef>
                <a:spcPts val="0"/>
              </a:spcBef>
              <a:spcAft>
                <a:spcPts val="0"/>
              </a:spcAft>
              <a:buClr>
                <a:schemeClr val="accent2"/>
              </a:buClr>
              <a:buSzPts val="3100"/>
              <a:buFont typeface="Hammersmith One"/>
              <a:buNone/>
              <a:defRPr b="1" sz="3100">
                <a:solidFill>
                  <a:schemeClr val="accent2"/>
                </a:solidFill>
                <a:latin typeface="Hammersmith One"/>
                <a:ea typeface="Hammersmith One"/>
                <a:cs typeface="Hammersmith One"/>
                <a:sym typeface="Hammersmith One"/>
              </a:defRPr>
            </a:lvl6pPr>
            <a:lvl7pPr lvl="6" algn="ctr">
              <a:spcBef>
                <a:spcPts val="0"/>
              </a:spcBef>
              <a:spcAft>
                <a:spcPts val="0"/>
              </a:spcAft>
              <a:buClr>
                <a:schemeClr val="accent2"/>
              </a:buClr>
              <a:buSzPts val="3100"/>
              <a:buFont typeface="Hammersmith One"/>
              <a:buNone/>
              <a:defRPr b="1" sz="3100">
                <a:solidFill>
                  <a:schemeClr val="accent2"/>
                </a:solidFill>
                <a:latin typeface="Hammersmith One"/>
                <a:ea typeface="Hammersmith One"/>
                <a:cs typeface="Hammersmith One"/>
                <a:sym typeface="Hammersmith One"/>
              </a:defRPr>
            </a:lvl7pPr>
            <a:lvl8pPr lvl="7" algn="ctr">
              <a:spcBef>
                <a:spcPts val="0"/>
              </a:spcBef>
              <a:spcAft>
                <a:spcPts val="0"/>
              </a:spcAft>
              <a:buClr>
                <a:schemeClr val="accent2"/>
              </a:buClr>
              <a:buSzPts val="3100"/>
              <a:buFont typeface="Hammersmith One"/>
              <a:buNone/>
              <a:defRPr b="1" sz="3100">
                <a:solidFill>
                  <a:schemeClr val="accent2"/>
                </a:solidFill>
                <a:latin typeface="Hammersmith One"/>
                <a:ea typeface="Hammersmith One"/>
                <a:cs typeface="Hammersmith One"/>
                <a:sym typeface="Hammersmith One"/>
              </a:defRPr>
            </a:lvl8pPr>
            <a:lvl9pPr lvl="8" algn="ctr">
              <a:spcBef>
                <a:spcPts val="0"/>
              </a:spcBef>
              <a:spcAft>
                <a:spcPts val="0"/>
              </a:spcAft>
              <a:buClr>
                <a:schemeClr val="accent2"/>
              </a:buClr>
              <a:buSzPts val="3100"/>
              <a:buFont typeface="Hammersmith One"/>
              <a:buNone/>
              <a:defRPr b="1" sz="3100">
                <a:solidFill>
                  <a:schemeClr val="accent2"/>
                </a:solidFill>
                <a:latin typeface="Hammersmith One"/>
                <a:ea typeface="Hammersmith One"/>
                <a:cs typeface="Hammersmith One"/>
                <a:sym typeface="Hammersmith One"/>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1pPr>
            <a:lvl2pPr indent="-317500" lvl="1" marL="9144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2pPr>
            <a:lvl3pPr indent="-317500" lvl="2" marL="13716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3pPr>
            <a:lvl4pPr indent="-317500" lvl="3" marL="18288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4pPr>
            <a:lvl5pPr indent="-317500" lvl="4" marL="22860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5pPr>
            <a:lvl6pPr indent="-317500" lvl="5" marL="27432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6pPr>
            <a:lvl7pPr indent="-317500" lvl="6" marL="32004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7pPr>
            <a:lvl8pPr indent="-317500" lvl="7" marL="36576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8pPr>
            <a:lvl9pPr indent="-317500" lvl="8" marL="41148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3264" name="Shape 3264"/>
        <p:cNvGrpSpPr/>
        <p:nvPr/>
      </p:nvGrpSpPr>
      <p:grpSpPr>
        <a:xfrm>
          <a:off x="0" y="0"/>
          <a:ext cx="0" cy="0"/>
          <a:chOff x="0" y="0"/>
          <a:chExt cx="0" cy="0"/>
        </a:xfrm>
      </p:grpSpPr>
      <p:sp>
        <p:nvSpPr>
          <p:cNvPr id="3265" name="Google Shape;3265;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800"/>
              <a:buFont typeface="Graduate"/>
              <a:buNone/>
              <a:defRPr sz="2800">
                <a:solidFill>
                  <a:schemeClr val="dk2"/>
                </a:solidFill>
                <a:latin typeface="Graduate"/>
                <a:ea typeface="Graduate"/>
                <a:cs typeface="Graduate"/>
                <a:sym typeface="Graduate"/>
              </a:defRPr>
            </a:lvl1pPr>
            <a:lvl2pPr lvl="1">
              <a:spcBef>
                <a:spcPts val="0"/>
              </a:spcBef>
              <a:spcAft>
                <a:spcPts val="0"/>
              </a:spcAft>
              <a:buClr>
                <a:schemeClr val="dk2"/>
              </a:buClr>
              <a:buSzPts val="2800"/>
              <a:buFont typeface="Graduate"/>
              <a:buNone/>
              <a:defRPr sz="2800">
                <a:solidFill>
                  <a:schemeClr val="dk2"/>
                </a:solidFill>
                <a:latin typeface="Graduate"/>
                <a:ea typeface="Graduate"/>
                <a:cs typeface="Graduate"/>
                <a:sym typeface="Graduate"/>
              </a:defRPr>
            </a:lvl2pPr>
            <a:lvl3pPr lvl="2">
              <a:spcBef>
                <a:spcPts val="0"/>
              </a:spcBef>
              <a:spcAft>
                <a:spcPts val="0"/>
              </a:spcAft>
              <a:buClr>
                <a:schemeClr val="dk2"/>
              </a:buClr>
              <a:buSzPts val="2800"/>
              <a:buFont typeface="Graduate"/>
              <a:buNone/>
              <a:defRPr sz="2800">
                <a:solidFill>
                  <a:schemeClr val="dk2"/>
                </a:solidFill>
                <a:latin typeface="Graduate"/>
                <a:ea typeface="Graduate"/>
                <a:cs typeface="Graduate"/>
                <a:sym typeface="Graduate"/>
              </a:defRPr>
            </a:lvl3pPr>
            <a:lvl4pPr lvl="3">
              <a:spcBef>
                <a:spcPts val="0"/>
              </a:spcBef>
              <a:spcAft>
                <a:spcPts val="0"/>
              </a:spcAft>
              <a:buClr>
                <a:schemeClr val="dk2"/>
              </a:buClr>
              <a:buSzPts val="2800"/>
              <a:buFont typeface="Graduate"/>
              <a:buNone/>
              <a:defRPr sz="2800">
                <a:solidFill>
                  <a:schemeClr val="dk2"/>
                </a:solidFill>
                <a:latin typeface="Graduate"/>
                <a:ea typeface="Graduate"/>
                <a:cs typeface="Graduate"/>
                <a:sym typeface="Graduate"/>
              </a:defRPr>
            </a:lvl4pPr>
            <a:lvl5pPr lvl="4">
              <a:spcBef>
                <a:spcPts val="0"/>
              </a:spcBef>
              <a:spcAft>
                <a:spcPts val="0"/>
              </a:spcAft>
              <a:buClr>
                <a:schemeClr val="dk2"/>
              </a:buClr>
              <a:buSzPts val="2800"/>
              <a:buFont typeface="Graduate"/>
              <a:buNone/>
              <a:defRPr sz="2800">
                <a:solidFill>
                  <a:schemeClr val="dk2"/>
                </a:solidFill>
                <a:latin typeface="Graduate"/>
                <a:ea typeface="Graduate"/>
                <a:cs typeface="Graduate"/>
                <a:sym typeface="Graduate"/>
              </a:defRPr>
            </a:lvl5pPr>
            <a:lvl6pPr lvl="5">
              <a:spcBef>
                <a:spcPts val="0"/>
              </a:spcBef>
              <a:spcAft>
                <a:spcPts val="0"/>
              </a:spcAft>
              <a:buClr>
                <a:schemeClr val="dk2"/>
              </a:buClr>
              <a:buSzPts val="2800"/>
              <a:buFont typeface="Graduate"/>
              <a:buNone/>
              <a:defRPr sz="2800">
                <a:solidFill>
                  <a:schemeClr val="dk2"/>
                </a:solidFill>
                <a:latin typeface="Graduate"/>
                <a:ea typeface="Graduate"/>
                <a:cs typeface="Graduate"/>
                <a:sym typeface="Graduate"/>
              </a:defRPr>
            </a:lvl6pPr>
            <a:lvl7pPr lvl="6">
              <a:spcBef>
                <a:spcPts val="0"/>
              </a:spcBef>
              <a:spcAft>
                <a:spcPts val="0"/>
              </a:spcAft>
              <a:buClr>
                <a:schemeClr val="dk2"/>
              </a:buClr>
              <a:buSzPts val="2800"/>
              <a:buFont typeface="Graduate"/>
              <a:buNone/>
              <a:defRPr sz="2800">
                <a:solidFill>
                  <a:schemeClr val="dk2"/>
                </a:solidFill>
                <a:latin typeface="Graduate"/>
                <a:ea typeface="Graduate"/>
                <a:cs typeface="Graduate"/>
                <a:sym typeface="Graduate"/>
              </a:defRPr>
            </a:lvl7pPr>
            <a:lvl8pPr lvl="7">
              <a:spcBef>
                <a:spcPts val="0"/>
              </a:spcBef>
              <a:spcAft>
                <a:spcPts val="0"/>
              </a:spcAft>
              <a:buClr>
                <a:schemeClr val="dk2"/>
              </a:buClr>
              <a:buSzPts val="2800"/>
              <a:buFont typeface="Graduate"/>
              <a:buNone/>
              <a:defRPr sz="2800">
                <a:solidFill>
                  <a:schemeClr val="dk2"/>
                </a:solidFill>
                <a:latin typeface="Graduate"/>
                <a:ea typeface="Graduate"/>
                <a:cs typeface="Graduate"/>
                <a:sym typeface="Graduate"/>
              </a:defRPr>
            </a:lvl8pPr>
            <a:lvl9pPr lvl="8">
              <a:spcBef>
                <a:spcPts val="0"/>
              </a:spcBef>
              <a:spcAft>
                <a:spcPts val="0"/>
              </a:spcAft>
              <a:buClr>
                <a:schemeClr val="dk2"/>
              </a:buClr>
              <a:buSzPts val="2800"/>
              <a:buFont typeface="Graduate"/>
              <a:buNone/>
              <a:defRPr sz="2800">
                <a:solidFill>
                  <a:schemeClr val="dk2"/>
                </a:solidFill>
                <a:latin typeface="Graduate"/>
                <a:ea typeface="Graduate"/>
                <a:cs typeface="Graduate"/>
                <a:sym typeface="Graduate"/>
              </a:defRPr>
            </a:lvl9pPr>
          </a:lstStyle>
          <a:p/>
        </p:txBody>
      </p:sp>
      <p:sp>
        <p:nvSpPr>
          <p:cNvPr id="3266" name="Google Shape;3266;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Antic Slab"/>
              <a:buChar char="●"/>
              <a:defRPr sz="1800">
                <a:solidFill>
                  <a:schemeClr val="dk2"/>
                </a:solidFill>
                <a:latin typeface="Antic Slab"/>
                <a:ea typeface="Antic Slab"/>
                <a:cs typeface="Antic Slab"/>
                <a:sym typeface="Antic Slab"/>
              </a:defRPr>
            </a:lvl1pPr>
            <a:lvl2pPr indent="-317500" lvl="1" marL="914400">
              <a:lnSpc>
                <a:spcPct val="115000"/>
              </a:lnSpc>
              <a:spcBef>
                <a:spcPts val="1600"/>
              </a:spcBef>
              <a:spcAft>
                <a:spcPts val="0"/>
              </a:spcAft>
              <a:buClr>
                <a:schemeClr val="dk2"/>
              </a:buClr>
              <a:buSzPts val="1400"/>
              <a:buFont typeface="Antic Slab"/>
              <a:buChar char="○"/>
              <a:defRPr>
                <a:solidFill>
                  <a:schemeClr val="dk2"/>
                </a:solidFill>
                <a:latin typeface="Antic Slab"/>
                <a:ea typeface="Antic Slab"/>
                <a:cs typeface="Antic Slab"/>
                <a:sym typeface="Antic Slab"/>
              </a:defRPr>
            </a:lvl2pPr>
            <a:lvl3pPr indent="-317500" lvl="2" marL="1371600">
              <a:lnSpc>
                <a:spcPct val="115000"/>
              </a:lnSpc>
              <a:spcBef>
                <a:spcPts val="1600"/>
              </a:spcBef>
              <a:spcAft>
                <a:spcPts val="0"/>
              </a:spcAft>
              <a:buClr>
                <a:schemeClr val="dk2"/>
              </a:buClr>
              <a:buSzPts val="1400"/>
              <a:buFont typeface="Antic Slab"/>
              <a:buChar char="■"/>
              <a:defRPr>
                <a:solidFill>
                  <a:schemeClr val="dk2"/>
                </a:solidFill>
                <a:latin typeface="Antic Slab"/>
                <a:ea typeface="Antic Slab"/>
                <a:cs typeface="Antic Slab"/>
                <a:sym typeface="Antic Slab"/>
              </a:defRPr>
            </a:lvl3pPr>
            <a:lvl4pPr indent="-317500" lvl="3" marL="1828800">
              <a:lnSpc>
                <a:spcPct val="115000"/>
              </a:lnSpc>
              <a:spcBef>
                <a:spcPts val="1600"/>
              </a:spcBef>
              <a:spcAft>
                <a:spcPts val="0"/>
              </a:spcAft>
              <a:buClr>
                <a:schemeClr val="dk2"/>
              </a:buClr>
              <a:buSzPts val="1400"/>
              <a:buFont typeface="Antic Slab"/>
              <a:buChar char="●"/>
              <a:defRPr>
                <a:solidFill>
                  <a:schemeClr val="dk2"/>
                </a:solidFill>
                <a:latin typeface="Antic Slab"/>
                <a:ea typeface="Antic Slab"/>
                <a:cs typeface="Antic Slab"/>
                <a:sym typeface="Antic Slab"/>
              </a:defRPr>
            </a:lvl4pPr>
            <a:lvl5pPr indent="-317500" lvl="4" marL="2286000">
              <a:lnSpc>
                <a:spcPct val="115000"/>
              </a:lnSpc>
              <a:spcBef>
                <a:spcPts val="1600"/>
              </a:spcBef>
              <a:spcAft>
                <a:spcPts val="0"/>
              </a:spcAft>
              <a:buClr>
                <a:schemeClr val="dk2"/>
              </a:buClr>
              <a:buSzPts val="1400"/>
              <a:buFont typeface="Antic Slab"/>
              <a:buChar char="○"/>
              <a:defRPr>
                <a:solidFill>
                  <a:schemeClr val="dk2"/>
                </a:solidFill>
                <a:latin typeface="Antic Slab"/>
                <a:ea typeface="Antic Slab"/>
                <a:cs typeface="Antic Slab"/>
                <a:sym typeface="Antic Slab"/>
              </a:defRPr>
            </a:lvl5pPr>
            <a:lvl6pPr indent="-317500" lvl="5" marL="2743200">
              <a:lnSpc>
                <a:spcPct val="115000"/>
              </a:lnSpc>
              <a:spcBef>
                <a:spcPts val="1600"/>
              </a:spcBef>
              <a:spcAft>
                <a:spcPts val="0"/>
              </a:spcAft>
              <a:buClr>
                <a:schemeClr val="dk2"/>
              </a:buClr>
              <a:buSzPts val="1400"/>
              <a:buFont typeface="Antic Slab"/>
              <a:buChar char="■"/>
              <a:defRPr>
                <a:solidFill>
                  <a:schemeClr val="dk2"/>
                </a:solidFill>
                <a:latin typeface="Antic Slab"/>
                <a:ea typeface="Antic Slab"/>
                <a:cs typeface="Antic Slab"/>
                <a:sym typeface="Antic Slab"/>
              </a:defRPr>
            </a:lvl6pPr>
            <a:lvl7pPr indent="-317500" lvl="6" marL="3200400">
              <a:lnSpc>
                <a:spcPct val="115000"/>
              </a:lnSpc>
              <a:spcBef>
                <a:spcPts val="1600"/>
              </a:spcBef>
              <a:spcAft>
                <a:spcPts val="0"/>
              </a:spcAft>
              <a:buClr>
                <a:schemeClr val="dk2"/>
              </a:buClr>
              <a:buSzPts val="1400"/>
              <a:buFont typeface="Antic Slab"/>
              <a:buChar char="●"/>
              <a:defRPr>
                <a:solidFill>
                  <a:schemeClr val="dk2"/>
                </a:solidFill>
                <a:latin typeface="Antic Slab"/>
                <a:ea typeface="Antic Slab"/>
                <a:cs typeface="Antic Slab"/>
                <a:sym typeface="Antic Slab"/>
              </a:defRPr>
            </a:lvl7pPr>
            <a:lvl8pPr indent="-317500" lvl="7" marL="3657600">
              <a:lnSpc>
                <a:spcPct val="115000"/>
              </a:lnSpc>
              <a:spcBef>
                <a:spcPts val="1600"/>
              </a:spcBef>
              <a:spcAft>
                <a:spcPts val="0"/>
              </a:spcAft>
              <a:buClr>
                <a:schemeClr val="dk2"/>
              </a:buClr>
              <a:buSzPts val="1400"/>
              <a:buFont typeface="Antic Slab"/>
              <a:buChar char="○"/>
              <a:defRPr>
                <a:solidFill>
                  <a:schemeClr val="dk2"/>
                </a:solidFill>
                <a:latin typeface="Antic Slab"/>
                <a:ea typeface="Antic Slab"/>
                <a:cs typeface="Antic Slab"/>
                <a:sym typeface="Antic Slab"/>
              </a:defRPr>
            </a:lvl8pPr>
            <a:lvl9pPr indent="-317500" lvl="8" marL="4114800">
              <a:lnSpc>
                <a:spcPct val="115000"/>
              </a:lnSpc>
              <a:spcBef>
                <a:spcPts val="1600"/>
              </a:spcBef>
              <a:spcAft>
                <a:spcPts val="1600"/>
              </a:spcAft>
              <a:buClr>
                <a:schemeClr val="dk2"/>
              </a:buClr>
              <a:buSzPts val="1400"/>
              <a:buFont typeface="Antic Slab"/>
              <a:buChar char="■"/>
              <a:defRPr>
                <a:solidFill>
                  <a:schemeClr val="dk2"/>
                </a:solidFill>
                <a:latin typeface="Antic Slab"/>
                <a:ea typeface="Antic Slab"/>
                <a:cs typeface="Antic Slab"/>
                <a:sym typeface="Antic Slab"/>
              </a:defRPr>
            </a:lvl9pPr>
          </a:lstStyle>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2.jpg"/><Relationship Id="rId6" Type="http://schemas.openxmlformats.org/officeDocument/2006/relationships/image" Target="../media/image13.png"/><Relationship Id="rId7"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735" name="Shape 3735"/>
        <p:cNvGrpSpPr/>
        <p:nvPr/>
      </p:nvGrpSpPr>
      <p:grpSpPr>
        <a:xfrm>
          <a:off x="0" y="0"/>
          <a:ext cx="0" cy="0"/>
          <a:chOff x="0" y="0"/>
          <a:chExt cx="0" cy="0"/>
        </a:xfrm>
      </p:grpSpPr>
      <p:sp>
        <p:nvSpPr>
          <p:cNvPr id="3736" name="Google Shape;3736;p65"/>
          <p:cNvSpPr/>
          <p:nvPr/>
        </p:nvSpPr>
        <p:spPr>
          <a:xfrm>
            <a:off x="809759" y="75"/>
            <a:ext cx="1771050" cy="2214575"/>
          </a:xfrm>
          <a:prstGeom prst="flowChartOffpageConnector">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65"/>
          <p:cNvSpPr txBox="1"/>
          <p:nvPr>
            <p:ph type="ctrTitle"/>
          </p:nvPr>
        </p:nvSpPr>
        <p:spPr>
          <a:xfrm>
            <a:off x="1057275" y="2571750"/>
            <a:ext cx="3855300" cy="176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Student </a:t>
            </a:r>
            <a:r>
              <a:rPr lang="en" sz="3600">
                <a:solidFill>
                  <a:schemeClr val="lt2"/>
                </a:solidFill>
              </a:rPr>
              <a:t>Union</a:t>
            </a:r>
            <a:endParaRPr/>
          </a:p>
        </p:txBody>
      </p:sp>
      <p:sp>
        <p:nvSpPr>
          <p:cNvPr id="3738" name="Google Shape;3738;p65"/>
          <p:cNvSpPr txBox="1"/>
          <p:nvPr>
            <p:ph idx="1" type="subTitle"/>
          </p:nvPr>
        </p:nvSpPr>
        <p:spPr>
          <a:xfrm>
            <a:off x="1057275" y="4258950"/>
            <a:ext cx="3487500" cy="42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accent2"/>
              </a:solidFill>
            </a:endParaRPr>
          </a:p>
        </p:txBody>
      </p:sp>
      <p:sp>
        <p:nvSpPr>
          <p:cNvPr id="3739" name="Google Shape;3739;p65"/>
          <p:cNvSpPr/>
          <p:nvPr/>
        </p:nvSpPr>
        <p:spPr>
          <a:xfrm>
            <a:off x="0" y="75"/>
            <a:ext cx="5199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65"/>
          <p:cNvSpPr txBox="1"/>
          <p:nvPr>
            <p:ph idx="2" type="title"/>
          </p:nvPr>
        </p:nvSpPr>
        <p:spPr>
          <a:xfrm>
            <a:off x="1057275" y="2365348"/>
            <a:ext cx="2752800" cy="41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Black</a:t>
            </a:r>
            <a:endParaRPr sz="3600"/>
          </a:p>
        </p:txBody>
      </p:sp>
      <p:pic>
        <p:nvPicPr>
          <p:cNvPr id="3741" name="Google Shape;3741;p65"/>
          <p:cNvPicPr preferRelativeResize="0"/>
          <p:nvPr/>
        </p:nvPicPr>
        <p:blipFill>
          <a:blip r:embed="rId3">
            <a:alphaModFix/>
          </a:blip>
          <a:stretch>
            <a:fillRect/>
          </a:stretch>
        </p:blipFill>
        <p:spPr>
          <a:xfrm>
            <a:off x="1057265" y="180925"/>
            <a:ext cx="1276026" cy="1562025"/>
          </a:xfrm>
          <a:prstGeom prst="rect">
            <a:avLst/>
          </a:prstGeom>
          <a:noFill/>
          <a:ln>
            <a:noFill/>
          </a:ln>
        </p:spPr>
      </p:pic>
      <p:pic>
        <p:nvPicPr>
          <p:cNvPr id="3742" name="Google Shape;3742;p65"/>
          <p:cNvPicPr preferRelativeResize="0"/>
          <p:nvPr/>
        </p:nvPicPr>
        <p:blipFill rotWithShape="1">
          <a:blip r:embed="rId4">
            <a:alphaModFix/>
          </a:blip>
          <a:srcRect b="24903" l="14743" r="75177" t="19793"/>
          <a:stretch/>
        </p:blipFill>
        <p:spPr>
          <a:xfrm>
            <a:off x="-123276" y="-97450"/>
            <a:ext cx="873226" cy="5988975"/>
          </a:xfrm>
          <a:prstGeom prst="rect">
            <a:avLst/>
          </a:prstGeom>
          <a:noFill/>
          <a:ln>
            <a:noFill/>
          </a:ln>
        </p:spPr>
      </p:pic>
      <p:pic>
        <p:nvPicPr>
          <p:cNvPr id="3743" name="Google Shape;3743;p65"/>
          <p:cNvPicPr preferRelativeResize="0"/>
          <p:nvPr/>
        </p:nvPicPr>
        <p:blipFill rotWithShape="1">
          <a:blip r:embed="rId5">
            <a:alphaModFix/>
          </a:blip>
          <a:srcRect b="14836" l="0" r="0" t="0"/>
          <a:stretch/>
        </p:blipFill>
        <p:spPr>
          <a:xfrm>
            <a:off x="3960100" y="1508725"/>
            <a:ext cx="4305672" cy="2750222"/>
          </a:xfrm>
          <a:prstGeom prst="rect">
            <a:avLst/>
          </a:prstGeom>
          <a:noFill/>
          <a:ln>
            <a:noFill/>
          </a:ln>
        </p:spPr>
      </p:pic>
      <p:pic>
        <p:nvPicPr>
          <p:cNvPr id="3744" name="Google Shape;3744;p65"/>
          <p:cNvPicPr preferRelativeResize="0"/>
          <p:nvPr/>
        </p:nvPicPr>
        <p:blipFill>
          <a:blip r:embed="rId6">
            <a:alphaModFix/>
          </a:blip>
          <a:stretch>
            <a:fillRect/>
          </a:stretch>
        </p:blipFill>
        <p:spPr>
          <a:xfrm rot="5061761">
            <a:off x="7378943" y="725804"/>
            <a:ext cx="1574090" cy="1235372"/>
          </a:xfrm>
          <a:prstGeom prst="rect">
            <a:avLst/>
          </a:prstGeom>
          <a:noFill/>
          <a:ln>
            <a:noFill/>
          </a:ln>
        </p:spPr>
      </p:pic>
      <p:pic>
        <p:nvPicPr>
          <p:cNvPr id="3745" name="Google Shape;3745;p65"/>
          <p:cNvPicPr preferRelativeResize="0"/>
          <p:nvPr/>
        </p:nvPicPr>
        <p:blipFill>
          <a:blip r:embed="rId7">
            <a:alphaModFix/>
          </a:blip>
          <a:stretch>
            <a:fillRect/>
          </a:stretch>
        </p:blipFill>
        <p:spPr>
          <a:xfrm>
            <a:off x="3389088" y="75063"/>
            <a:ext cx="1548439" cy="206459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9" name="Shape 3749"/>
        <p:cNvGrpSpPr/>
        <p:nvPr/>
      </p:nvGrpSpPr>
      <p:grpSpPr>
        <a:xfrm>
          <a:off x="0" y="0"/>
          <a:ext cx="0" cy="0"/>
          <a:chOff x="0" y="0"/>
          <a:chExt cx="0" cy="0"/>
        </a:xfrm>
      </p:grpSpPr>
      <p:sp>
        <p:nvSpPr>
          <p:cNvPr id="3750" name="Google Shape;3750;p66"/>
          <p:cNvSpPr txBox="1"/>
          <p:nvPr>
            <p:ph type="title"/>
          </p:nvPr>
        </p:nvSpPr>
        <p:spPr>
          <a:xfrm>
            <a:off x="3733825" y="491975"/>
            <a:ext cx="5297100" cy="157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Welcome to GB’s Black Student Union</a:t>
            </a:r>
            <a:endParaRPr sz="4000"/>
          </a:p>
        </p:txBody>
      </p:sp>
      <p:sp>
        <p:nvSpPr>
          <p:cNvPr id="3751" name="Google Shape;3751;p66"/>
          <p:cNvSpPr/>
          <p:nvPr>
            <p:ph idx="2" type="pic"/>
          </p:nvPr>
        </p:nvSpPr>
        <p:spPr>
          <a:xfrm flipH="1">
            <a:off x="9854" y="438650"/>
            <a:ext cx="3598500" cy="4274700"/>
          </a:xfrm>
          <a:prstGeom prst="rect">
            <a:avLst/>
          </a:prstGeom>
        </p:spPr>
      </p:sp>
      <p:pic>
        <p:nvPicPr>
          <p:cNvPr id="3752" name="Google Shape;3752;p66"/>
          <p:cNvPicPr preferRelativeResize="0"/>
          <p:nvPr/>
        </p:nvPicPr>
        <p:blipFill>
          <a:blip r:embed="rId3">
            <a:alphaModFix/>
          </a:blip>
          <a:stretch>
            <a:fillRect/>
          </a:stretch>
        </p:blipFill>
        <p:spPr>
          <a:xfrm>
            <a:off x="9851" y="438650"/>
            <a:ext cx="3598501" cy="1857172"/>
          </a:xfrm>
          <a:prstGeom prst="rect">
            <a:avLst/>
          </a:prstGeom>
          <a:noFill/>
          <a:ln>
            <a:noFill/>
          </a:ln>
        </p:spPr>
      </p:pic>
      <p:pic>
        <p:nvPicPr>
          <p:cNvPr id="3753" name="Google Shape;3753;p66"/>
          <p:cNvPicPr preferRelativeResize="0"/>
          <p:nvPr/>
        </p:nvPicPr>
        <p:blipFill rotWithShape="1">
          <a:blip r:embed="rId4">
            <a:alphaModFix/>
          </a:blip>
          <a:srcRect b="0" l="0" r="0" t="11848"/>
          <a:stretch/>
        </p:blipFill>
        <p:spPr>
          <a:xfrm>
            <a:off x="9850" y="1866801"/>
            <a:ext cx="3598501" cy="1409900"/>
          </a:xfrm>
          <a:prstGeom prst="rect">
            <a:avLst/>
          </a:prstGeom>
          <a:noFill/>
          <a:ln>
            <a:noFill/>
          </a:ln>
        </p:spPr>
      </p:pic>
      <p:pic>
        <p:nvPicPr>
          <p:cNvPr id="3754" name="Google Shape;3754;p66"/>
          <p:cNvPicPr preferRelativeResize="0"/>
          <p:nvPr/>
        </p:nvPicPr>
        <p:blipFill rotWithShape="1">
          <a:blip r:embed="rId5">
            <a:alphaModFix/>
          </a:blip>
          <a:srcRect b="0" l="0" r="0" t="5900"/>
          <a:stretch/>
        </p:blipFill>
        <p:spPr>
          <a:xfrm>
            <a:off x="9850" y="3194175"/>
            <a:ext cx="3598501" cy="1519175"/>
          </a:xfrm>
          <a:prstGeom prst="rect">
            <a:avLst/>
          </a:prstGeom>
          <a:noFill/>
          <a:ln>
            <a:noFill/>
          </a:ln>
        </p:spPr>
      </p:pic>
      <p:sp>
        <p:nvSpPr>
          <p:cNvPr id="3755" name="Google Shape;3755;p66"/>
          <p:cNvSpPr txBox="1"/>
          <p:nvPr/>
        </p:nvSpPr>
        <p:spPr>
          <a:xfrm>
            <a:off x="3733825" y="2016675"/>
            <a:ext cx="5297100" cy="248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000">
                <a:solidFill>
                  <a:schemeClr val="dk2"/>
                </a:solidFill>
                <a:latin typeface="Epilogue"/>
                <a:ea typeface="Epilogue"/>
                <a:cs typeface="Epilogue"/>
                <a:sym typeface="Epilogue"/>
              </a:rPr>
              <a:t>Advisors:</a:t>
            </a:r>
            <a:endParaRPr b="1" sz="2000">
              <a:solidFill>
                <a:schemeClr val="dk2"/>
              </a:solidFill>
              <a:latin typeface="Epilogue"/>
              <a:ea typeface="Epilogue"/>
              <a:cs typeface="Epilogue"/>
              <a:sym typeface="Epilogue"/>
            </a:endParaRPr>
          </a:p>
          <a:p>
            <a:pPr indent="0" lvl="0" marL="0" rtl="0" algn="ctr">
              <a:lnSpc>
                <a:spcPct val="115000"/>
              </a:lnSpc>
              <a:spcBef>
                <a:spcPts val="0"/>
              </a:spcBef>
              <a:spcAft>
                <a:spcPts val="0"/>
              </a:spcAft>
              <a:buNone/>
            </a:pPr>
            <a:r>
              <a:rPr lang="en" sz="2000">
                <a:solidFill>
                  <a:schemeClr val="dk1"/>
                </a:solidFill>
                <a:latin typeface="Epilogue"/>
                <a:ea typeface="Epilogue"/>
                <a:cs typeface="Epilogue"/>
                <a:sym typeface="Epilogue"/>
              </a:rPr>
              <a:t>Ms. Azike</a:t>
            </a:r>
            <a:r>
              <a:rPr lang="en" sz="1800">
                <a:solidFill>
                  <a:schemeClr val="dk1"/>
                </a:solidFill>
                <a:latin typeface="Epilogue"/>
                <a:ea typeface="Epilogue"/>
                <a:cs typeface="Epilogue"/>
                <a:sym typeface="Epilogue"/>
              </a:rPr>
              <a:t>,</a:t>
            </a:r>
            <a:r>
              <a:rPr lang="en" sz="2000">
                <a:solidFill>
                  <a:schemeClr val="dk1"/>
                </a:solidFill>
                <a:latin typeface="Epilogue"/>
                <a:ea typeface="Epilogue"/>
                <a:cs typeface="Epilogue"/>
                <a:sym typeface="Epilogue"/>
              </a:rPr>
              <a:t> Mr. Gibson &amp; Dr. Prince-Torain</a:t>
            </a:r>
            <a:endParaRPr sz="2000">
              <a:solidFill>
                <a:schemeClr val="dk1"/>
              </a:solidFill>
              <a:latin typeface="Epilogue"/>
              <a:ea typeface="Epilogue"/>
              <a:cs typeface="Epilogue"/>
              <a:sym typeface="Epilogue"/>
            </a:endParaRPr>
          </a:p>
          <a:p>
            <a:pPr indent="0" lvl="0" marL="0" rtl="0" algn="l">
              <a:lnSpc>
                <a:spcPct val="115000"/>
              </a:lnSpc>
              <a:spcBef>
                <a:spcPts val="1000"/>
              </a:spcBef>
              <a:spcAft>
                <a:spcPts val="0"/>
              </a:spcAft>
              <a:buNone/>
            </a:pPr>
            <a:r>
              <a:rPr b="1" lang="en" sz="2000">
                <a:solidFill>
                  <a:schemeClr val="lt2"/>
                </a:solidFill>
                <a:latin typeface="Epilogue"/>
                <a:ea typeface="Epilogue"/>
                <a:cs typeface="Epilogue"/>
                <a:sym typeface="Epilogue"/>
              </a:rPr>
              <a:t>Senior President:</a:t>
            </a:r>
            <a:endParaRPr b="1" sz="2000">
              <a:solidFill>
                <a:schemeClr val="lt2"/>
              </a:solidFill>
              <a:latin typeface="Epilogue"/>
              <a:ea typeface="Epilogue"/>
              <a:cs typeface="Epilogue"/>
              <a:sym typeface="Epilogue"/>
            </a:endParaRPr>
          </a:p>
          <a:p>
            <a:pPr indent="0" lvl="0" marL="0" rtl="0" algn="l">
              <a:lnSpc>
                <a:spcPct val="115000"/>
              </a:lnSpc>
              <a:spcBef>
                <a:spcPts val="0"/>
              </a:spcBef>
              <a:spcAft>
                <a:spcPts val="0"/>
              </a:spcAft>
              <a:buNone/>
            </a:pPr>
            <a:r>
              <a:rPr lang="en" sz="1900">
                <a:solidFill>
                  <a:schemeClr val="dk1"/>
                </a:solidFill>
                <a:latin typeface="Epilogue"/>
                <a:ea typeface="Epilogue"/>
                <a:cs typeface="Epilogue"/>
                <a:sym typeface="Epilogue"/>
              </a:rPr>
              <a:t>Henry Nwobodo</a:t>
            </a:r>
            <a:endParaRPr sz="1900">
              <a:solidFill>
                <a:schemeClr val="dk1"/>
              </a:solidFill>
              <a:latin typeface="Epilogue"/>
              <a:ea typeface="Epilogue"/>
              <a:cs typeface="Epilogue"/>
              <a:sym typeface="Epilogue"/>
            </a:endParaRPr>
          </a:p>
          <a:p>
            <a:pPr indent="0" lvl="0" marL="0" rtl="0" algn="l">
              <a:lnSpc>
                <a:spcPct val="115000"/>
              </a:lnSpc>
              <a:spcBef>
                <a:spcPts val="1000"/>
              </a:spcBef>
              <a:spcAft>
                <a:spcPts val="0"/>
              </a:spcAft>
              <a:buNone/>
            </a:pPr>
            <a:r>
              <a:rPr b="1" lang="en" sz="2000">
                <a:solidFill>
                  <a:schemeClr val="lt2"/>
                </a:solidFill>
                <a:latin typeface="Epilogue"/>
                <a:ea typeface="Epilogue"/>
                <a:cs typeface="Epilogue"/>
                <a:sym typeface="Epilogue"/>
              </a:rPr>
              <a:t>Senior Vice President:</a:t>
            </a:r>
            <a:endParaRPr b="1" sz="2000">
              <a:solidFill>
                <a:schemeClr val="lt2"/>
              </a:solidFill>
              <a:latin typeface="Epilogue"/>
              <a:ea typeface="Epilogue"/>
              <a:cs typeface="Epilogue"/>
              <a:sym typeface="Epilogue"/>
            </a:endParaRPr>
          </a:p>
          <a:p>
            <a:pPr indent="0" lvl="0" marL="0" rtl="0" algn="l">
              <a:lnSpc>
                <a:spcPct val="115000"/>
              </a:lnSpc>
              <a:spcBef>
                <a:spcPts val="0"/>
              </a:spcBef>
              <a:spcAft>
                <a:spcPts val="0"/>
              </a:spcAft>
              <a:buNone/>
            </a:pPr>
            <a:r>
              <a:rPr lang="en" sz="1900">
                <a:solidFill>
                  <a:schemeClr val="dk1"/>
                </a:solidFill>
                <a:latin typeface="Epilogue"/>
                <a:ea typeface="Epilogue"/>
                <a:cs typeface="Epilogue"/>
                <a:sym typeface="Epilogue"/>
              </a:rPr>
              <a:t>Sam Ogunnubi</a:t>
            </a:r>
            <a:endParaRPr sz="1900">
              <a:solidFill>
                <a:schemeClr val="dk1"/>
              </a:solidFill>
              <a:latin typeface="Epilogue"/>
              <a:ea typeface="Epilogue"/>
              <a:cs typeface="Epilogue"/>
              <a:sym typeface="Epilog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9" name="Shape 3759"/>
        <p:cNvGrpSpPr/>
        <p:nvPr/>
      </p:nvGrpSpPr>
      <p:grpSpPr>
        <a:xfrm>
          <a:off x="0" y="0"/>
          <a:ext cx="0" cy="0"/>
          <a:chOff x="0" y="0"/>
          <a:chExt cx="0" cy="0"/>
        </a:xfrm>
      </p:grpSpPr>
      <p:sp>
        <p:nvSpPr>
          <p:cNvPr id="3760" name="Google Shape;3760;p67"/>
          <p:cNvSpPr txBox="1"/>
          <p:nvPr>
            <p:ph type="ctrTitle"/>
          </p:nvPr>
        </p:nvSpPr>
        <p:spPr>
          <a:xfrm>
            <a:off x="286775" y="602838"/>
            <a:ext cx="4690500" cy="1816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0" lang="en"/>
              <a:t>The </a:t>
            </a:r>
            <a:r>
              <a:rPr lang="en">
                <a:solidFill>
                  <a:schemeClr val="dk2"/>
                </a:solidFill>
              </a:rPr>
              <a:t>Black </a:t>
            </a:r>
            <a:r>
              <a:rPr lang="en">
                <a:solidFill>
                  <a:schemeClr val="lt2"/>
                </a:solidFill>
              </a:rPr>
              <a:t>Student </a:t>
            </a:r>
            <a:r>
              <a:rPr lang="en">
                <a:solidFill>
                  <a:schemeClr val="accent1"/>
                </a:solidFill>
              </a:rPr>
              <a:t>Union </a:t>
            </a:r>
            <a:endParaRPr>
              <a:solidFill>
                <a:schemeClr val="accent1"/>
              </a:solidFill>
            </a:endParaRPr>
          </a:p>
        </p:txBody>
      </p:sp>
      <p:sp>
        <p:nvSpPr>
          <p:cNvPr id="3761" name="Google Shape;3761;p67"/>
          <p:cNvSpPr txBox="1"/>
          <p:nvPr>
            <p:ph idx="1" type="subTitle"/>
          </p:nvPr>
        </p:nvSpPr>
        <p:spPr>
          <a:xfrm>
            <a:off x="27425" y="2478725"/>
            <a:ext cx="5209200" cy="208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t>Welcome! </a:t>
            </a:r>
            <a:endParaRPr b="1" sz="2500"/>
          </a:p>
          <a:p>
            <a:pPr indent="0" lvl="0" marL="0" rtl="0" algn="ctr">
              <a:spcBef>
                <a:spcPts val="0"/>
              </a:spcBef>
              <a:spcAft>
                <a:spcPts val="0"/>
              </a:spcAft>
              <a:buNone/>
            </a:pPr>
            <a:r>
              <a:rPr lang="en" sz="2500"/>
              <a:t>Please find a seat, take a moment to complete the attendance for today’s meeting.</a:t>
            </a:r>
            <a:endParaRPr sz="2500"/>
          </a:p>
        </p:txBody>
      </p:sp>
      <p:grpSp>
        <p:nvGrpSpPr>
          <p:cNvPr id="3762" name="Google Shape;3762;p67"/>
          <p:cNvGrpSpPr/>
          <p:nvPr/>
        </p:nvGrpSpPr>
        <p:grpSpPr>
          <a:xfrm flipH="1" rot="-5400000">
            <a:off x="6633829" y="4746385"/>
            <a:ext cx="65949" cy="365580"/>
            <a:chOff x="7486891" y="2067545"/>
            <a:chExt cx="143805" cy="797165"/>
          </a:xfrm>
        </p:grpSpPr>
        <p:sp>
          <p:nvSpPr>
            <p:cNvPr id="3763" name="Google Shape;3763;p67"/>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4" name="Google Shape;3764;p67"/>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65" name="Google Shape;3765;p67"/>
          <p:cNvGrpSpPr/>
          <p:nvPr/>
        </p:nvGrpSpPr>
        <p:grpSpPr>
          <a:xfrm flipH="1" rot="-5400000">
            <a:off x="3484954" y="4746385"/>
            <a:ext cx="65949" cy="365580"/>
            <a:chOff x="7486891" y="2067545"/>
            <a:chExt cx="143805" cy="797165"/>
          </a:xfrm>
        </p:grpSpPr>
        <p:sp>
          <p:nvSpPr>
            <p:cNvPr id="3766" name="Google Shape;3766;p67"/>
            <p:cNvSpPr/>
            <p:nvPr/>
          </p:nvSpPr>
          <p:spPr>
            <a:xfrm>
              <a:off x="7486891" y="2067545"/>
              <a:ext cx="36638" cy="797165"/>
            </a:xfrm>
            <a:custGeom>
              <a:rect b="b" l="l" r="r" t="t"/>
              <a:pathLst>
                <a:path extrusionOk="0" h="797165" w="36638">
                  <a:moveTo>
                    <a:pt x="18319" y="797165"/>
                  </a:moveTo>
                  <a:cubicBezTo>
                    <a:pt x="8327" y="797165"/>
                    <a:pt x="0" y="788838"/>
                    <a:pt x="0" y="778846"/>
                  </a:cubicBezTo>
                  <a:lnTo>
                    <a:pt x="0" y="18319"/>
                  </a:lnTo>
                  <a:cubicBezTo>
                    <a:pt x="0" y="8327"/>
                    <a:pt x="8327" y="0"/>
                    <a:pt x="18319" y="0"/>
                  </a:cubicBezTo>
                  <a:cubicBezTo>
                    <a:pt x="28311" y="0"/>
                    <a:pt x="36638" y="8327"/>
                    <a:pt x="36638" y="18319"/>
                  </a:cubicBezTo>
                  <a:lnTo>
                    <a:pt x="36638" y="778291"/>
                  </a:lnTo>
                  <a:cubicBezTo>
                    <a:pt x="36638" y="788838"/>
                    <a:pt x="28311" y="797165"/>
                    <a:pt x="18319" y="79716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7" name="Google Shape;3767;p67"/>
            <p:cNvSpPr/>
            <p:nvPr/>
          </p:nvSpPr>
          <p:spPr>
            <a:xfrm>
              <a:off x="7594031" y="2070321"/>
              <a:ext cx="36665" cy="791058"/>
            </a:xfrm>
            <a:custGeom>
              <a:rect b="b" l="l" r="r" t="t"/>
              <a:pathLst>
                <a:path extrusionOk="0" h="791058" w="36665">
                  <a:moveTo>
                    <a:pt x="18320" y="791059"/>
                  </a:moveTo>
                  <a:cubicBezTo>
                    <a:pt x="8327" y="791059"/>
                    <a:pt x="0" y="782732"/>
                    <a:pt x="0" y="772740"/>
                  </a:cubicBezTo>
                  <a:lnTo>
                    <a:pt x="0" y="18319"/>
                  </a:lnTo>
                  <a:cubicBezTo>
                    <a:pt x="0" y="8327"/>
                    <a:pt x="8327" y="0"/>
                    <a:pt x="18320" y="0"/>
                  </a:cubicBezTo>
                  <a:cubicBezTo>
                    <a:pt x="28312" y="0"/>
                    <a:pt x="36639" y="8327"/>
                    <a:pt x="36639" y="18319"/>
                  </a:cubicBezTo>
                  <a:lnTo>
                    <a:pt x="36639" y="772740"/>
                  </a:lnTo>
                  <a:cubicBezTo>
                    <a:pt x="37194" y="782732"/>
                    <a:pt x="28867" y="791059"/>
                    <a:pt x="18320" y="7910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3768" name="Google Shape;3768;p67"/>
          <p:cNvPicPr preferRelativeResize="0"/>
          <p:nvPr/>
        </p:nvPicPr>
        <p:blipFill>
          <a:blip r:embed="rId3">
            <a:alphaModFix/>
          </a:blip>
          <a:stretch>
            <a:fillRect/>
          </a:stretch>
        </p:blipFill>
        <p:spPr>
          <a:xfrm>
            <a:off x="1074525" y="602850"/>
            <a:ext cx="747501" cy="915052"/>
          </a:xfrm>
          <a:prstGeom prst="rect">
            <a:avLst/>
          </a:prstGeom>
          <a:noFill/>
          <a:ln>
            <a:noFill/>
          </a:ln>
        </p:spPr>
      </p:pic>
      <p:sp>
        <p:nvSpPr>
          <p:cNvPr id="3769" name="Google Shape;3769;p67"/>
          <p:cNvSpPr/>
          <p:nvPr/>
        </p:nvSpPr>
        <p:spPr>
          <a:xfrm>
            <a:off x="5403713" y="1207350"/>
            <a:ext cx="3116400" cy="3033600"/>
          </a:xfrm>
          <a:prstGeom prst="roundRect">
            <a:avLst>
              <a:gd fmla="val 16667" name="adj"/>
            </a:avLst>
          </a:prstGeom>
          <a:solidFill>
            <a:schemeClr val="accent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
        <p:nvSpPr>
          <p:cNvPr id="3770" name="Google Shape;3770;p67"/>
          <p:cNvSpPr txBox="1"/>
          <p:nvPr/>
        </p:nvSpPr>
        <p:spPr>
          <a:xfrm>
            <a:off x="5461925" y="704375"/>
            <a:ext cx="3000000" cy="5232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200">
                <a:solidFill>
                  <a:schemeClr val="dk1"/>
                </a:solidFill>
                <a:latin typeface="Epilogue"/>
                <a:ea typeface="Epilogue"/>
                <a:cs typeface="Epilogue"/>
                <a:sym typeface="Epilogue"/>
              </a:rPr>
              <a:t>Attendance</a:t>
            </a:r>
            <a:endParaRPr b="1" sz="1100"/>
          </a:p>
        </p:txBody>
      </p:sp>
      <p:pic>
        <p:nvPicPr>
          <p:cNvPr id="3771" name="Google Shape;3771;p67" title="Untitled design.png"/>
          <p:cNvPicPr preferRelativeResize="0"/>
          <p:nvPr/>
        </p:nvPicPr>
        <p:blipFill rotWithShape="1">
          <a:blip r:embed="rId4">
            <a:alphaModFix/>
          </a:blip>
          <a:srcRect b="32439" l="25779" r="25692" t="31590"/>
          <a:stretch/>
        </p:blipFill>
        <p:spPr>
          <a:xfrm>
            <a:off x="5910879" y="1750388"/>
            <a:ext cx="2102096" cy="19475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5" name="Shape 3775"/>
        <p:cNvGrpSpPr/>
        <p:nvPr/>
      </p:nvGrpSpPr>
      <p:grpSpPr>
        <a:xfrm>
          <a:off x="0" y="0"/>
          <a:ext cx="0" cy="0"/>
          <a:chOff x="0" y="0"/>
          <a:chExt cx="0" cy="0"/>
        </a:xfrm>
      </p:grpSpPr>
      <p:sp>
        <p:nvSpPr>
          <p:cNvPr id="3776" name="TextBox 3775"/>
          <p:cNvSpPr txBox="1"/>
          <p:nvPr/>
        </p:nvSpPr>
        <p:spPr>
          <a:xfrm>
            <a:off x="731520" y="457200"/>
            <a:ext cx="7680960" cy="731520"/>
          </a:xfrm>
          <a:prstGeom prst="rect">
            <a:avLst/>
          </a:prstGeom>
          <a:noFill/>
        </p:spPr>
        <p:txBody>
          <a:bodyPr wrap="square" lIns="0" rIns="0" tIns="0" bIns="0">
            <a:spAutoFit/>
          </a:bodyPr>
          <a:lstStyle/>
          <a:p>
            <a:pPr>
              <a:defRPr sz="3200" b="1">
                <a:solidFill>
                  <a:srgbClr val="292726"/>
                </a:solidFill>
                <a:latin typeface="Epilogue"/>
              </a:defRPr>
            </a:pPr>
            <a:r>
              <a:t>What is BSU &amp; What Do We Do?</a:t>
            </a:r>
          </a:p>
        </p:txBody>
      </p:sp>
      <p:sp>
        <p:nvSpPr>
          <p:cNvPr id="3777" name="Rounded Rectangle 3776"/>
          <p:cNvSpPr/>
          <p:nvPr/>
        </p:nvSpPr>
        <p:spPr>
          <a:xfrm>
            <a:off x="731520" y="1371600"/>
            <a:ext cx="3657600" cy="2834640"/>
          </a:xfrm>
          <a:prstGeom prst="roundRect">
            <a:avLst/>
          </a:prstGeom>
          <a:solidFill>
            <a:srgbClr val="FFF5E7"/>
          </a:solidFill>
          <a:ln w="19050">
            <a:solidFill>
              <a:srgbClr val="E992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800">
                <a:solidFill>
                  <a:srgbClr val="8C3B17"/>
                </a:solidFill>
                <a:latin typeface="Epilogue"/>
              </a:defRPr>
            </a:pPr>
            <a:r>
              <a:t>WHAT IS BSU?</a:t>
            </a:r>
          </a:p>
          <a:p>
            <a:pPr>
              <a:spcBef>
                <a:spcPts val="600"/>
              </a:spcBef>
              <a:defRPr b="1" sz="1300">
                <a:solidFill>
                  <a:srgbClr val="292726"/>
                </a:solidFill>
                <a:latin typeface="Epilogue"/>
              </a:defRPr>
            </a:pPr>
            <a:r>
              <a:t>Highlighting Black Excellence &amp; Culture</a:t>
            </a:r>
          </a:p>
          <a:p>
            <a:pPr>
              <a:spcBef>
                <a:spcPts val="800"/>
              </a:spcBef>
              <a:defRPr sz="1350">
                <a:solidFill>
                  <a:srgbClr val="292726"/>
                </a:solidFill>
                <a:latin typeface="Calibri"/>
              </a:defRPr>
            </a:pPr>
            <a:r>
              <a:t>BSU is where we come together to highlight Black excellence. At the end of the day, we wanted this space to grow as a community and support each other in Black culture.</a:t>
            </a:r>
          </a:p>
          <a:p>
            <a:pPr>
              <a:spcBef>
                <a:spcPts val="600"/>
              </a:spcBef>
              <a:defRPr sz="1300">
                <a:solidFill>
                  <a:srgbClr val="666666"/>
                </a:solidFill>
                <a:latin typeface="Calibri"/>
              </a:defRPr>
            </a:pPr>
            <a:r>
              <a:t>Whether you are a freshman or a senior, this is your family and your support network at Glen Burnie.</a:t>
            </a:r>
          </a:p>
        </p:txBody>
      </p:sp>
      <p:sp>
        <p:nvSpPr>
          <p:cNvPr id="3778" name="Rounded Rectangle 3777"/>
          <p:cNvSpPr/>
          <p:nvPr/>
        </p:nvSpPr>
        <p:spPr>
          <a:xfrm>
            <a:off x="4663440" y="1371600"/>
            <a:ext cx="3657600" cy="2834640"/>
          </a:xfrm>
          <a:prstGeom prst="roundRect">
            <a:avLst/>
          </a:prstGeom>
          <a:solidFill>
            <a:srgbClr val="FFF5E7"/>
          </a:solidFill>
          <a:ln w="19050">
            <a:solidFill>
              <a:srgbClr val="05883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800">
                <a:solidFill>
                  <a:srgbClr val="05883A"/>
                </a:solidFill>
                <a:latin typeface="Epilogue"/>
              </a:defRPr>
            </a:pPr>
            <a:r>
              <a:t>WHAT WE DO</a:t>
            </a:r>
          </a:p>
          <a:p>
            <a:pPr>
              <a:spcBef>
                <a:spcPts val="600"/>
              </a:spcBef>
              <a:defRPr b="1" sz="1300">
                <a:solidFill>
                  <a:srgbClr val="292726"/>
                </a:solidFill>
                <a:latin typeface="Epilogue"/>
              </a:defRPr>
            </a:pPr>
            <a:r>
              <a:t>Real Experiences, Tours &amp; Leadership</a:t>
            </a:r>
          </a:p>
          <a:p>
            <a:pPr>
              <a:spcBef>
                <a:spcPts val="800"/>
              </a:spcBef>
              <a:defRPr sz="1300">
                <a:solidFill>
                  <a:srgbClr val="292726"/>
                </a:solidFill>
                <a:latin typeface="Calibri"/>
              </a:defRPr>
            </a:pPr>
            <a:r>
              <a:t>• College Field Trips: Touring HBCUs &amp; Black historical museums</a:t>
            </a:r>
            <a:br/>
            <a:r>
              <a:t>• Annual HBCU College Fair: Connecting our upcoming juniors with colleges</a:t>
            </a:r>
            <a:br/>
            <a:r>
              <a:t>• Black History Spirit Week &amp; Cultural Potluck</a:t>
            </a:r>
            <a:br/>
            <a:r>
              <a:t>• Study Jams, finals cocoa prep, and giving back to our community</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2" name="Shape 3782"/>
        <p:cNvGrpSpPr/>
        <p:nvPr/>
      </p:nvGrpSpPr>
      <p:grpSpPr>
        <a:xfrm>
          <a:off x="0" y="0"/>
          <a:ext cx="0" cy="0"/>
          <a:chOff x="0" y="0"/>
          <a:chExt cx="0" cy="0"/>
        </a:xfrm>
      </p:grpSpPr>
      <p:sp>
        <p:nvSpPr>
          <p:cNvPr id="3783" name="Google Shape;3783;p69"/>
          <p:cNvSpPr txBox="1"/>
          <p:nvPr>
            <p:ph idx="1" type="body"/>
          </p:nvPr>
        </p:nvSpPr>
        <p:spPr>
          <a:xfrm>
            <a:off x="4572000" y="951150"/>
            <a:ext cx="3858600" cy="324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800"/>
              <a:t>Join the groupme! </a:t>
            </a:r>
            <a:endParaRPr b="1" sz="2800"/>
          </a:p>
          <a:p>
            <a:pPr indent="0" lvl="0" marL="0" rtl="0" algn="l">
              <a:spcBef>
                <a:spcPts val="0"/>
              </a:spcBef>
              <a:spcAft>
                <a:spcPts val="0"/>
              </a:spcAft>
              <a:buNone/>
            </a:pPr>
            <a:r>
              <a:t/>
            </a:r>
            <a:endParaRPr sz="2800"/>
          </a:p>
          <a:p>
            <a:pPr indent="0" lvl="0" marL="0" rtl="0" algn="l">
              <a:spcBef>
                <a:spcPts val="0"/>
              </a:spcBef>
              <a:spcAft>
                <a:spcPts val="0"/>
              </a:spcAft>
              <a:buNone/>
            </a:pPr>
            <a:r>
              <a:rPr lang="en" sz="2800"/>
              <a:t>All Updates will be sent in here so make sure you have joined.</a:t>
            </a:r>
            <a:endParaRPr sz="2800"/>
          </a:p>
        </p:txBody>
      </p:sp>
      <p:sp>
        <p:nvSpPr>
          <p:cNvPr id="3784" name="Google Shape;3784;p69"/>
          <p:cNvSpPr txBox="1"/>
          <p:nvPr>
            <p:ph type="title"/>
          </p:nvPr>
        </p:nvSpPr>
        <p:spPr>
          <a:xfrm>
            <a:off x="713225" y="296670"/>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Keeping up with BSU</a:t>
            </a:r>
            <a:endParaRPr/>
          </a:p>
        </p:txBody>
      </p:sp>
      <p:pic>
        <p:nvPicPr>
          <p:cNvPr id="3785" name="Google Shape;3785;p69"/>
          <p:cNvPicPr preferRelativeResize="0"/>
          <p:nvPr/>
        </p:nvPicPr>
        <p:blipFill rotWithShape="1">
          <a:blip r:embed="rId3">
            <a:alphaModFix/>
          </a:blip>
          <a:srcRect b="2652" l="2741" r="2750" t="2652"/>
          <a:stretch/>
        </p:blipFill>
        <p:spPr>
          <a:xfrm>
            <a:off x="713215" y="1054950"/>
            <a:ext cx="3027000" cy="3033600"/>
          </a:xfrm>
          <a:prstGeom prst="roundRect">
            <a:avLst>
              <a:gd fmla="val 1666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9" name="Shape 3789"/>
        <p:cNvGrpSpPr/>
        <p:nvPr/>
      </p:nvGrpSpPr>
      <p:grpSpPr>
        <a:xfrm>
          <a:off x="0" y="0"/>
          <a:ext cx="0" cy="0"/>
          <a:chOff x="0" y="0"/>
          <a:chExt cx="0" cy="0"/>
        </a:xfrm>
      </p:grpSpPr>
      <p:pic>
        <p:nvPicPr>
          <p:cNvPr id="3790" name="Google Shape;3790;p70"/>
          <p:cNvPicPr preferRelativeResize="0"/>
          <p:nvPr/>
        </p:nvPicPr>
        <p:blipFill>
          <a:blip r:embed="rId3">
            <a:alphaModFix/>
          </a:blip>
          <a:stretch>
            <a:fillRect/>
          </a:stretch>
        </p:blipFill>
        <p:spPr>
          <a:xfrm>
            <a:off x="4568982" y="944517"/>
            <a:ext cx="4424125" cy="1528825"/>
          </a:xfrm>
          <a:prstGeom prst="rect">
            <a:avLst/>
          </a:prstGeom>
          <a:noFill/>
          <a:ln>
            <a:noFill/>
          </a:ln>
        </p:spPr>
      </p:pic>
      <p:sp>
        <p:nvSpPr>
          <p:cNvPr id="3791" name="Google Shape;3791;p70"/>
          <p:cNvSpPr txBox="1"/>
          <p:nvPr/>
        </p:nvSpPr>
        <p:spPr>
          <a:xfrm>
            <a:off x="4569005" y="2473359"/>
            <a:ext cx="4424100" cy="978900"/>
          </a:xfrm>
          <a:prstGeom prst="rect">
            <a:avLst/>
          </a:prstGeom>
          <a:solidFill>
            <a:schemeClr val="dk2"/>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400">
                <a:solidFill>
                  <a:schemeClr val="accent6"/>
                </a:solidFill>
                <a:latin typeface="Epilogue"/>
                <a:ea typeface="Epilogue"/>
                <a:cs typeface="Epilogue"/>
                <a:sym typeface="Epilogue"/>
              </a:rPr>
              <a:t>ALSO follow us on instagram @gbhsbsu</a:t>
            </a:r>
            <a:endParaRPr b="1" sz="2400">
              <a:solidFill>
                <a:schemeClr val="accent6"/>
              </a:solidFill>
            </a:endParaRPr>
          </a:p>
        </p:txBody>
      </p:sp>
      <p:sp>
        <p:nvSpPr>
          <p:cNvPr id="3792" name="Google Shape;3792;p70"/>
          <p:cNvSpPr txBox="1"/>
          <p:nvPr>
            <p:ph idx="1" type="body"/>
          </p:nvPr>
        </p:nvSpPr>
        <p:spPr>
          <a:xfrm>
            <a:off x="143603" y="682340"/>
            <a:ext cx="4268400" cy="179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✨Follow our instagram to stay updated on upcoming meeting, &amp; events</a:t>
            </a:r>
            <a:endParaRPr sz="2600"/>
          </a:p>
        </p:txBody>
      </p:sp>
      <p:pic>
        <p:nvPicPr>
          <p:cNvPr id="3793" name="Google Shape;3793;p70"/>
          <p:cNvPicPr preferRelativeResize="0"/>
          <p:nvPr/>
        </p:nvPicPr>
        <p:blipFill>
          <a:blip r:embed="rId4">
            <a:alphaModFix/>
          </a:blip>
          <a:stretch>
            <a:fillRect/>
          </a:stretch>
        </p:blipFill>
        <p:spPr>
          <a:xfrm>
            <a:off x="2088070" y="2573960"/>
            <a:ext cx="2156319" cy="2120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7" name="Shape 3797"/>
        <p:cNvGrpSpPr/>
        <p:nvPr/>
      </p:nvGrpSpPr>
      <p:grpSpPr>
        <a:xfrm>
          <a:off x="0" y="0"/>
          <a:ext cx="0" cy="0"/>
          <a:chOff x="0" y="0"/>
          <a:chExt cx="0" cy="0"/>
        </a:xfrm>
      </p:grpSpPr>
      <p:sp>
        <p:nvSpPr>
          <p:cNvPr id="3798" name="Google Shape;3798;p71"/>
          <p:cNvSpPr txBox="1"/>
          <p:nvPr>
            <p:ph type="title"/>
          </p:nvPr>
        </p:nvSpPr>
        <p:spPr>
          <a:xfrm>
            <a:off x="638675" y="199904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 FOR COMING!</a:t>
            </a:r>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lIns="0" rIns="0" tIns="0" bIns="0">
            <a:spAutoFit/>
          </a:bodyPr>
          <a:lstStyle/>
          <a:p>
            <a:pPr>
              <a:defRPr sz="3000" b="1">
                <a:solidFill>
                  <a:srgbClr val="292726"/>
                </a:solidFill>
                <a:latin typeface="Epilogue"/>
              </a:defRPr>
            </a:pPr>
            <a:r>
              <a:t>Field Trips: Putting Your Ideas Into Reality!</a:t>
            </a:r>
          </a:p>
        </p:txBody>
      </p:sp>
      <p:sp>
        <p:nvSpPr>
          <p:cNvPr id="3" name="Rounded Rectangle 2"/>
          <p:cNvSpPr/>
          <p:nvPr/>
        </p:nvSpPr>
        <p:spPr>
          <a:xfrm>
            <a:off x="731520" y="1188720"/>
            <a:ext cx="4389120" cy="3017520"/>
          </a:xfrm>
          <a:prstGeom prst="roundRect">
            <a:avLst/>
          </a:prstGeom>
          <a:solidFill>
            <a:srgbClr val="FFF5E7"/>
          </a:solidFill>
          <a:ln w="19050">
            <a:solidFill>
              <a:srgbClr val="E992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800" b="1">
                <a:solidFill>
                  <a:srgbClr val="8C3B17"/>
                </a:solidFill>
                <a:latin typeface="Epilogue"/>
              </a:defRPr>
            </a:pPr>
            <a:r>
              <a:t>Where Do YOU Want to Go?</a:t>
            </a:r>
          </a:p>
          <a:p>
            <a:pPr>
              <a:spcBef>
                <a:spcPts val="800"/>
              </a:spcBef>
              <a:defRPr sz="1300">
                <a:solidFill>
                  <a:srgbClr val="292726"/>
                </a:solidFill>
                <a:latin typeface="Calibri"/>
              </a:defRPr>
            </a:pPr>
            <a:r>
              <a:t>The main things we’ve done have been our field trips! We’ve visited HBCUs and Black historical museums. Every year, we host an HBCU College Fair highlighting historical colleges for our upcoming juniors.</a:t>
            </a:r>
          </a:p>
          <a:p>
            <a:pPr>
              <a:spcBef>
                <a:spcPts val="800"/>
              </a:spcBef>
              <a:defRPr b="1" sz="1300">
                <a:solidFill>
                  <a:srgbClr val="05883A"/>
                </a:solidFill>
                <a:latin typeface="Calibri"/>
              </a:defRPr>
            </a:pPr>
            <a:r>
              <a:t>We want YOUR help deciding where we go this year. If there are any campuses, museums, or places you want to visit, scan the QR code so we can put your ideas into reality!</a:t>
            </a:r>
          </a:p>
        </p:txBody>
      </p:sp>
      <p:sp>
        <p:nvSpPr>
          <p:cNvPr id="4" name="Rounded Rectangle 3"/>
          <p:cNvSpPr/>
          <p:nvPr/>
        </p:nvSpPr>
        <p:spPr>
          <a:xfrm>
            <a:off x="5394960" y="1188720"/>
            <a:ext cx="2926080" cy="3017520"/>
          </a:xfrm>
          <a:prstGeom prst="roundRect">
            <a:avLst/>
          </a:prstGeom>
          <a:solidFill>
            <a:srgbClr val="FFFFFF"/>
          </a:solidFill>
          <a:ln w="25400">
            <a:solidFill>
              <a:srgbClr val="E992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8C3B17"/>
                </a:solidFill>
                <a:latin typeface="Epilogue"/>
              </a:defRPr>
            </a:pPr>
            <a:r>
              <a:t>FIELD TRIP SURVEY</a:t>
            </a:r>
          </a:p>
          <a:p>
            <a:pPr algn="ctr">
              <a:defRPr sz="1100">
                <a:solidFill>
                  <a:srgbClr val="292726"/>
                </a:solidFill>
                <a:latin typeface="Calibri"/>
              </a:defRPr>
            </a:pPr>
            <a:br/>
            <a:br/>
            <a:br/>
            <a:br/>
            <a:br/>
            <a:br/>
            <a:br/>
            <a:br/>
            <a:r>
              <a:t>Scan to submit your trip ideas!</a:t>
            </a:r>
          </a:p>
        </p:txBody>
      </p:sp>
      <p:pic>
        <p:nvPicPr>
          <p:cNvPr id="5" name="Picture 4" descr="qr_field_trips.png"/>
          <p:cNvPicPr>
            <a:picLocks noChangeAspect="1"/>
          </p:cNvPicPr>
          <p:nvPr/>
        </p:nvPicPr>
        <p:blipFill>
          <a:blip r:embed="rId2"/>
          <a:stretch>
            <a:fillRect/>
          </a:stretch>
        </p:blipFill>
        <p:spPr>
          <a:xfrm>
            <a:off x="5760720" y="1645920"/>
            <a:ext cx="2194560" cy="21945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lIns="0" rIns="0" tIns="0" bIns="0">
            <a:spAutoFit/>
          </a:bodyPr>
          <a:lstStyle/>
          <a:p>
            <a:pPr>
              <a:defRPr sz="3000" b="1">
                <a:solidFill>
                  <a:srgbClr val="292726"/>
                </a:solidFill>
                <a:latin typeface="Epilogue"/>
              </a:defRPr>
            </a:pPr>
            <a:r>
              <a:t>Join the Executive Board (No Campaigning!)</a:t>
            </a:r>
          </a:p>
        </p:txBody>
      </p:sp>
      <p:sp>
        <p:nvSpPr>
          <p:cNvPr id="3" name="Rounded Rectangle 2"/>
          <p:cNvSpPr/>
          <p:nvPr/>
        </p:nvSpPr>
        <p:spPr>
          <a:xfrm>
            <a:off x="731520" y="1188720"/>
            <a:ext cx="4389120" cy="3017520"/>
          </a:xfrm>
          <a:prstGeom prst="roundRect">
            <a:avLst/>
          </a:prstGeom>
          <a:solidFill>
            <a:srgbClr val="FFF5E7"/>
          </a:solidFill>
          <a:ln w="19050">
            <a:solidFill>
              <a:srgbClr val="8C3B1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800" b="1">
                <a:solidFill>
                  <a:srgbClr val="E99206"/>
                </a:solidFill>
                <a:latin typeface="Epilogue"/>
              </a:defRPr>
            </a:pPr>
            <a:r>
              <a:t>A New Year = A New Executive Board</a:t>
            </a:r>
          </a:p>
          <a:p>
            <a:pPr>
              <a:spcBef>
                <a:spcPts val="800"/>
              </a:spcBef>
              <a:defRPr sz="1300">
                <a:solidFill>
                  <a:srgbClr val="292726"/>
                </a:solidFill>
                <a:latin typeface="Calibri"/>
              </a:defRPr>
            </a:pPr>
            <a:r>
              <a:t>It’s a brand new year, meaning a new Executive Board! This year, we are NOT doing stressful campaigning or public speeches—we’re doing a simple Google Form.</a:t>
            </a:r>
          </a:p>
          <a:p>
            <a:pPr>
              <a:spcBef>
                <a:spcPts val="600"/>
              </a:spcBef>
              <a:defRPr sz="1300">
                <a:solidFill>
                  <a:srgbClr val="292726"/>
                </a:solidFill>
                <a:latin typeface="Calibri"/>
              </a:defRPr>
            </a:pPr>
            <a:r>
              <a:t>If anyone is interested in getting a leadership role or joining a committee (Social Media, Events, Service), scan the QR code and fill out the form.</a:t>
            </a:r>
          </a:p>
          <a:p>
            <a:pPr>
              <a:spcBef>
                <a:spcPts val="800"/>
              </a:spcBef>
              <a:defRPr b="1" sz="1300">
                <a:solidFill>
                  <a:srgbClr val="05883A"/>
                </a:solidFill>
                <a:latin typeface="Calibri"/>
              </a:defRPr>
            </a:pPr>
            <a:r>
              <a:t>⚡ Our advisors will review all submissions and announce decisions by NEXT MEETING!</a:t>
            </a:r>
          </a:p>
        </p:txBody>
      </p:sp>
      <p:sp>
        <p:nvSpPr>
          <p:cNvPr id="4" name="Rounded Rectangle 3"/>
          <p:cNvSpPr/>
          <p:nvPr/>
        </p:nvSpPr>
        <p:spPr>
          <a:xfrm>
            <a:off x="5394960" y="1188720"/>
            <a:ext cx="2926080" cy="3017520"/>
          </a:xfrm>
          <a:prstGeom prst="roundRect">
            <a:avLst/>
          </a:prstGeom>
          <a:solidFill>
            <a:srgbClr val="FFFFFF"/>
          </a:solidFill>
          <a:ln w="25400">
            <a:solidFill>
              <a:srgbClr val="8C3B1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8C3B17"/>
                </a:solidFill>
                <a:latin typeface="Epilogue"/>
              </a:defRPr>
            </a:pPr>
            <a:r>
              <a:t>APPLY FOR E-BOARD</a:t>
            </a:r>
          </a:p>
          <a:p>
            <a:pPr algn="ctr">
              <a:defRPr sz="1100">
                <a:solidFill>
                  <a:srgbClr val="292726"/>
                </a:solidFill>
                <a:latin typeface="Calibri"/>
              </a:defRPr>
            </a:pPr>
            <a:br/>
            <a:br/>
            <a:br/>
            <a:br/>
            <a:br/>
            <a:br/>
            <a:br/>
            <a:br/>
            <a:r>
              <a:t>Scan to apply for board &amp; roles!</a:t>
            </a:r>
          </a:p>
        </p:txBody>
      </p:sp>
      <p:pic>
        <p:nvPicPr>
          <p:cNvPr id="5" name="Picture 4" descr="qr_board_roles.png"/>
          <p:cNvPicPr>
            <a:picLocks noChangeAspect="1"/>
          </p:cNvPicPr>
          <p:nvPr/>
        </p:nvPicPr>
        <p:blipFill>
          <a:blip r:embed="rId2"/>
          <a:stretch>
            <a:fillRect/>
          </a:stretch>
        </p:blipFill>
        <p:spPr>
          <a:xfrm>
            <a:off x="5760720" y="1645920"/>
            <a:ext cx="2194560" cy="21945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lIns="0" rIns="0" tIns="0" bIns="0">
            <a:spAutoFit/>
          </a:bodyPr>
          <a:lstStyle/>
          <a:p>
            <a:pPr>
              <a:defRPr sz="3000" b="1">
                <a:solidFill>
                  <a:srgbClr val="292726"/>
                </a:solidFill>
                <a:latin typeface="Epilogue"/>
              </a:defRPr>
            </a:pPr>
            <a:r>
              <a:t>The Real Vibe: Chill, Fun &amp; Games!</a:t>
            </a:r>
          </a:p>
        </p:txBody>
      </p:sp>
      <p:sp>
        <p:nvSpPr>
          <p:cNvPr id="3" name="Rounded Rectangle 2"/>
          <p:cNvSpPr/>
          <p:nvPr/>
        </p:nvSpPr>
        <p:spPr>
          <a:xfrm>
            <a:off x="731520" y="1188720"/>
            <a:ext cx="7589520" cy="3017520"/>
          </a:xfrm>
          <a:prstGeom prst="roundRect">
            <a:avLst/>
          </a:prstGeom>
          <a:solidFill>
            <a:srgbClr val="FFF5E7"/>
          </a:solidFill>
          <a:ln w="19050">
            <a:solidFill>
              <a:srgbClr val="E99206"/>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ctr">
              <a:defRPr sz="2000" b="1">
                <a:solidFill>
                  <a:srgbClr val="8C3B17"/>
                </a:solidFill>
                <a:latin typeface="Epilogue"/>
              </a:defRPr>
            </a:pPr>
            <a:r>
              <a:t>Apologies for the 'Information Bomb' Today!</a:t>
            </a:r>
          </a:p>
          <a:p>
            <a:pPr>
              <a:spcBef>
                <a:spcPts val="800"/>
              </a:spcBef>
              <a:defRPr sz="1400">
                <a:solidFill>
                  <a:srgbClr val="292726"/>
                </a:solidFill>
                <a:latin typeface="Calibri"/>
              </a:defRPr>
            </a:pPr>
            <a:r>
              <a:t>We know meeting #1 is packed with slides, links, forms, and announcements. We had to get all the important logistics out of the way!</a:t>
            </a:r>
          </a:p>
          <a:p>
            <a:pPr>
              <a:spcBef>
                <a:spcPts val="1200"/>
              </a:spcBef>
              <a:defRPr b="1" sz="1600">
                <a:solidFill>
                  <a:srgbClr val="05883A"/>
                </a:solidFill>
                <a:latin typeface="Epilogue"/>
              </a:defRPr>
            </a:pPr>
            <a:r>
              <a:t>BUT PLEASE REMEMBER: BSU is a CHILL space.</a:t>
            </a:r>
          </a:p>
          <a:p>
            <a:pPr>
              <a:spcBef>
                <a:spcPts val="800"/>
              </a:spcBef>
              <a:defRPr sz="1350">
                <a:solidFill>
                  <a:srgbClr val="292726"/>
                </a:solidFill>
                <a:latin typeface="Calibri"/>
              </a:defRPr>
            </a:pPr>
            <a:r>
              <a:t>• We play trivia, board games, cards, and video games</a:t>
            </a:r>
            <a:br/>
            <a:r>
              <a:t>• We eat great snacks and music is always playing</a:t>
            </a:r>
            <a:br/>
            <a:r>
              <a:t>• We unwind, talk about real topics, laugh, and celebrate each other</a:t>
            </a:r>
            <a:br/>
            <a:r>
              <a:t>• No homework stress, no stiff lectures—just good energy and genuine community!</a:t>
            </a:r>
          </a:p>
        </p:txBody>
      </p:sp>
    </p:spTree>
  </p:cSld>
  <p:clrMapOvr>
    <a:masterClrMapping/>
  </p:clrMapOvr>
</p:sld>
</file>

<file path=ppt/theme/theme1.xml><?xml version="1.0" encoding="utf-8"?>
<a:theme xmlns:a="http://schemas.openxmlformats.org/drawingml/2006/main" xmlns:r="http://schemas.openxmlformats.org/officeDocument/2006/relationships" name="Black Student Union Club by Slidesgo">
  <a:themeElements>
    <a:clrScheme name="Simple Light">
      <a:dk1>
        <a:srgbClr val="292726"/>
      </a:dk1>
      <a:lt1>
        <a:srgbClr val="FFF5E7"/>
      </a:lt1>
      <a:dk2>
        <a:srgbClr val="05883A"/>
      </a:dk2>
      <a:lt2>
        <a:srgbClr val="990000"/>
      </a:lt2>
      <a:accent1>
        <a:srgbClr val="E99206"/>
      </a:accent1>
      <a:accent2>
        <a:srgbClr val="4E1707"/>
      </a:accent2>
      <a:accent3>
        <a:srgbClr val="FFFFFF"/>
      </a:accent3>
      <a:accent4>
        <a:srgbClr val="FFFFFF"/>
      </a:accent4>
      <a:accent5>
        <a:srgbClr val="FFFFFF"/>
      </a:accent5>
      <a:accent6>
        <a:srgbClr val="FFFFFF"/>
      </a:accent6>
      <a:hlink>
        <a:srgbClr val="2927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University Virtual Graduation  by Slidesgo">
  <a:themeElements>
    <a:clrScheme name="Simple Light">
      <a:dk1>
        <a:srgbClr val="F1C232"/>
      </a:dk1>
      <a:lt1>
        <a:srgbClr val="FFEBD2"/>
      </a:lt1>
      <a:dk2>
        <a:srgbClr val="980000"/>
      </a:dk2>
      <a:lt2>
        <a:srgbClr val="38761D"/>
      </a:lt2>
      <a:accent1>
        <a:srgbClr val="1B191B"/>
      </a:accent1>
      <a:accent2>
        <a:srgbClr val="FFFFFF"/>
      </a:accent2>
      <a:accent3>
        <a:srgbClr val="FFD966"/>
      </a:accent3>
      <a:accent4>
        <a:srgbClr val="980000"/>
      </a:accent4>
      <a:accent5>
        <a:srgbClr val="38761D"/>
      </a:accent5>
      <a:accent6>
        <a:srgbClr val="1B191B"/>
      </a:accent6>
      <a:hlink>
        <a:srgbClr val="FFE5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